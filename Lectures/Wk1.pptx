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6"/>
  </p:notesMasterIdLst>
  <p:sldIdLst>
    <p:sldId id="256" r:id="rId2"/>
    <p:sldId id="257" r:id="rId3"/>
    <p:sldId id="258" r:id="rId4"/>
    <p:sldId id="259" r:id="rId5"/>
    <p:sldId id="386" r:id="rId6"/>
    <p:sldId id="319" r:id="rId7"/>
    <p:sldId id="378" r:id="rId8"/>
    <p:sldId id="348" r:id="rId9"/>
    <p:sldId id="380" r:id="rId10"/>
    <p:sldId id="379" r:id="rId11"/>
    <p:sldId id="260" r:id="rId12"/>
    <p:sldId id="261" r:id="rId13"/>
    <p:sldId id="262" r:id="rId14"/>
    <p:sldId id="263" r:id="rId15"/>
    <p:sldId id="264" r:id="rId16"/>
    <p:sldId id="266" r:id="rId17"/>
    <p:sldId id="265" r:id="rId18"/>
    <p:sldId id="267" r:id="rId19"/>
    <p:sldId id="268" r:id="rId20"/>
    <p:sldId id="323" r:id="rId21"/>
    <p:sldId id="350" r:id="rId22"/>
    <p:sldId id="351" r:id="rId23"/>
    <p:sldId id="273" r:id="rId24"/>
    <p:sldId id="274" r:id="rId25"/>
    <p:sldId id="275" r:id="rId26"/>
    <p:sldId id="352" r:id="rId27"/>
    <p:sldId id="359" r:id="rId28"/>
    <p:sldId id="353" r:id="rId29"/>
    <p:sldId id="354" r:id="rId30"/>
    <p:sldId id="360" r:id="rId31"/>
    <p:sldId id="355" r:id="rId32"/>
    <p:sldId id="361" r:id="rId33"/>
    <p:sldId id="381" r:id="rId34"/>
    <p:sldId id="356" r:id="rId35"/>
    <p:sldId id="269" r:id="rId36"/>
    <p:sldId id="317" r:id="rId37"/>
    <p:sldId id="270" r:id="rId38"/>
    <p:sldId id="271" r:id="rId39"/>
    <p:sldId id="384" r:id="rId40"/>
    <p:sldId id="385" r:id="rId41"/>
    <p:sldId id="368" r:id="rId42"/>
    <p:sldId id="369" r:id="rId43"/>
    <p:sldId id="370" r:id="rId44"/>
    <p:sldId id="371" r:id="rId45"/>
    <p:sldId id="383" r:id="rId46"/>
    <p:sldId id="375" r:id="rId47"/>
    <p:sldId id="372" r:id="rId48"/>
    <p:sldId id="382" r:id="rId49"/>
    <p:sldId id="365" r:id="rId50"/>
    <p:sldId id="366" r:id="rId51"/>
    <p:sldId id="367" r:id="rId52"/>
    <p:sldId id="272" r:id="rId53"/>
    <p:sldId id="276" r:id="rId54"/>
    <p:sldId id="277" r:id="rId55"/>
    <p:sldId id="278" r:id="rId56"/>
    <p:sldId id="279" r:id="rId57"/>
    <p:sldId id="280" r:id="rId58"/>
    <p:sldId id="281" r:id="rId59"/>
    <p:sldId id="282" r:id="rId60"/>
    <p:sldId id="283" r:id="rId61"/>
    <p:sldId id="284" r:id="rId62"/>
    <p:sldId id="285" r:id="rId63"/>
    <p:sldId id="286" r:id="rId64"/>
    <p:sldId id="287" r:id="rId65"/>
    <p:sldId id="324" r:id="rId66"/>
    <p:sldId id="325" r:id="rId67"/>
    <p:sldId id="326" r:id="rId68"/>
    <p:sldId id="327" r:id="rId69"/>
    <p:sldId id="328" r:id="rId70"/>
    <p:sldId id="329" r:id="rId71"/>
    <p:sldId id="330" r:id="rId72"/>
    <p:sldId id="331" r:id="rId73"/>
    <p:sldId id="332" r:id="rId74"/>
    <p:sldId id="333" r:id="rId75"/>
    <p:sldId id="334" r:id="rId76"/>
    <p:sldId id="335" r:id="rId77"/>
    <p:sldId id="336" r:id="rId78"/>
    <p:sldId id="337" r:id="rId79"/>
    <p:sldId id="338" r:id="rId80"/>
    <p:sldId id="339" r:id="rId81"/>
    <p:sldId id="341" r:id="rId82"/>
    <p:sldId id="342" r:id="rId83"/>
    <p:sldId id="343" r:id="rId84"/>
    <p:sldId id="344" r:id="rId85"/>
    <p:sldId id="345" r:id="rId86"/>
    <p:sldId id="357" r:id="rId87"/>
    <p:sldId id="364" r:id="rId88"/>
    <p:sldId id="346" r:id="rId89"/>
    <p:sldId id="312" r:id="rId90"/>
    <p:sldId id="363" r:id="rId91"/>
    <p:sldId id="313" r:id="rId92"/>
    <p:sldId id="362" r:id="rId93"/>
    <p:sldId id="304" r:id="rId94"/>
    <p:sldId id="347" r:id="rId9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A9E75F-22D1-6B72-A2A0-D0D59AD81D15}" name="Chitrakshi Gosain" initials="CG" userId="S::z5295293@ad.unsw.edu.au::bc1c3a76-54a6-458b-84ed-6673271bee7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84D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D0EF58-2087-F9C6-9FBF-0787413947B4}" v="1186" dt="2025-06-01T14:33:16.971"/>
    <p1510:client id="{063B7E8C-4529-E634-B67B-76DBDB0E7A7C}" v="80" dt="2025-06-02T04:43:03.314"/>
    <p1510:client id="{0EDA434C-1317-DAC5-D952-539447B8BE78}" v="1" dt="2025-06-02T01:28:17.944"/>
    <p1510:client id="{7850D559-ED0E-7B71-443B-9E2008390BB1}" v="92" dt="2025-06-01T14:36:03.387"/>
    <p1510:client id="{E2267859-D321-ADA4-83F4-AD00B7844B30}" v="484" dt="2025-06-02T07:46:53.06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microsoft.com/office/2015/10/relationships/revisionInfo" Target="revisionInfo.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sem Suleiman" userId="S::z3230813@ad.unsw.edu.au::a84cd754-6b82-466c-b579-ca8c667d09ba" providerId="AD" clId="Web-{5888EC88-CDE8-EFFC-B320-87830411D5BC}"/>
    <pc:docChg chg="addSld delSld modSld">
      <pc:chgData name="Basem Suleiman" userId="S::z3230813@ad.unsw.edu.au::a84cd754-6b82-466c-b579-ca8c667d09ba" providerId="AD" clId="Web-{5888EC88-CDE8-EFFC-B320-87830411D5BC}" dt="2024-09-09T07:28:41.859" v="696" actId="20577"/>
      <pc:docMkLst>
        <pc:docMk/>
      </pc:docMkLst>
      <pc:sldChg chg="modSp">
        <pc:chgData name="Basem Suleiman" userId="S::z3230813@ad.unsw.edu.au::a84cd754-6b82-466c-b579-ca8c667d09ba" providerId="AD" clId="Web-{5888EC88-CDE8-EFFC-B320-87830411D5BC}" dt="2024-09-09T05:08:56.592" v="5" actId="20577"/>
        <pc:sldMkLst>
          <pc:docMk/>
          <pc:sldMk cId="0" sldId="256"/>
        </pc:sldMkLst>
      </pc:sldChg>
      <pc:sldChg chg="modSp">
        <pc:chgData name="Basem Suleiman" userId="S::z3230813@ad.unsw.edu.au::a84cd754-6b82-466c-b579-ca8c667d09ba" providerId="AD" clId="Web-{5888EC88-CDE8-EFFC-B320-87830411D5BC}" dt="2024-09-09T07:28:41.859" v="696" actId="20577"/>
        <pc:sldMkLst>
          <pc:docMk/>
          <pc:sldMk cId="0" sldId="259"/>
        </pc:sldMkLst>
      </pc:sldChg>
      <pc:sldChg chg="modSp">
        <pc:chgData name="Basem Suleiman" userId="S::z3230813@ad.unsw.edu.au::a84cd754-6b82-466c-b579-ca8c667d09ba" providerId="AD" clId="Web-{5888EC88-CDE8-EFFC-B320-87830411D5BC}" dt="2024-09-09T05:12:41.113" v="65" actId="20577"/>
        <pc:sldMkLst>
          <pc:docMk/>
          <pc:sldMk cId="0" sldId="274"/>
        </pc:sldMkLst>
      </pc:sldChg>
      <pc:sldChg chg="modSp">
        <pc:chgData name="Basem Suleiman" userId="S::z3230813@ad.unsw.edu.au::a84cd754-6b82-466c-b579-ca8c667d09ba" providerId="AD" clId="Web-{5888EC88-CDE8-EFFC-B320-87830411D5BC}" dt="2024-09-09T05:12:53.941" v="67" actId="1076"/>
        <pc:sldMkLst>
          <pc:docMk/>
          <pc:sldMk cId="0" sldId="275"/>
        </pc:sldMkLst>
      </pc:sldChg>
      <pc:sldChg chg="modSp">
        <pc:chgData name="Basem Suleiman" userId="S::z3230813@ad.unsw.edu.au::a84cd754-6b82-466c-b579-ca8c667d09ba" providerId="AD" clId="Web-{5888EC88-CDE8-EFFC-B320-87830411D5BC}" dt="2024-09-09T05:15:31.101" v="89" actId="20577"/>
        <pc:sldMkLst>
          <pc:docMk/>
          <pc:sldMk cId="0" sldId="284"/>
        </pc:sldMkLst>
      </pc:sldChg>
      <pc:sldChg chg="modSp add">
        <pc:chgData name="Basem Suleiman" userId="S::z3230813@ad.unsw.edu.au::a84cd754-6b82-466c-b579-ca8c667d09ba" providerId="AD" clId="Web-{5888EC88-CDE8-EFFC-B320-87830411D5BC}" dt="2024-09-09T07:06:46.561" v="669" actId="20577"/>
        <pc:sldMkLst>
          <pc:docMk/>
          <pc:sldMk cId="3902651469" sldId="304"/>
        </pc:sldMkLst>
      </pc:sldChg>
      <pc:sldChg chg="modSp">
        <pc:chgData name="Basem Suleiman" userId="S::z3230813@ad.unsw.edu.au::a84cd754-6b82-466c-b579-ca8c667d09ba" providerId="AD" clId="Web-{5888EC88-CDE8-EFFC-B320-87830411D5BC}" dt="2024-09-09T07:05:03.899" v="664" actId="1076"/>
        <pc:sldMkLst>
          <pc:docMk/>
          <pc:sldMk cId="0" sldId="312"/>
        </pc:sldMkLst>
      </pc:sldChg>
      <pc:sldChg chg="modSp">
        <pc:chgData name="Basem Suleiman" userId="S::z3230813@ad.unsw.edu.au::a84cd754-6b82-466c-b579-ca8c667d09ba" providerId="AD" clId="Web-{5888EC88-CDE8-EFFC-B320-87830411D5BC}" dt="2024-09-09T07:04:43.882" v="659" actId="20577"/>
        <pc:sldMkLst>
          <pc:docMk/>
          <pc:sldMk cId="0" sldId="313"/>
        </pc:sldMkLst>
      </pc:sldChg>
      <pc:sldChg chg="del">
        <pc:chgData name="Basem Suleiman" userId="S::z3230813@ad.unsw.edu.au::a84cd754-6b82-466c-b579-ca8c667d09ba" providerId="AD" clId="Web-{5888EC88-CDE8-EFFC-B320-87830411D5BC}" dt="2024-09-09T07:06:20.700" v="665"/>
        <pc:sldMkLst>
          <pc:docMk/>
          <pc:sldMk cId="0" sldId="314"/>
        </pc:sldMkLst>
      </pc:sldChg>
      <pc:sldChg chg="modSp">
        <pc:chgData name="Basem Suleiman" userId="S::z3230813@ad.unsw.edu.au::a84cd754-6b82-466c-b579-ca8c667d09ba" providerId="AD" clId="Web-{5888EC88-CDE8-EFFC-B320-87830411D5BC}" dt="2024-09-09T07:02:40.781" v="606" actId="20577"/>
        <pc:sldMkLst>
          <pc:docMk/>
          <pc:sldMk cId="1954745139" sldId="318"/>
        </pc:sldMkLst>
      </pc:sldChg>
      <pc:sldChg chg="modSp">
        <pc:chgData name="Basem Suleiman" userId="S::z3230813@ad.unsw.edu.au::a84cd754-6b82-466c-b579-ca8c667d09ba" providerId="AD" clId="Web-{5888EC88-CDE8-EFFC-B320-87830411D5BC}" dt="2024-09-09T05:17:06.728" v="102" actId="20577"/>
        <pc:sldMkLst>
          <pc:docMk/>
          <pc:sldMk cId="373578376" sldId="326"/>
        </pc:sldMkLst>
      </pc:sldChg>
      <pc:sldChg chg="modSp">
        <pc:chgData name="Basem Suleiman" userId="S::z3230813@ad.unsw.edu.au::a84cd754-6b82-466c-b579-ca8c667d09ba" providerId="AD" clId="Web-{5888EC88-CDE8-EFFC-B320-87830411D5BC}" dt="2024-09-09T05:20:06.919" v="142" actId="20577"/>
        <pc:sldMkLst>
          <pc:docMk/>
          <pc:sldMk cId="3533964824" sldId="329"/>
        </pc:sldMkLst>
      </pc:sldChg>
      <pc:sldChg chg="modSp">
        <pc:chgData name="Basem Suleiman" userId="S::z3230813@ad.unsw.edu.au::a84cd754-6b82-466c-b579-ca8c667d09ba" providerId="AD" clId="Web-{5888EC88-CDE8-EFFC-B320-87830411D5BC}" dt="2024-09-09T05:20:26.232" v="145" actId="20577"/>
        <pc:sldMkLst>
          <pc:docMk/>
          <pc:sldMk cId="1191229117" sldId="330"/>
        </pc:sldMkLst>
      </pc:sldChg>
      <pc:sldChg chg="modSp">
        <pc:chgData name="Basem Suleiman" userId="S::z3230813@ad.unsw.edu.au::a84cd754-6b82-466c-b579-ca8c667d09ba" providerId="AD" clId="Web-{5888EC88-CDE8-EFFC-B320-87830411D5BC}" dt="2024-09-09T05:23:20.408" v="159" actId="20577"/>
        <pc:sldMkLst>
          <pc:docMk/>
          <pc:sldMk cId="3644896932" sldId="332"/>
        </pc:sldMkLst>
      </pc:sldChg>
      <pc:sldChg chg="modSp">
        <pc:chgData name="Basem Suleiman" userId="S::z3230813@ad.unsw.edu.au::a84cd754-6b82-466c-b579-ca8c667d09ba" providerId="AD" clId="Web-{5888EC88-CDE8-EFFC-B320-87830411D5BC}" dt="2024-09-09T05:26:04.802" v="168" actId="20577"/>
        <pc:sldMkLst>
          <pc:docMk/>
          <pc:sldMk cId="1487845182" sldId="337"/>
        </pc:sldMkLst>
      </pc:sldChg>
      <pc:sldChg chg="modSp">
        <pc:chgData name="Basem Suleiman" userId="S::z3230813@ad.unsw.edu.au::a84cd754-6b82-466c-b579-ca8c667d09ba" providerId="AD" clId="Web-{5888EC88-CDE8-EFFC-B320-87830411D5BC}" dt="2024-09-09T05:32:01.951" v="171" actId="20577"/>
        <pc:sldMkLst>
          <pc:docMk/>
          <pc:sldMk cId="3687515471" sldId="342"/>
        </pc:sldMkLst>
      </pc:sldChg>
      <pc:sldChg chg="addSp delSp modSp addAnim">
        <pc:chgData name="Basem Suleiman" userId="S::z3230813@ad.unsw.edu.au::a84cd754-6b82-466c-b579-ca8c667d09ba" providerId="AD" clId="Web-{5888EC88-CDE8-EFFC-B320-87830411D5BC}" dt="2024-09-09T06:43:30.102" v="384"/>
        <pc:sldMkLst>
          <pc:docMk/>
          <pc:sldMk cId="2964228485" sldId="344"/>
        </pc:sldMkLst>
      </pc:sldChg>
      <pc:sldChg chg="addSp delSp modSp addAnim">
        <pc:chgData name="Basem Suleiman" userId="S::z3230813@ad.unsw.edu.au::a84cd754-6b82-466c-b579-ca8c667d09ba" providerId="AD" clId="Web-{5888EC88-CDE8-EFFC-B320-87830411D5BC}" dt="2024-09-09T07:00:25.491" v="556" actId="20577"/>
        <pc:sldMkLst>
          <pc:docMk/>
          <pc:sldMk cId="2991597042" sldId="345"/>
        </pc:sldMkLst>
      </pc:sldChg>
      <pc:sldChg chg="mod modShow">
        <pc:chgData name="Basem Suleiman" userId="S::z3230813@ad.unsw.edu.au::a84cd754-6b82-466c-b579-ca8c667d09ba" providerId="AD" clId="Web-{5888EC88-CDE8-EFFC-B320-87830411D5BC}" dt="2024-09-09T06:46:21.784" v="403"/>
        <pc:sldMkLst>
          <pc:docMk/>
          <pc:sldMk cId="1035144246" sldId="346"/>
        </pc:sldMkLst>
      </pc:sldChg>
      <pc:sldChg chg="modNotes">
        <pc:chgData name="Basem Suleiman" userId="S::z3230813@ad.unsw.edu.au::a84cd754-6b82-466c-b579-ca8c667d09ba" providerId="AD" clId="Web-{5888EC88-CDE8-EFFC-B320-87830411D5BC}" dt="2024-09-09T07:11:04.858" v="670"/>
        <pc:sldMkLst>
          <pc:docMk/>
          <pc:sldMk cId="747666474" sldId="351"/>
        </pc:sldMkLst>
      </pc:sldChg>
      <pc:sldChg chg="modSp">
        <pc:chgData name="Basem Suleiman" userId="S::z3230813@ad.unsw.edu.au::a84cd754-6b82-466c-b579-ca8c667d09ba" providerId="AD" clId="Web-{5888EC88-CDE8-EFFC-B320-87830411D5BC}" dt="2024-09-09T05:13:13.551" v="68" actId="1076"/>
        <pc:sldMkLst>
          <pc:docMk/>
          <pc:sldMk cId="3453136472" sldId="352"/>
        </pc:sldMkLst>
      </pc:sldChg>
      <pc:sldChg chg="modSp">
        <pc:chgData name="Basem Suleiman" userId="S::z3230813@ad.unsw.edu.au::a84cd754-6b82-466c-b579-ca8c667d09ba" providerId="AD" clId="Web-{5888EC88-CDE8-EFFC-B320-87830411D5BC}" dt="2024-09-09T05:13:50.864" v="70" actId="20577"/>
        <pc:sldMkLst>
          <pc:docMk/>
          <pc:sldMk cId="4286987336" sldId="353"/>
        </pc:sldMkLst>
      </pc:sldChg>
      <pc:sldChg chg="modSp">
        <pc:chgData name="Basem Suleiman" userId="S::z3230813@ad.unsw.edu.au::a84cd754-6b82-466c-b579-ca8c667d09ba" providerId="AD" clId="Web-{5888EC88-CDE8-EFFC-B320-87830411D5BC}" dt="2024-09-09T05:14:09.052" v="82" actId="20577"/>
        <pc:sldMkLst>
          <pc:docMk/>
          <pc:sldMk cId="2427720425" sldId="354"/>
        </pc:sldMkLst>
      </pc:sldChg>
      <pc:sldChg chg="modSp">
        <pc:chgData name="Basem Suleiman" userId="S::z3230813@ad.unsw.edu.au::a84cd754-6b82-466c-b579-ca8c667d09ba" providerId="AD" clId="Web-{5888EC88-CDE8-EFFC-B320-87830411D5BC}" dt="2024-09-09T07:13:43.868" v="671"/>
        <pc:sldMkLst>
          <pc:docMk/>
          <pc:sldMk cId="4286064576" sldId="355"/>
        </pc:sldMkLst>
      </pc:sldChg>
      <pc:sldChg chg="modSp">
        <pc:chgData name="Basem Suleiman" userId="S::z3230813@ad.unsw.edu.au::a84cd754-6b82-466c-b579-ca8c667d09ba" providerId="AD" clId="Web-{5888EC88-CDE8-EFFC-B320-87830411D5BC}" dt="2024-09-09T07:14:09.353" v="674" actId="20577"/>
        <pc:sldMkLst>
          <pc:docMk/>
          <pc:sldMk cId="815808558" sldId="356"/>
        </pc:sldMkLst>
      </pc:sldChg>
      <pc:sldChg chg="addSp delSp modSp add replId">
        <pc:chgData name="Basem Suleiman" userId="S::z3230813@ad.unsw.edu.au::a84cd754-6b82-466c-b579-ca8c667d09ba" providerId="AD" clId="Web-{5888EC88-CDE8-EFFC-B320-87830411D5BC}" dt="2024-09-09T06:46:00.267" v="402" actId="20577"/>
        <pc:sldMkLst>
          <pc:docMk/>
          <pc:sldMk cId="4194762755" sldId="357"/>
        </pc:sldMkLst>
      </pc:sldChg>
      <pc:sldChg chg="delSp modSp add del replId">
        <pc:chgData name="Basem Suleiman" userId="S::z3230813@ad.unsw.edu.au::a84cd754-6b82-466c-b579-ca8c667d09ba" providerId="AD" clId="Web-{5888EC88-CDE8-EFFC-B320-87830411D5BC}" dt="2024-09-09T06:36:50.093" v="281"/>
        <pc:sldMkLst>
          <pc:docMk/>
          <pc:sldMk cId="1447859843" sldId="358"/>
        </pc:sldMkLst>
      </pc:sldChg>
      <pc:sldMasterChg chg="addSldLayout">
        <pc:chgData name="Basem Suleiman" userId="S::z3230813@ad.unsw.edu.au::a84cd754-6b82-466c-b579-ca8c667d09ba" providerId="AD" clId="Web-{5888EC88-CDE8-EFFC-B320-87830411D5BC}" dt="2024-09-09T07:06:26.388" v="666"/>
        <pc:sldMasterMkLst>
          <pc:docMk/>
          <pc:sldMasterMk cId="0" sldId="2147483648"/>
        </pc:sldMasterMkLst>
        <pc:sldLayoutChg chg="add">
          <pc:chgData name="Basem Suleiman" userId="S::z3230813@ad.unsw.edu.au::a84cd754-6b82-466c-b579-ca8c667d09ba" providerId="AD" clId="Web-{5888EC88-CDE8-EFFC-B320-87830411D5BC}" dt="2024-09-09T07:06:26.388" v="666"/>
          <pc:sldLayoutMkLst>
            <pc:docMk/>
            <pc:sldMasterMk cId="0" sldId="2147483648"/>
            <pc:sldLayoutMk cId="2429944637" sldId="2147483666"/>
          </pc:sldLayoutMkLst>
        </pc:sldLayoutChg>
      </pc:sldMasterChg>
    </pc:docChg>
  </pc:docChgLst>
  <pc:docChgLst>
    <pc:chgData name="Basem Suleiman" userId="S::z3230813@ad.unsw.edu.au::a84cd754-6b82-466c-b579-ca8c667d09ba" providerId="AD" clId="Web-{063B7E8C-4529-E634-B67B-76DBDB0E7A7C}"/>
    <pc:docChg chg="addSld delSld modSld sldOrd">
      <pc:chgData name="Basem Suleiman" userId="S::z3230813@ad.unsw.edu.au::a84cd754-6b82-466c-b579-ca8c667d09ba" providerId="AD" clId="Web-{063B7E8C-4529-E634-B67B-76DBDB0E7A7C}" dt="2025-06-02T04:43:03.314" v="60" actId="1076"/>
      <pc:docMkLst>
        <pc:docMk/>
      </pc:docMkLst>
      <pc:sldChg chg="ord">
        <pc:chgData name="Basem Suleiman" userId="S::z3230813@ad.unsw.edu.au::a84cd754-6b82-466c-b579-ca8c667d09ba" providerId="AD" clId="Web-{063B7E8C-4529-E634-B67B-76DBDB0E7A7C}" dt="2025-06-02T03:54:32.255" v="43"/>
        <pc:sldMkLst>
          <pc:docMk/>
          <pc:sldMk cId="0" sldId="272"/>
        </pc:sldMkLst>
      </pc:sldChg>
      <pc:sldChg chg="ord">
        <pc:chgData name="Basem Suleiman" userId="S::z3230813@ad.unsw.edu.au::a84cd754-6b82-466c-b579-ca8c667d09ba" providerId="AD" clId="Web-{063B7E8C-4529-E634-B67B-76DBDB0E7A7C}" dt="2025-06-02T03:54:18.395" v="42"/>
        <pc:sldMkLst>
          <pc:docMk/>
          <pc:sldMk cId="4272742759" sldId="365"/>
        </pc:sldMkLst>
      </pc:sldChg>
      <pc:sldChg chg="ord">
        <pc:chgData name="Basem Suleiman" userId="S::z3230813@ad.unsw.edu.au::a84cd754-6b82-466c-b579-ca8c667d09ba" providerId="AD" clId="Web-{063B7E8C-4529-E634-B67B-76DBDB0E7A7C}" dt="2025-06-02T03:54:13.238" v="41"/>
        <pc:sldMkLst>
          <pc:docMk/>
          <pc:sldMk cId="638540712" sldId="366"/>
        </pc:sldMkLst>
      </pc:sldChg>
      <pc:sldChg chg="addSp delSp modSp">
        <pc:chgData name="Basem Suleiman" userId="S::z3230813@ad.unsw.edu.au::a84cd754-6b82-466c-b579-ca8c667d09ba" providerId="AD" clId="Web-{063B7E8C-4529-E634-B67B-76DBDB0E7A7C}" dt="2025-06-02T03:42:43.091" v="17" actId="1076"/>
        <pc:sldMkLst>
          <pc:docMk/>
          <pc:sldMk cId="3810489048" sldId="368"/>
        </pc:sldMkLst>
        <pc:picChg chg="add mod">
          <ac:chgData name="Basem Suleiman" userId="S::z3230813@ad.unsw.edu.au::a84cd754-6b82-466c-b579-ca8c667d09ba" providerId="AD" clId="Web-{063B7E8C-4529-E634-B67B-76DBDB0E7A7C}" dt="2025-06-02T03:42:43.091" v="17" actId="1076"/>
          <ac:picMkLst>
            <pc:docMk/>
            <pc:sldMk cId="3810489048" sldId="368"/>
            <ac:picMk id="3" creationId="{B52FDBED-48F2-781D-2B0A-0E5B63D82066}"/>
          </ac:picMkLst>
        </pc:picChg>
        <pc:picChg chg="del">
          <ac:chgData name="Basem Suleiman" userId="S::z3230813@ad.unsw.edu.au::a84cd754-6b82-466c-b579-ca8c667d09ba" providerId="AD" clId="Web-{063B7E8C-4529-E634-B67B-76DBDB0E7A7C}" dt="2025-06-02T03:42:03.199" v="14"/>
          <ac:picMkLst>
            <pc:docMk/>
            <pc:sldMk cId="3810489048" sldId="368"/>
            <ac:picMk id="5" creationId="{9A7221E5-5648-C6DF-C473-4CDC4D58C1F9}"/>
          </ac:picMkLst>
        </pc:picChg>
      </pc:sldChg>
      <pc:sldChg chg="addSp delSp modSp">
        <pc:chgData name="Basem Suleiman" userId="S::z3230813@ad.unsw.edu.au::a84cd754-6b82-466c-b579-ca8c667d09ba" providerId="AD" clId="Web-{063B7E8C-4529-E634-B67B-76DBDB0E7A7C}" dt="2025-06-02T03:49:03.103" v="20" actId="1076"/>
        <pc:sldMkLst>
          <pc:docMk/>
          <pc:sldMk cId="1075437947" sldId="369"/>
        </pc:sldMkLst>
        <pc:picChg chg="del">
          <ac:chgData name="Basem Suleiman" userId="S::z3230813@ad.unsw.edu.au::a84cd754-6b82-466c-b579-ca8c667d09ba" providerId="AD" clId="Web-{063B7E8C-4529-E634-B67B-76DBDB0E7A7C}" dt="2025-06-02T03:42:48.045" v="18"/>
          <ac:picMkLst>
            <pc:docMk/>
            <pc:sldMk cId="1075437947" sldId="369"/>
            <ac:picMk id="3" creationId="{6DCC5CC6-3231-EAB8-12FE-2DD8AF8D8A51}"/>
          </ac:picMkLst>
        </pc:picChg>
        <pc:picChg chg="add mod">
          <ac:chgData name="Basem Suleiman" userId="S::z3230813@ad.unsw.edu.au::a84cd754-6b82-466c-b579-ca8c667d09ba" providerId="AD" clId="Web-{063B7E8C-4529-E634-B67B-76DBDB0E7A7C}" dt="2025-06-02T03:49:03.103" v="20" actId="1076"/>
          <ac:picMkLst>
            <pc:docMk/>
            <pc:sldMk cId="1075437947" sldId="369"/>
            <ac:picMk id="5" creationId="{AE7CD146-411B-6E59-651F-E0E0751E5029}"/>
          </ac:picMkLst>
        </pc:picChg>
      </pc:sldChg>
      <pc:sldChg chg="addSp delSp modSp">
        <pc:chgData name="Basem Suleiman" userId="S::z3230813@ad.unsw.edu.au::a84cd754-6b82-466c-b579-ca8c667d09ba" providerId="AD" clId="Web-{063B7E8C-4529-E634-B67B-76DBDB0E7A7C}" dt="2025-06-02T03:49:42.683" v="24" actId="1076"/>
        <pc:sldMkLst>
          <pc:docMk/>
          <pc:sldMk cId="685881090" sldId="370"/>
        </pc:sldMkLst>
        <pc:picChg chg="add mod">
          <ac:chgData name="Basem Suleiman" userId="S::z3230813@ad.unsw.edu.au::a84cd754-6b82-466c-b579-ca8c667d09ba" providerId="AD" clId="Web-{063B7E8C-4529-E634-B67B-76DBDB0E7A7C}" dt="2025-06-02T03:49:42.683" v="24" actId="1076"/>
          <ac:picMkLst>
            <pc:docMk/>
            <pc:sldMk cId="685881090" sldId="370"/>
            <ac:picMk id="3" creationId="{34711001-3A6A-7D61-1510-C6E94C2423C0}"/>
          </ac:picMkLst>
        </pc:picChg>
        <pc:picChg chg="del">
          <ac:chgData name="Basem Suleiman" userId="S::z3230813@ad.unsw.edu.au::a84cd754-6b82-466c-b579-ca8c667d09ba" providerId="AD" clId="Web-{063B7E8C-4529-E634-B67B-76DBDB0E7A7C}" dt="2025-06-02T03:49:32.792" v="21"/>
          <ac:picMkLst>
            <pc:docMk/>
            <pc:sldMk cId="685881090" sldId="370"/>
            <ac:picMk id="5" creationId="{B8A0E94F-F75F-E3E4-B075-FB9203A4F294}"/>
          </ac:picMkLst>
        </pc:picChg>
      </pc:sldChg>
      <pc:sldChg chg="addSp delSp modSp">
        <pc:chgData name="Basem Suleiman" userId="S::z3230813@ad.unsw.edu.au::a84cd754-6b82-466c-b579-ca8c667d09ba" providerId="AD" clId="Web-{063B7E8C-4529-E634-B67B-76DBDB0E7A7C}" dt="2025-06-02T03:50:14.356" v="26"/>
        <pc:sldMkLst>
          <pc:docMk/>
          <pc:sldMk cId="258053965" sldId="371"/>
        </pc:sldMkLst>
        <pc:picChg chg="del">
          <ac:chgData name="Basem Suleiman" userId="S::z3230813@ad.unsw.edu.au::a84cd754-6b82-466c-b579-ca8c667d09ba" providerId="AD" clId="Web-{063B7E8C-4529-E634-B67B-76DBDB0E7A7C}" dt="2025-06-02T03:50:13.199" v="25"/>
          <ac:picMkLst>
            <pc:docMk/>
            <pc:sldMk cId="258053965" sldId="371"/>
            <ac:picMk id="3" creationId="{5459100B-B302-468F-C3B1-497DEB66CE59}"/>
          </ac:picMkLst>
        </pc:picChg>
        <pc:picChg chg="add mod">
          <ac:chgData name="Basem Suleiman" userId="S::z3230813@ad.unsw.edu.au::a84cd754-6b82-466c-b579-ca8c667d09ba" providerId="AD" clId="Web-{063B7E8C-4529-E634-B67B-76DBDB0E7A7C}" dt="2025-06-02T03:50:14.356" v="26"/>
          <ac:picMkLst>
            <pc:docMk/>
            <pc:sldMk cId="258053965" sldId="371"/>
            <ac:picMk id="5" creationId="{B513BE49-D874-8F94-28B3-2F15D7DAFC15}"/>
          </ac:picMkLst>
        </pc:picChg>
      </pc:sldChg>
      <pc:sldChg chg="addSp delSp modSp ord">
        <pc:chgData name="Basem Suleiman" userId="S::z3230813@ad.unsw.edu.au::a84cd754-6b82-466c-b579-ca8c667d09ba" providerId="AD" clId="Web-{063B7E8C-4529-E634-B67B-76DBDB0E7A7C}" dt="2025-06-02T03:57:36.932" v="56" actId="1076"/>
        <pc:sldMkLst>
          <pc:docMk/>
          <pc:sldMk cId="3944744474" sldId="372"/>
        </pc:sldMkLst>
        <pc:picChg chg="add del mod">
          <ac:chgData name="Basem Suleiman" userId="S::z3230813@ad.unsw.edu.au::a84cd754-6b82-466c-b579-ca8c667d09ba" providerId="AD" clId="Web-{063B7E8C-4529-E634-B67B-76DBDB0E7A7C}" dt="2025-06-02T03:55:30.553" v="46"/>
          <ac:picMkLst>
            <pc:docMk/>
            <pc:sldMk cId="3944744474" sldId="372"/>
            <ac:picMk id="3" creationId="{26B81D06-8242-6C6A-3FFC-660805A52567}"/>
          </ac:picMkLst>
        </pc:picChg>
        <pc:picChg chg="del">
          <ac:chgData name="Basem Suleiman" userId="S::z3230813@ad.unsw.edu.au::a84cd754-6b82-466c-b579-ca8c667d09ba" providerId="AD" clId="Web-{063B7E8C-4529-E634-B67B-76DBDB0E7A7C}" dt="2025-06-02T03:51:18.373" v="27"/>
          <ac:picMkLst>
            <pc:docMk/>
            <pc:sldMk cId="3944744474" sldId="372"/>
            <ac:picMk id="5" creationId="{B83456D1-4D49-655F-F401-26DC301ED374}"/>
          </ac:picMkLst>
        </pc:picChg>
        <pc:picChg chg="add mod">
          <ac:chgData name="Basem Suleiman" userId="S::z3230813@ad.unsw.edu.au::a84cd754-6b82-466c-b579-ca8c667d09ba" providerId="AD" clId="Web-{063B7E8C-4529-E634-B67B-76DBDB0E7A7C}" dt="2025-06-02T03:57:36.932" v="56" actId="1076"/>
          <ac:picMkLst>
            <pc:docMk/>
            <pc:sldMk cId="3944744474" sldId="372"/>
            <ac:picMk id="6" creationId="{2D8E1BFC-4B65-288B-04BB-CD33F3153852}"/>
          </ac:picMkLst>
        </pc:picChg>
      </pc:sldChg>
      <pc:sldChg chg="del">
        <pc:chgData name="Basem Suleiman" userId="S::z3230813@ad.unsw.edu.au::a84cd754-6b82-466c-b579-ca8c667d09ba" providerId="AD" clId="Web-{063B7E8C-4529-E634-B67B-76DBDB0E7A7C}" dt="2025-06-02T03:55:22.991" v="44"/>
        <pc:sldMkLst>
          <pc:docMk/>
          <pc:sldMk cId="1561637172" sldId="373"/>
        </pc:sldMkLst>
      </pc:sldChg>
      <pc:sldChg chg="del">
        <pc:chgData name="Basem Suleiman" userId="S::z3230813@ad.unsw.edu.au::a84cd754-6b82-466c-b579-ca8c667d09ba" providerId="AD" clId="Web-{063B7E8C-4529-E634-B67B-76DBDB0E7A7C}" dt="2025-06-02T03:55:25.319" v="45"/>
        <pc:sldMkLst>
          <pc:docMk/>
          <pc:sldMk cId="2585595676" sldId="374"/>
        </pc:sldMkLst>
      </pc:sldChg>
      <pc:sldChg chg="addSp delSp modSp">
        <pc:chgData name="Basem Suleiman" userId="S::z3230813@ad.unsw.edu.au::a84cd754-6b82-466c-b579-ca8c667d09ba" providerId="AD" clId="Web-{063B7E8C-4529-E634-B67B-76DBDB0E7A7C}" dt="2025-06-02T04:42:55.001" v="59" actId="1076"/>
        <pc:sldMkLst>
          <pc:docMk/>
          <pc:sldMk cId="738213674" sldId="375"/>
        </pc:sldMkLst>
        <pc:spChg chg="mod">
          <ac:chgData name="Basem Suleiman" userId="S::z3230813@ad.unsw.edu.au::a84cd754-6b82-466c-b579-ca8c667d09ba" providerId="AD" clId="Web-{063B7E8C-4529-E634-B67B-76DBDB0E7A7C}" dt="2025-06-02T04:42:55.001" v="59" actId="1076"/>
          <ac:spMkLst>
            <pc:docMk/>
            <pc:sldMk cId="738213674" sldId="375"/>
            <ac:spMk id="2" creationId="{DD4CF531-C8E7-3D10-C0F5-051306E86067}"/>
          </ac:spMkLst>
        </pc:spChg>
        <pc:picChg chg="del">
          <ac:chgData name="Basem Suleiman" userId="S::z3230813@ad.unsw.edu.au::a84cd754-6b82-466c-b579-ca8c667d09ba" providerId="AD" clId="Web-{063B7E8C-4529-E634-B67B-76DBDB0E7A7C}" dt="2025-06-02T03:53:16.190" v="32"/>
          <ac:picMkLst>
            <pc:docMk/>
            <pc:sldMk cId="738213674" sldId="375"/>
            <ac:picMk id="3" creationId="{1EA2DAE1-6593-3FF9-5226-DD760748EFAF}"/>
          </ac:picMkLst>
        </pc:picChg>
        <pc:picChg chg="add mod">
          <ac:chgData name="Basem Suleiman" userId="S::z3230813@ad.unsw.edu.au::a84cd754-6b82-466c-b579-ca8c667d09ba" providerId="AD" clId="Web-{063B7E8C-4529-E634-B67B-76DBDB0E7A7C}" dt="2025-06-02T03:57:43.948" v="57" actId="1076"/>
          <ac:picMkLst>
            <pc:docMk/>
            <pc:sldMk cId="738213674" sldId="375"/>
            <ac:picMk id="5" creationId="{4AF96D09-C3B8-A6E8-A259-42455468421E}"/>
          </ac:picMkLst>
        </pc:picChg>
      </pc:sldChg>
      <pc:sldChg chg="add del replId">
        <pc:chgData name="Basem Suleiman" userId="S::z3230813@ad.unsw.edu.au::a84cd754-6b82-466c-b579-ca8c667d09ba" providerId="AD" clId="Web-{063B7E8C-4529-E634-B67B-76DBDB0E7A7C}" dt="2025-06-02T03:37:30.003" v="1"/>
        <pc:sldMkLst>
          <pc:docMk/>
          <pc:sldMk cId="1935998179" sldId="381"/>
        </pc:sldMkLst>
      </pc:sldChg>
      <pc:sldChg chg="addSp delSp modSp add replId">
        <pc:chgData name="Basem Suleiman" userId="S::z3230813@ad.unsw.edu.au::a84cd754-6b82-466c-b579-ca8c667d09ba" providerId="AD" clId="Web-{063B7E8C-4529-E634-B67B-76DBDB0E7A7C}" dt="2025-06-02T03:38:45.802" v="13" actId="1076"/>
        <pc:sldMkLst>
          <pc:docMk/>
          <pc:sldMk cId="1953368307" sldId="381"/>
        </pc:sldMkLst>
        <pc:spChg chg="mod">
          <ac:chgData name="Basem Suleiman" userId="S::z3230813@ad.unsw.edu.au::a84cd754-6b82-466c-b579-ca8c667d09ba" providerId="AD" clId="Web-{063B7E8C-4529-E634-B67B-76DBDB0E7A7C}" dt="2025-06-02T03:38:35.818" v="10" actId="20577"/>
          <ac:spMkLst>
            <pc:docMk/>
            <pc:sldMk cId="1953368307" sldId="381"/>
            <ac:spMk id="2" creationId="{11AE7515-165B-3A04-D458-2E2368F2EB4F}"/>
          </ac:spMkLst>
        </pc:spChg>
        <pc:spChg chg="del">
          <ac:chgData name="Basem Suleiman" userId="S::z3230813@ad.unsw.edu.au::a84cd754-6b82-466c-b579-ca8c667d09ba" providerId="AD" clId="Web-{063B7E8C-4529-E634-B67B-76DBDB0E7A7C}" dt="2025-06-02T03:37:46.691" v="3"/>
          <ac:spMkLst>
            <pc:docMk/>
            <pc:sldMk cId="1953368307" sldId="381"/>
            <ac:spMk id="3" creationId="{5ACA6218-01D8-4790-9A76-5EA48881697A}"/>
          </ac:spMkLst>
        </pc:spChg>
        <pc:picChg chg="add mod">
          <ac:chgData name="Basem Suleiman" userId="S::z3230813@ad.unsw.edu.au::a84cd754-6b82-466c-b579-ca8c667d09ba" providerId="AD" clId="Web-{063B7E8C-4529-E634-B67B-76DBDB0E7A7C}" dt="2025-06-02T03:38:45.802" v="13" actId="1076"/>
          <ac:picMkLst>
            <pc:docMk/>
            <pc:sldMk cId="1953368307" sldId="381"/>
            <ac:picMk id="5" creationId="{019B2601-4F5C-810E-7F23-CD610124FE52}"/>
          </ac:picMkLst>
        </pc:picChg>
      </pc:sldChg>
      <pc:sldChg chg="addSp delSp modSp add ord replId">
        <pc:chgData name="Basem Suleiman" userId="S::z3230813@ad.unsw.edu.au::a84cd754-6b82-466c-b579-ca8c667d09ba" providerId="AD" clId="Web-{063B7E8C-4529-E634-B67B-76DBDB0E7A7C}" dt="2025-06-02T03:57:30.901" v="55" actId="14100"/>
        <pc:sldMkLst>
          <pc:docMk/>
          <pc:sldMk cId="3036121455" sldId="382"/>
        </pc:sldMkLst>
        <pc:picChg chg="del">
          <ac:chgData name="Basem Suleiman" userId="S::z3230813@ad.unsw.edu.au::a84cd754-6b82-466c-b579-ca8c667d09ba" providerId="AD" clId="Web-{063B7E8C-4529-E634-B67B-76DBDB0E7A7C}" dt="2025-06-02T03:52:09.734" v="30"/>
          <ac:picMkLst>
            <pc:docMk/>
            <pc:sldMk cId="3036121455" sldId="382"/>
            <ac:picMk id="3" creationId="{AD467FAC-6F8E-5FDC-64D2-34E56BBF5D5C}"/>
          </ac:picMkLst>
        </pc:picChg>
        <pc:picChg chg="add del mod">
          <ac:chgData name="Basem Suleiman" userId="S::z3230813@ad.unsw.edu.au::a84cd754-6b82-466c-b579-ca8c667d09ba" providerId="AD" clId="Web-{063B7E8C-4529-E634-B67B-76DBDB0E7A7C}" dt="2025-06-02T03:56:50.415" v="51"/>
          <ac:picMkLst>
            <pc:docMk/>
            <pc:sldMk cId="3036121455" sldId="382"/>
            <ac:picMk id="5" creationId="{70A4E95D-F294-5C51-E06E-D9885AD1CE10}"/>
          </ac:picMkLst>
        </pc:picChg>
        <pc:picChg chg="add mod">
          <ac:chgData name="Basem Suleiman" userId="S::z3230813@ad.unsw.edu.au::a84cd754-6b82-466c-b579-ca8c667d09ba" providerId="AD" clId="Web-{063B7E8C-4529-E634-B67B-76DBDB0E7A7C}" dt="2025-06-02T03:57:30.901" v="55" actId="14100"/>
          <ac:picMkLst>
            <pc:docMk/>
            <pc:sldMk cId="3036121455" sldId="382"/>
            <ac:picMk id="6" creationId="{D810D4E3-C002-F7B2-AC92-DDF021AD0C86}"/>
          </ac:picMkLst>
        </pc:picChg>
      </pc:sldChg>
      <pc:sldChg chg="addSp delSp modSp add replId">
        <pc:chgData name="Basem Suleiman" userId="S::z3230813@ad.unsw.edu.au::a84cd754-6b82-466c-b579-ca8c667d09ba" providerId="AD" clId="Web-{063B7E8C-4529-E634-B67B-76DBDB0E7A7C}" dt="2025-06-02T04:43:03.314" v="60" actId="1076"/>
        <pc:sldMkLst>
          <pc:docMk/>
          <pc:sldMk cId="2030699043" sldId="383"/>
        </pc:sldMkLst>
        <pc:spChg chg="mod">
          <ac:chgData name="Basem Suleiman" userId="S::z3230813@ad.unsw.edu.au::a84cd754-6b82-466c-b579-ca8c667d09ba" providerId="AD" clId="Web-{063B7E8C-4529-E634-B67B-76DBDB0E7A7C}" dt="2025-06-02T04:43:03.314" v="60" actId="1076"/>
          <ac:spMkLst>
            <pc:docMk/>
            <pc:sldMk cId="2030699043" sldId="383"/>
            <ac:spMk id="2" creationId="{D3C1123D-C451-C7A5-3A79-F7B7DCBA4406}"/>
          </ac:spMkLst>
        </pc:spChg>
        <pc:picChg chg="add mod">
          <ac:chgData name="Basem Suleiman" userId="S::z3230813@ad.unsw.edu.au::a84cd754-6b82-466c-b579-ca8c667d09ba" providerId="AD" clId="Web-{063B7E8C-4529-E634-B67B-76DBDB0E7A7C}" dt="2025-06-02T03:56:21.836" v="49"/>
          <ac:picMkLst>
            <pc:docMk/>
            <pc:sldMk cId="2030699043" sldId="383"/>
            <ac:picMk id="3" creationId="{773542E5-D135-B1FA-2818-BF6BA62E8698}"/>
          </ac:picMkLst>
        </pc:picChg>
        <pc:picChg chg="del">
          <ac:chgData name="Basem Suleiman" userId="S::z3230813@ad.unsw.edu.au::a84cd754-6b82-466c-b579-ca8c667d09ba" providerId="AD" clId="Web-{063B7E8C-4529-E634-B67B-76DBDB0E7A7C}" dt="2025-06-02T03:56:20.227" v="48"/>
          <ac:picMkLst>
            <pc:docMk/>
            <pc:sldMk cId="2030699043" sldId="383"/>
            <ac:picMk id="5" creationId="{650F80DF-2F4A-1A49-ED4B-DF4A71BCCB9F}"/>
          </ac:picMkLst>
        </pc:picChg>
      </pc:sldChg>
    </pc:docChg>
  </pc:docChgLst>
  <pc:docChgLst>
    <pc:chgData name="Basem Suleiman" userId="S::z3230813@ad.unsw.edu.au::a84cd754-6b82-466c-b579-ca8c667d09ba" providerId="AD" clId="Web-{3CA7FEC2-F799-4045-7EDF-8CAD8092A5D8}"/>
    <pc:docChg chg="addSld delSld modSld sldOrd">
      <pc:chgData name="Basem Suleiman" userId="S::z3230813@ad.unsw.edu.au::a84cd754-6b82-466c-b579-ca8c667d09ba" providerId="AD" clId="Web-{3CA7FEC2-F799-4045-7EDF-8CAD8092A5D8}" dt="2025-02-17T05:07:39.506" v="2157" actId="1076"/>
      <pc:docMkLst>
        <pc:docMk/>
      </pc:docMkLst>
      <pc:sldChg chg="addSp delSp modSp mod modClrScheme chgLayout">
        <pc:chgData name="Basem Suleiman" userId="S::z3230813@ad.unsw.edu.au::a84cd754-6b82-466c-b579-ca8c667d09ba" providerId="AD" clId="Web-{3CA7FEC2-F799-4045-7EDF-8CAD8092A5D8}" dt="2025-02-17T02:31:05.655" v="1004" actId="1076"/>
        <pc:sldMkLst>
          <pc:docMk/>
          <pc:sldMk cId="0" sldId="256"/>
        </pc:sldMkLst>
        <pc:spChg chg="mod ord">
          <ac:chgData name="Basem Suleiman" userId="S::z3230813@ad.unsw.edu.au::a84cd754-6b82-466c-b579-ca8c667d09ba" providerId="AD" clId="Web-{3CA7FEC2-F799-4045-7EDF-8CAD8092A5D8}" dt="2025-02-17T02:30:34.248" v="994"/>
          <ac:spMkLst>
            <pc:docMk/>
            <pc:sldMk cId="0" sldId="256"/>
            <ac:spMk id="6" creationId="{00000000-0000-0000-0000-000000000000}"/>
          </ac:spMkLst>
        </pc:spChg>
        <pc:spChg chg="add del mod">
          <ac:chgData name="Basem Suleiman" userId="S::z3230813@ad.unsw.edu.au::a84cd754-6b82-466c-b579-ca8c667d09ba" providerId="AD" clId="Web-{3CA7FEC2-F799-4045-7EDF-8CAD8092A5D8}" dt="2025-02-17T02:30:44.029" v="997" actId="20577"/>
          <ac:spMkLst>
            <pc:docMk/>
            <pc:sldMk cId="0" sldId="256"/>
            <ac:spMk id="7" creationId="{00000000-0000-0000-0000-000000000000}"/>
          </ac:spMkLst>
        </pc:spChg>
        <pc:spChg chg="mod">
          <ac:chgData name="Basem Suleiman" userId="S::z3230813@ad.unsw.edu.au::a84cd754-6b82-466c-b579-ca8c667d09ba" providerId="AD" clId="Web-{3CA7FEC2-F799-4045-7EDF-8CAD8092A5D8}" dt="2025-02-17T02:31:05.655" v="1004" actId="1076"/>
          <ac:spMkLst>
            <pc:docMk/>
            <pc:sldMk cId="0" sldId="256"/>
            <ac:spMk id="8" creationId="{5F70F5A0-7C3D-4E37-B3B2-2FEC46552D8E}"/>
          </ac:spMkLst>
        </pc:spChg>
        <pc:spChg chg="add del mod ord">
          <ac:chgData name="Basem Suleiman" userId="S::z3230813@ad.unsw.edu.au::a84cd754-6b82-466c-b579-ca8c667d09ba" providerId="AD" clId="Web-{3CA7FEC2-F799-4045-7EDF-8CAD8092A5D8}" dt="2025-02-17T02:30:34.248" v="994"/>
          <ac:spMkLst>
            <pc:docMk/>
            <pc:sldMk cId="0" sldId="256"/>
            <ac:spMk id="9" creationId="{817357FD-7F09-6202-0894-609DC2374193}"/>
          </ac:spMkLst>
        </pc:spChg>
        <pc:spChg chg="add del mod ord">
          <ac:chgData name="Basem Suleiman" userId="S::z3230813@ad.unsw.edu.au::a84cd754-6b82-466c-b579-ca8c667d09ba" providerId="AD" clId="Web-{3CA7FEC2-F799-4045-7EDF-8CAD8092A5D8}" dt="2025-02-17T02:30:34.248" v="994"/>
          <ac:spMkLst>
            <pc:docMk/>
            <pc:sldMk cId="0" sldId="256"/>
            <ac:spMk id="10" creationId="{1714D931-A5EB-B9E7-3891-23D8989B2E83}"/>
          </ac:spMkLst>
        </pc:spChg>
      </pc:sldChg>
      <pc:sldChg chg="modSp">
        <pc:chgData name="Basem Suleiman" userId="S::z3230813@ad.unsw.edu.au::a84cd754-6b82-466c-b579-ca8c667d09ba" providerId="AD" clId="Web-{3CA7FEC2-F799-4045-7EDF-8CAD8092A5D8}" dt="2025-02-17T05:03:16.281" v="2114" actId="20577"/>
        <pc:sldMkLst>
          <pc:docMk/>
          <pc:sldMk cId="0" sldId="257"/>
        </pc:sldMkLst>
        <pc:spChg chg="mod">
          <ac:chgData name="Basem Suleiman" userId="S::z3230813@ad.unsw.edu.au::a84cd754-6b82-466c-b579-ca8c667d09ba" providerId="AD" clId="Web-{3CA7FEC2-F799-4045-7EDF-8CAD8092A5D8}" dt="2025-02-17T05:03:16.281" v="2114" actId="20577"/>
          <ac:spMkLst>
            <pc:docMk/>
            <pc:sldMk cId="0" sldId="257"/>
            <ac:spMk id="6" creationId="{00000000-0000-0000-0000-000000000000}"/>
          </ac:spMkLst>
        </pc:spChg>
      </pc:sldChg>
      <pc:sldChg chg="modSp">
        <pc:chgData name="Basem Suleiman" userId="S::z3230813@ad.unsw.edu.au::a84cd754-6b82-466c-b579-ca8c667d09ba" providerId="AD" clId="Web-{3CA7FEC2-F799-4045-7EDF-8CAD8092A5D8}" dt="2025-02-17T02:32:09.640" v="1007" actId="20577"/>
        <pc:sldMkLst>
          <pc:docMk/>
          <pc:sldMk cId="0" sldId="259"/>
        </pc:sldMkLst>
        <pc:spChg chg="mod">
          <ac:chgData name="Basem Suleiman" userId="S::z3230813@ad.unsw.edu.au::a84cd754-6b82-466c-b579-ca8c667d09ba" providerId="AD" clId="Web-{3CA7FEC2-F799-4045-7EDF-8CAD8092A5D8}" dt="2025-02-17T02:32:09.640" v="1007" actId="20577"/>
          <ac:spMkLst>
            <pc:docMk/>
            <pc:sldMk cId="0" sldId="259"/>
            <ac:spMk id="3" creationId="{00000000-0000-0000-0000-000000000000}"/>
          </ac:spMkLst>
        </pc:spChg>
      </pc:sldChg>
      <pc:sldChg chg="modSp">
        <pc:chgData name="Basem Suleiman" userId="S::z3230813@ad.unsw.edu.au::a84cd754-6b82-466c-b579-ca8c667d09ba" providerId="AD" clId="Web-{3CA7FEC2-F799-4045-7EDF-8CAD8092A5D8}" dt="2025-02-17T00:55:27.328" v="267" actId="1076"/>
        <pc:sldMkLst>
          <pc:docMk/>
          <pc:sldMk cId="0" sldId="261"/>
        </pc:sldMkLst>
        <pc:spChg chg="mod">
          <ac:chgData name="Basem Suleiman" userId="S::z3230813@ad.unsw.edu.au::a84cd754-6b82-466c-b579-ca8c667d09ba" providerId="AD" clId="Web-{3CA7FEC2-F799-4045-7EDF-8CAD8092A5D8}" dt="2025-02-17T00:55:27.328" v="267" actId="1076"/>
          <ac:spMkLst>
            <pc:docMk/>
            <pc:sldMk cId="0" sldId="261"/>
            <ac:spMk id="2" creationId="{00000000-0000-0000-0000-000000000000}"/>
          </ac:spMkLst>
        </pc:spChg>
        <pc:spChg chg="mod">
          <ac:chgData name="Basem Suleiman" userId="S::z3230813@ad.unsw.edu.au::a84cd754-6b82-466c-b579-ca8c667d09ba" providerId="AD" clId="Web-{3CA7FEC2-F799-4045-7EDF-8CAD8092A5D8}" dt="2025-02-17T00:55:24.015" v="266" actId="1076"/>
          <ac:spMkLst>
            <pc:docMk/>
            <pc:sldMk cId="0" sldId="261"/>
            <ac:spMk id="3" creationId="{00000000-0000-0000-0000-000000000000}"/>
          </ac:spMkLst>
        </pc:spChg>
      </pc:sldChg>
      <pc:sldChg chg="modSp">
        <pc:chgData name="Basem Suleiman" userId="S::z3230813@ad.unsw.edu.au::a84cd754-6b82-466c-b579-ca8c667d09ba" providerId="AD" clId="Web-{3CA7FEC2-F799-4045-7EDF-8CAD8092A5D8}" dt="2025-02-17T00:55:01.797" v="262" actId="20577"/>
        <pc:sldMkLst>
          <pc:docMk/>
          <pc:sldMk cId="0" sldId="262"/>
        </pc:sldMkLst>
        <pc:spChg chg="mod">
          <ac:chgData name="Basem Suleiman" userId="S::z3230813@ad.unsw.edu.au::a84cd754-6b82-466c-b579-ca8c667d09ba" providerId="AD" clId="Web-{3CA7FEC2-F799-4045-7EDF-8CAD8092A5D8}" dt="2025-02-17T00:51:04.421" v="238" actId="1076"/>
          <ac:spMkLst>
            <pc:docMk/>
            <pc:sldMk cId="0" sldId="262"/>
            <ac:spMk id="2" creationId="{00000000-0000-0000-0000-000000000000}"/>
          </ac:spMkLst>
        </pc:spChg>
        <pc:spChg chg="mod">
          <ac:chgData name="Basem Suleiman" userId="S::z3230813@ad.unsw.edu.au::a84cd754-6b82-466c-b579-ca8c667d09ba" providerId="AD" clId="Web-{3CA7FEC2-F799-4045-7EDF-8CAD8092A5D8}" dt="2025-02-17T00:55:01.797" v="262" actId="20577"/>
          <ac:spMkLst>
            <pc:docMk/>
            <pc:sldMk cId="0" sldId="262"/>
            <ac:spMk id="3" creationId="{00000000-0000-0000-0000-000000000000}"/>
          </ac:spMkLst>
        </pc:spChg>
      </pc:sldChg>
      <pc:sldChg chg="modSp">
        <pc:chgData name="Basem Suleiman" userId="S::z3230813@ad.unsw.edu.au::a84cd754-6b82-466c-b579-ca8c667d09ba" providerId="AD" clId="Web-{3CA7FEC2-F799-4045-7EDF-8CAD8092A5D8}" dt="2025-02-17T00:56:19.765" v="280"/>
        <pc:sldMkLst>
          <pc:docMk/>
          <pc:sldMk cId="0" sldId="263"/>
        </pc:sldMkLst>
        <pc:spChg chg="mod">
          <ac:chgData name="Basem Suleiman" userId="S::z3230813@ad.unsw.edu.au::a84cd754-6b82-466c-b579-ca8c667d09ba" providerId="AD" clId="Web-{3CA7FEC2-F799-4045-7EDF-8CAD8092A5D8}" dt="2025-02-17T00:51:12.468" v="239" actId="1076"/>
          <ac:spMkLst>
            <pc:docMk/>
            <pc:sldMk cId="0" sldId="263"/>
            <ac:spMk id="2" creationId="{00000000-0000-0000-0000-000000000000}"/>
          </ac:spMkLst>
        </pc:spChg>
        <pc:spChg chg="mod">
          <ac:chgData name="Basem Suleiman" userId="S::z3230813@ad.unsw.edu.au::a84cd754-6b82-466c-b579-ca8c667d09ba" providerId="AD" clId="Web-{3CA7FEC2-F799-4045-7EDF-8CAD8092A5D8}" dt="2025-02-17T00:56:19.765" v="280"/>
          <ac:spMkLst>
            <pc:docMk/>
            <pc:sldMk cId="0" sldId="263"/>
            <ac:spMk id="3" creationId="{00000000-0000-0000-0000-000000000000}"/>
          </ac:spMkLst>
        </pc:spChg>
      </pc:sldChg>
      <pc:sldChg chg="modSp">
        <pc:chgData name="Basem Suleiman" userId="S::z3230813@ad.unsw.edu.au::a84cd754-6b82-466c-b579-ca8c667d09ba" providerId="AD" clId="Web-{3CA7FEC2-F799-4045-7EDF-8CAD8092A5D8}" dt="2025-02-17T00:52:04.984" v="246" actId="20577"/>
        <pc:sldMkLst>
          <pc:docMk/>
          <pc:sldMk cId="0" sldId="264"/>
        </pc:sldMkLst>
        <pc:spChg chg="mod">
          <ac:chgData name="Basem Suleiman" userId="S::z3230813@ad.unsw.edu.au::a84cd754-6b82-466c-b579-ca8c667d09ba" providerId="AD" clId="Web-{3CA7FEC2-F799-4045-7EDF-8CAD8092A5D8}" dt="2025-02-17T00:51:19.218" v="240" actId="1076"/>
          <ac:spMkLst>
            <pc:docMk/>
            <pc:sldMk cId="0" sldId="264"/>
            <ac:spMk id="2" creationId="{00000000-0000-0000-0000-000000000000}"/>
          </ac:spMkLst>
        </pc:spChg>
        <pc:spChg chg="mod">
          <ac:chgData name="Basem Suleiman" userId="S::z3230813@ad.unsw.edu.au::a84cd754-6b82-466c-b579-ca8c667d09ba" providerId="AD" clId="Web-{3CA7FEC2-F799-4045-7EDF-8CAD8092A5D8}" dt="2025-02-17T00:52:04.984" v="246" actId="20577"/>
          <ac:spMkLst>
            <pc:docMk/>
            <pc:sldMk cId="0" sldId="264"/>
            <ac:spMk id="3" creationId="{00000000-0000-0000-0000-000000000000}"/>
          </ac:spMkLst>
        </pc:spChg>
      </pc:sldChg>
      <pc:sldChg chg="modSp">
        <pc:chgData name="Basem Suleiman" userId="S::z3230813@ad.unsw.edu.au::a84cd754-6b82-466c-b579-ca8c667d09ba" providerId="AD" clId="Web-{3CA7FEC2-F799-4045-7EDF-8CAD8092A5D8}" dt="2025-02-17T00:52:29.312" v="247" actId="1076"/>
        <pc:sldMkLst>
          <pc:docMk/>
          <pc:sldMk cId="0" sldId="266"/>
        </pc:sldMkLst>
        <pc:spChg chg="mod">
          <ac:chgData name="Basem Suleiman" userId="S::z3230813@ad.unsw.edu.au::a84cd754-6b82-466c-b579-ca8c667d09ba" providerId="AD" clId="Web-{3CA7FEC2-F799-4045-7EDF-8CAD8092A5D8}" dt="2025-02-17T00:52:29.312" v="247" actId="1076"/>
          <ac:spMkLst>
            <pc:docMk/>
            <pc:sldMk cId="0" sldId="266"/>
            <ac:spMk id="2" creationId="{00000000-0000-0000-0000-000000000000}"/>
          </ac:spMkLst>
        </pc:spChg>
      </pc:sldChg>
      <pc:sldChg chg="modSp">
        <pc:chgData name="Basem Suleiman" userId="S::z3230813@ad.unsw.edu.au::a84cd754-6b82-466c-b579-ca8c667d09ba" providerId="AD" clId="Web-{3CA7FEC2-F799-4045-7EDF-8CAD8092A5D8}" dt="2025-02-17T00:56:58.765" v="285" actId="1076"/>
        <pc:sldMkLst>
          <pc:docMk/>
          <pc:sldMk cId="0" sldId="267"/>
        </pc:sldMkLst>
        <pc:spChg chg="mod">
          <ac:chgData name="Basem Suleiman" userId="S::z3230813@ad.unsw.edu.au::a84cd754-6b82-466c-b579-ca8c667d09ba" providerId="AD" clId="Web-{3CA7FEC2-F799-4045-7EDF-8CAD8092A5D8}" dt="2025-02-17T00:52:36.281" v="248" actId="1076"/>
          <ac:spMkLst>
            <pc:docMk/>
            <pc:sldMk cId="0" sldId="267"/>
            <ac:spMk id="2" creationId="{00000000-0000-0000-0000-000000000000}"/>
          </ac:spMkLst>
        </pc:spChg>
        <pc:spChg chg="mod">
          <ac:chgData name="Basem Suleiman" userId="S::z3230813@ad.unsw.edu.au::a84cd754-6b82-466c-b579-ca8c667d09ba" providerId="AD" clId="Web-{3CA7FEC2-F799-4045-7EDF-8CAD8092A5D8}" dt="2025-02-17T00:56:58.765" v="285" actId="1076"/>
          <ac:spMkLst>
            <pc:docMk/>
            <pc:sldMk cId="0" sldId="267"/>
            <ac:spMk id="3" creationId="{00000000-0000-0000-0000-000000000000}"/>
          </ac:spMkLst>
        </pc:spChg>
      </pc:sldChg>
      <pc:sldChg chg="modSp">
        <pc:chgData name="Basem Suleiman" userId="S::z3230813@ad.unsw.edu.au::a84cd754-6b82-466c-b579-ca8c667d09ba" providerId="AD" clId="Web-{3CA7FEC2-F799-4045-7EDF-8CAD8092A5D8}" dt="2025-02-17T00:53:22.765" v="256" actId="20577"/>
        <pc:sldMkLst>
          <pc:docMk/>
          <pc:sldMk cId="0" sldId="268"/>
        </pc:sldMkLst>
        <pc:spChg chg="mod">
          <ac:chgData name="Basem Suleiman" userId="S::z3230813@ad.unsw.edu.au::a84cd754-6b82-466c-b579-ca8c667d09ba" providerId="AD" clId="Web-{3CA7FEC2-F799-4045-7EDF-8CAD8092A5D8}" dt="2025-02-17T00:53:22.765" v="256" actId="20577"/>
          <ac:spMkLst>
            <pc:docMk/>
            <pc:sldMk cId="0" sldId="268"/>
            <ac:spMk id="2" creationId="{00000000-0000-0000-0000-000000000000}"/>
          </ac:spMkLst>
        </pc:spChg>
      </pc:sldChg>
      <pc:sldChg chg="modSp">
        <pc:chgData name="Basem Suleiman" userId="S::z3230813@ad.unsw.edu.au::a84cd754-6b82-466c-b579-ca8c667d09ba" providerId="AD" clId="Web-{3CA7FEC2-F799-4045-7EDF-8CAD8092A5D8}" dt="2025-02-17T01:06:49.266" v="393" actId="20577"/>
        <pc:sldMkLst>
          <pc:docMk/>
          <pc:sldMk cId="0" sldId="270"/>
        </pc:sldMkLst>
        <pc:spChg chg="mod">
          <ac:chgData name="Basem Suleiman" userId="S::z3230813@ad.unsw.edu.au::a84cd754-6b82-466c-b579-ca8c667d09ba" providerId="AD" clId="Web-{3CA7FEC2-F799-4045-7EDF-8CAD8092A5D8}" dt="2025-02-17T01:05:30.969" v="368" actId="1076"/>
          <ac:spMkLst>
            <pc:docMk/>
            <pc:sldMk cId="0" sldId="270"/>
            <ac:spMk id="2" creationId="{00000000-0000-0000-0000-000000000000}"/>
          </ac:spMkLst>
        </pc:spChg>
        <pc:spChg chg="mod">
          <ac:chgData name="Basem Suleiman" userId="S::z3230813@ad.unsw.edu.au::a84cd754-6b82-466c-b579-ca8c667d09ba" providerId="AD" clId="Web-{3CA7FEC2-F799-4045-7EDF-8CAD8092A5D8}" dt="2025-02-17T01:06:49.266" v="393" actId="20577"/>
          <ac:spMkLst>
            <pc:docMk/>
            <pc:sldMk cId="0" sldId="270"/>
            <ac:spMk id="3" creationId="{00000000-0000-0000-0000-000000000000}"/>
          </ac:spMkLst>
        </pc:spChg>
      </pc:sldChg>
      <pc:sldChg chg="modSp">
        <pc:chgData name="Basem Suleiman" userId="S::z3230813@ad.unsw.edu.au::a84cd754-6b82-466c-b579-ca8c667d09ba" providerId="AD" clId="Web-{3CA7FEC2-F799-4045-7EDF-8CAD8092A5D8}" dt="2025-02-17T01:07:25.125" v="395" actId="20577"/>
        <pc:sldMkLst>
          <pc:docMk/>
          <pc:sldMk cId="0" sldId="271"/>
        </pc:sldMkLst>
        <pc:spChg chg="mod">
          <ac:chgData name="Basem Suleiman" userId="S::z3230813@ad.unsw.edu.au::a84cd754-6b82-466c-b579-ca8c667d09ba" providerId="AD" clId="Web-{3CA7FEC2-F799-4045-7EDF-8CAD8092A5D8}" dt="2025-02-17T01:06:53.969" v="394" actId="1076"/>
          <ac:spMkLst>
            <pc:docMk/>
            <pc:sldMk cId="0" sldId="271"/>
            <ac:spMk id="2" creationId="{00000000-0000-0000-0000-000000000000}"/>
          </ac:spMkLst>
        </pc:spChg>
        <pc:spChg chg="mod">
          <ac:chgData name="Basem Suleiman" userId="S::z3230813@ad.unsw.edu.au::a84cd754-6b82-466c-b579-ca8c667d09ba" providerId="AD" clId="Web-{3CA7FEC2-F799-4045-7EDF-8CAD8092A5D8}" dt="2025-02-17T01:07:25.125" v="395" actId="20577"/>
          <ac:spMkLst>
            <pc:docMk/>
            <pc:sldMk cId="0" sldId="271"/>
            <ac:spMk id="3" creationId="{00000000-0000-0000-0000-000000000000}"/>
          </ac:spMkLst>
        </pc:spChg>
      </pc:sldChg>
      <pc:sldChg chg="modSp">
        <pc:chgData name="Basem Suleiman" userId="S::z3230813@ad.unsw.edu.au::a84cd754-6b82-466c-b579-ca8c667d09ba" providerId="AD" clId="Web-{3CA7FEC2-F799-4045-7EDF-8CAD8092A5D8}" dt="2025-02-17T01:09:33.673" v="415"/>
        <pc:sldMkLst>
          <pc:docMk/>
          <pc:sldMk cId="0" sldId="272"/>
        </pc:sldMkLst>
        <pc:spChg chg="mod">
          <ac:chgData name="Basem Suleiman" userId="S::z3230813@ad.unsw.edu.au::a84cd754-6b82-466c-b579-ca8c667d09ba" providerId="AD" clId="Web-{3CA7FEC2-F799-4045-7EDF-8CAD8092A5D8}" dt="2025-02-17T01:08:12.829" v="399" actId="20577"/>
          <ac:spMkLst>
            <pc:docMk/>
            <pc:sldMk cId="0" sldId="272"/>
            <ac:spMk id="2" creationId="{00000000-0000-0000-0000-000000000000}"/>
          </ac:spMkLst>
        </pc:spChg>
        <pc:spChg chg="mod">
          <ac:chgData name="Basem Suleiman" userId="S::z3230813@ad.unsw.edu.au::a84cd754-6b82-466c-b579-ca8c667d09ba" providerId="AD" clId="Web-{3CA7FEC2-F799-4045-7EDF-8CAD8092A5D8}" dt="2025-02-17T01:09:33.673" v="415"/>
          <ac:spMkLst>
            <pc:docMk/>
            <pc:sldMk cId="0" sldId="272"/>
            <ac:spMk id="3" creationId="{00000000-0000-0000-0000-000000000000}"/>
          </ac:spMkLst>
        </pc:spChg>
      </pc:sldChg>
      <pc:sldChg chg="add del">
        <pc:chgData name="Basem Suleiman" userId="S::z3230813@ad.unsw.edu.au::a84cd754-6b82-466c-b579-ca8c667d09ba" providerId="AD" clId="Web-{3CA7FEC2-F799-4045-7EDF-8CAD8092A5D8}" dt="2025-02-17T05:02:42.077" v="2095"/>
        <pc:sldMkLst>
          <pc:docMk/>
          <pc:sldMk cId="0" sldId="273"/>
        </pc:sldMkLst>
      </pc:sldChg>
      <pc:sldChg chg="add del">
        <pc:chgData name="Basem Suleiman" userId="S::z3230813@ad.unsw.edu.au::a84cd754-6b82-466c-b579-ca8c667d09ba" providerId="AD" clId="Web-{3CA7FEC2-F799-4045-7EDF-8CAD8092A5D8}" dt="2025-02-17T05:02:42.077" v="2096"/>
        <pc:sldMkLst>
          <pc:docMk/>
          <pc:sldMk cId="0" sldId="274"/>
        </pc:sldMkLst>
      </pc:sldChg>
      <pc:sldChg chg="addSp delSp modSp add del">
        <pc:chgData name="Basem Suleiman" userId="S::z3230813@ad.unsw.edu.au::a84cd754-6b82-466c-b579-ca8c667d09ba" providerId="AD" clId="Web-{3CA7FEC2-F799-4045-7EDF-8CAD8092A5D8}" dt="2025-02-17T05:02:42.093" v="2097"/>
        <pc:sldMkLst>
          <pc:docMk/>
          <pc:sldMk cId="0" sldId="275"/>
        </pc:sldMkLst>
        <pc:picChg chg="add mod">
          <ac:chgData name="Basem Suleiman" userId="S::z3230813@ad.unsw.edu.au::a84cd754-6b82-466c-b579-ca8c667d09ba" providerId="AD" clId="Web-{3CA7FEC2-F799-4045-7EDF-8CAD8092A5D8}" dt="2025-02-17T01:12:41.814" v="419" actId="1076"/>
          <ac:picMkLst>
            <pc:docMk/>
            <pc:sldMk cId="0" sldId="275"/>
            <ac:picMk id="2" creationId="{4D6612D5-CEF8-CBFC-80F5-64625F6B783E}"/>
          </ac:picMkLst>
        </pc:picChg>
        <pc:picChg chg="del">
          <ac:chgData name="Basem Suleiman" userId="S::z3230813@ad.unsw.edu.au::a84cd754-6b82-466c-b579-ca8c667d09ba" providerId="AD" clId="Web-{3CA7FEC2-F799-4045-7EDF-8CAD8092A5D8}" dt="2025-02-17T01:09:48.329" v="416"/>
          <ac:picMkLst>
            <pc:docMk/>
            <pc:sldMk cId="0" sldId="275"/>
            <ac:picMk id="5" creationId="{5F9CE14E-9E90-58EE-A170-40417B0DC143}"/>
          </ac:picMkLst>
        </pc:picChg>
      </pc:sldChg>
      <pc:sldChg chg="modSp">
        <pc:chgData name="Basem Suleiman" userId="S::z3230813@ad.unsw.edu.au::a84cd754-6b82-466c-b579-ca8c667d09ba" providerId="AD" clId="Web-{3CA7FEC2-F799-4045-7EDF-8CAD8092A5D8}" dt="2025-02-17T01:29:28.612" v="696" actId="1076"/>
        <pc:sldMkLst>
          <pc:docMk/>
          <pc:sldMk cId="0" sldId="278"/>
        </pc:sldMkLst>
        <pc:spChg chg="mod">
          <ac:chgData name="Basem Suleiman" userId="S::z3230813@ad.unsw.edu.au::a84cd754-6b82-466c-b579-ca8c667d09ba" providerId="AD" clId="Web-{3CA7FEC2-F799-4045-7EDF-8CAD8092A5D8}" dt="2025-02-17T01:29:28.612" v="696" actId="1076"/>
          <ac:spMkLst>
            <pc:docMk/>
            <pc:sldMk cId="0" sldId="278"/>
            <ac:spMk id="2" creationId="{00000000-0000-0000-0000-000000000000}"/>
          </ac:spMkLst>
        </pc:spChg>
      </pc:sldChg>
      <pc:sldChg chg="modSp">
        <pc:chgData name="Basem Suleiman" userId="S::z3230813@ad.unsw.edu.au::a84cd754-6b82-466c-b579-ca8c667d09ba" providerId="AD" clId="Web-{3CA7FEC2-F799-4045-7EDF-8CAD8092A5D8}" dt="2025-02-17T01:30:09.377" v="705" actId="1076"/>
        <pc:sldMkLst>
          <pc:docMk/>
          <pc:sldMk cId="0" sldId="279"/>
        </pc:sldMkLst>
        <pc:spChg chg="mod">
          <ac:chgData name="Basem Suleiman" userId="S::z3230813@ad.unsw.edu.au::a84cd754-6b82-466c-b579-ca8c667d09ba" providerId="AD" clId="Web-{3CA7FEC2-F799-4045-7EDF-8CAD8092A5D8}" dt="2025-02-17T01:30:09.377" v="705" actId="1076"/>
          <ac:spMkLst>
            <pc:docMk/>
            <pc:sldMk cId="0" sldId="279"/>
            <ac:spMk id="2" creationId="{00000000-0000-0000-0000-000000000000}"/>
          </ac:spMkLst>
        </pc:spChg>
      </pc:sldChg>
      <pc:sldChg chg="modSp">
        <pc:chgData name="Basem Suleiman" userId="S::z3230813@ad.unsw.edu.au::a84cd754-6b82-466c-b579-ca8c667d09ba" providerId="AD" clId="Web-{3CA7FEC2-F799-4045-7EDF-8CAD8092A5D8}" dt="2025-02-17T01:31:52.346" v="720" actId="20577"/>
        <pc:sldMkLst>
          <pc:docMk/>
          <pc:sldMk cId="0" sldId="280"/>
        </pc:sldMkLst>
        <pc:spChg chg="mod">
          <ac:chgData name="Basem Suleiman" userId="S::z3230813@ad.unsw.edu.au::a84cd754-6b82-466c-b579-ca8c667d09ba" providerId="AD" clId="Web-{3CA7FEC2-F799-4045-7EDF-8CAD8092A5D8}" dt="2025-02-17T01:31:52.346" v="720" actId="20577"/>
          <ac:spMkLst>
            <pc:docMk/>
            <pc:sldMk cId="0" sldId="280"/>
            <ac:spMk id="2" creationId="{00000000-0000-0000-0000-000000000000}"/>
          </ac:spMkLst>
        </pc:spChg>
      </pc:sldChg>
      <pc:sldChg chg="modSp">
        <pc:chgData name="Basem Suleiman" userId="S::z3230813@ad.unsw.edu.au::a84cd754-6b82-466c-b579-ca8c667d09ba" providerId="AD" clId="Web-{3CA7FEC2-F799-4045-7EDF-8CAD8092A5D8}" dt="2025-02-17T05:01:32.513" v="2083" actId="20577"/>
        <pc:sldMkLst>
          <pc:docMk/>
          <pc:sldMk cId="0" sldId="284"/>
        </pc:sldMkLst>
        <pc:spChg chg="mod">
          <ac:chgData name="Basem Suleiman" userId="S::z3230813@ad.unsw.edu.au::a84cd754-6b82-466c-b579-ca8c667d09ba" providerId="AD" clId="Web-{3CA7FEC2-F799-4045-7EDF-8CAD8092A5D8}" dt="2025-02-17T05:01:32.513" v="2083" actId="20577"/>
          <ac:spMkLst>
            <pc:docMk/>
            <pc:sldMk cId="0" sldId="284"/>
            <ac:spMk id="2" creationId="{00000000-0000-0000-0000-000000000000}"/>
          </ac:spMkLst>
        </pc:spChg>
      </pc:sldChg>
      <pc:sldChg chg="modSp">
        <pc:chgData name="Basem Suleiman" userId="S::z3230813@ad.unsw.edu.au::a84cd754-6b82-466c-b579-ca8c667d09ba" providerId="AD" clId="Web-{3CA7FEC2-F799-4045-7EDF-8CAD8092A5D8}" dt="2025-02-17T01:33:12.315" v="748" actId="1076"/>
        <pc:sldMkLst>
          <pc:docMk/>
          <pc:sldMk cId="0" sldId="286"/>
        </pc:sldMkLst>
        <pc:spChg chg="mod">
          <ac:chgData name="Basem Suleiman" userId="S::z3230813@ad.unsw.edu.au::a84cd754-6b82-466c-b579-ca8c667d09ba" providerId="AD" clId="Web-{3CA7FEC2-F799-4045-7EDF-8CAD8092A5D8}" dt="2025-02-17T01:33:12.315" v="748" actId="1076"/>
          <ac:spMkLst>
            <pc:docMk/>
            <pc:sldMk cId="0" sldId="286"/>
            <ac:spMk id="2" creationId="{00000000-0000-0000-0000-000000000000}"/>
          </ac:spMkLst>
        </pc:spChg>
        <pc:picChg chg="mod">
          <ac:chgData name="Basem Suleiman" userId="S::z3230813@ad.unsw.edu.au::a84cd754-6b82-466c-b579-ca8c667d09ba" providerId="AD" clId="Web-{3CA7FEC2-F799-4045-7EDF-8CAD8092A5D8}" dt="2025-02-17T01:33:08.940" v="747" actId="1076"/>
          <ac:picMkLst>
            <pc:docMk/>
            <pc:sldMk cId="0" sldId="286"/>
            <ac:picMk id="3" creationId="{00000000-0000-0000-0000-000000000000}"/>
          </ac:picMkLst>
        </pc:picChg>
      </pc:sldChg>
      <pc:sldChg chg="modSp">
        <pc:chgData name="Basem Suleiman" userId="S::z3230813@ad.unsw.edu.au::a84cd754-6b82-466c-b579-ca8c667d09ba" providerId="AD" clId="Web-{3CA7FEC2-F799-4045-7EDF-8CAD8092A5D8}" dt="2025-02-17T01:32:29.112" v="727" actId="1076"/>
        <pc:sldMkLst>
          <pc:docMk/>
          <pc:sldMk cId="0" sldId="287"/>
        </pc:sldMkLst>
        <pc:spChg chg="mod">
          <ac:chgData name="Basem Suleiman" userId="S::z3230813@ad.unsw.edu.au::a84cd754-6b82-466c-b579-ca8c667d09ba" providerId="AD" clId="Web-{3CA7FEC2-F799-4045-7EDF-8CAD8092A5D8}" dt="2025-02-17T01:32:29.112" v="727" actId="1076"/>
          <ac:spMkLst>
            <pc:docMk/>
            <pc:sldMk cId="0" sldId="287"/>
            <ac:spMk id="2" creationId="{00000000-0000-0000-0000-000000000000}"/>
          </ac:spMkLst>
        </pc:spChg>
        <pc:spChg chg="mod">
          <ac:chgData name="Basem Suleiman" userId="S::z3230813@ad.unsw.edu.au::a84cd754-6b82-466c-b579-ca8c667d09ba" providerId="AD" clId="Web-{3CA7FEC2-F799-4045-7EDF-8CAD8092A5D8}" dt="2025-02-17T01:32:19.987" v="724" actId="1076"/>
          <ac:spMkLst>
            <pc:docMk/>
            <pc:sldMk cId="0" sldId="287"/>
            <ac:spMk id="3" creationId="{00000000-0000-0000-0000-000000000000}"/>
          </ac:spMkLst>
        </pc:spChg>
        <pc:picChg chg="mod">
          <ac:chgData name="Basem Suleiman" userId="S::z3230813@ad.unsw.edu.au::a84cd754-6b82-466c-b579-ca8c667d09ba" providerId="AD" clId="Web-{3CA7FEC2-F799-4045-7EDF-8CAD8092A5D8}" dt="2025-02-17T01:32:16.471" v="723" actId="1076"/>
          <ac:picMkLst>
            <pc:docMk/>
            <pc:sldMk cId="0" sldId="287"/>
            <ac:picMk id="4" creationId="{00000000-0000-0000-0000-000000000000}"/>
          </ac:picMkLst>
        </pc:picChg>
      </pc:sldChg>
      <pc:sldChg chg="addSp modSp">
        <pc:chgData name="Basem Suleiman" userId="S::z3230813@ad.unsw.edu.au::a84cd754-6b82-466c-b579-ca8c667d09ba" providerId="AD" clId="Web-{3CA7FEC2-F799-4045-7EDF-8CAD8092A5D8}" dt="2025-02-17T03:04:55.714" v="1342" actId="20577"/>
        <pc:sldMkLst>
          <pc:docMk/>
          <pc:sldMk cId="0" sldId="312"/>
        </pc:sldMkLst>
        <pc:spChg chg="mod">
          <ac:chgData name="Basem Suleiman" userId="S::z3230813@ad.unsw.edu.au::a84cd754-6b82-466c-b579-ca8c667d09ba" providerId="AD" clId="Web-{3CA7FEC2-F799-4045-7EDF-8CAD8092A5D8}" dt="2025-02-17T03:03:06.289" v="1326" actId="1076"/>
          <ac:spMkLst>
            <pc:docMk/>
            <pc:sldMk cId="0" sldId="312"/>
            <ac:spMk id="2" creationId="{00000000-0000-0000-0000-000000000000}"/>
          </ac:spMkLst>
        </pc:spChg>
        <pc:spChg chg="mod">
          <ac:chgData name="Basem Suleiman" userId="S::z3230813@ad.unsw.edu.au::a84cd754-6b82-466c-b579-ca8c667d09ba" providerId="AD" clId="Web-{3CA7FEC2-F799-4045-7EDF-8CAD8092A5D8}" dt="2025-02-17T03:04:55.714" v="1342" actId="20577"/>
          <ac:spMkLst>
            <pc:docMk/>
            <pc:sldMk cId="0" sldId="312"/>
            <ac:spMk id="3" creationId="{00000000-0000-0000-0000-000000000000}"/>
          </ac:spMkLst>
        </pc:spChg>
        <pc:picChg chg="add mod">
          <ac:chgData name="Basem Suleiman" userId="S::z3230813@ad.unsw.edu.au::a84cd754-6b82-466c-b579-ca8c667d09ba" providerId="AD" clId="Web-{3CA7FEC2-F799-4045-7EDF-8CAD8092A5D8}" dt="2025-02-17T03:02:36.992" v="1318" actId="14100"/>
          <ac:picMkLst>
            <pc:docMk/>
            <pc:sldMk cId="0" sldId="312"/>
            <ac:picMk id="5" creationId="{60463925-1C91-80DE-1A2D-60EA6B8AE3F3}"/>
          </ac:picMkLst>
        </pc:picChg>
      </pc:sldChg>
      <pc:sldChg chg="modSp">
        <pc:chgData name="Basem Suleiman" userId="S::z3230813@ad.unsw.edu.au::a84cd754-6b82-466c-b579-ca8c667d09ba" providerId="AD" clId="Web-{3CA7FEC2-F799-4045-7EDF-8CAD8092A5D8}" dt="2025-02-17T03:04:09.166" v="1330" actId="1076"/>
        <pc:sldMkLst>
          <pc:docMk/>
          <pc:sldMk cId="0" sldId="313"/>
        </pc:sldMkLst>
        <pc:spChg chg="mod">
          <ac:chgData name="Basem Suleiman" userId="S::z3230813@ad.unsw.edu.au::a84cd754-6b82-466c-b579-ca8c667d09ba" providerId="AD" clId="Web-{3CA7FEC2-F799-4045-7EDF-8CAD8092A5D8}" dt="2025-02-17T03:04:09.166" v="1330" actId="1076"/>
          <ac:spMkLst>
            <pc:docMk/>
            <pc:sldMk cId="0" sldId="313"/>
            <ac:spMk id="2" creationId="{00000000-0000-0000-0000-000000000000}"/>
          </ac:spMkLst>
        </pc:spChg>
        <pc:spChg chg="mod">
          <ac:chgData name="Basem Suleiman" userId="S::z3230813@ad.unsw.edu.au::a84cd754-6b82-466c-b579-ca8c667d09ba" providerId="AD" clId="Web-{3CA7FEC2-F799-4045-7EDF-8CAD8092A5D8}" dt="2025-02-17T03:04:03.056" v="1329" actId="1076"/>
          <ac:spMkLst>
            <pc:docMk/>
            <pc:sldMk cId="0" sldId="313"/>
            <ac:spMk id="3" creationId="{00000000-0000-0000-0000-000000000000}"/>
          </ac:spMkLst>
        </pc:spChg>
      </pc:sldChg>
      <pc:sldChg chg="modSp">
        <pc:chgData name="Basem Suleiman" userId="S::z3230813@ad.unsw.edu.au::a84cd754-6b82-466c-b579-ca8c667d09ba" providerId="AD" clId="Web-{3CA7FEC2-F799-4045-7EDF-8CAD8092A5D8}" dt="2025-02-17T01:04:21.453" v="343" actId="20577"/>
        <pc:sldMkLst>
          <pc:docMk/>
          <pc:sldMk cId="751993983" sldId="317"/>
        </pc:sldMkLst>
        <pc:spChg chg="mod">
          <ac:chgData name="Basem Suleiman" userId="S::z3230813@ad.unsw.edu.au::a84cd754-6b82-466c-b579-ca8c667d09ba" providerId="AD" clId="Web-{3CA7FEC2-F799-4045-7EDF-8CAD8092A5D8}" dt="2025-02-17T00:59:13.406" v="326" actId="1076"/>
          <ac:spMkLst>
            <pc:docMk/>
            <pc:sldMk cId="751993983" sldId="317"/>
            <ac:spMk id="2" creationId="{00000000-0000-0000-0000-000000000000}"/>
          </ac:spMkLst>
        </pc:spChg>
        <pc:spChg chg="mod">
          <ac:chgData name="Basem Suleiman" userId="S::z3230813@ad.unsw.edu.au::a84cd754-6b82-466c-b579-ca8c667d09ba" providerId="AD" clId="Web-{3CA7FEC2-F799-4045-7EDF-8CAD8092A5D8}" dt="2025-02-17T01:04:21.453" v="343" actId="20577"/>
          <ac:spMkLst>
            <pc:docMk/>
            <pc:sldMk cId="751993983" sldId="317"/>
            <ac:spMk id="3" creationId="{00000000-0000-0000-0000-000000000000}"/>
          </ac:spMkLst>
        </pc:spChg>
      </pc:sldChg>
      <pc:sldChg chg="modSp del">
        <pc:chgData name="Basem Suleiman" userId="S::z3230813@ad.unsw.edu.au::a84cd754-6b82-466c-b579-ca8c667d09ba" providerId="AD" clId="Web-{3CA7FEC2-F799-4045-7EDF-8CAD8092A5D8}" dt="2025-02-17T02:32:53.032" v="1010"/>
        <pc:sldMkLst>
          <pc:docMk/>
          <pc:sldMk cId="1954745139" sldId="318"/>
        </pc:sldMkLst>
        <pc:spChg chg="mod">
          <ac:chgData name="Basem Suleiman" userId="S::z3230813@ad.unsw.edu.au::a84cd754-6b82-466c-b579-ca8c667d09ba" providerId="AD" clId="Web-{3CA7FEC2-F799-4045-7EDF-8CAD8092A5D8}" dt="2025-02-17T02:28:47.855" v="982" actId="14100"/>
          <ac:spMkLst>
            <pc:docMk/>
            <pc:sldMk cId="1954745139" sldId="318"/>
            <ac:spMk id="2" creationId="{00000000-0000-0000-0000-000000000000}"/>
          </ac:spMkLst>
        </pc:spChg>
        <pc:spChg chg="mod">
          <ac:chgData name="Basem Suleiman" userId="S::z3230813@ad.unsw.edu.au::a84cd754-6b82-466c-b579-ca8c667d09ba" providerId="AD" clId="Web-{3CA7FEC2-F799-4045-7EDF-8CAD8092A5D8}" dt="2025-02-17T02:29:00.292" v="988"/>
          <ac:spMkLst>
            <pc:docMk/>
            <pc:sldMk cId="1954745139" sldId="318"/>
            <ac:spMk id="3" creationId="{00000000-0000-0000-0000-000000000000}"/>
          </ac:spMkLst>
        </pc:spChg>
      </pc:sldChg>
      <pc:sldChg chg="addSp delSp modSp mod modClrScheme chgLayout">
        <pc:chgData name="Basem Suleiman" userId="S::z3230813@ad.unsw.edu.au::a84cd754-6b82-466c-b579-ca8c667d09ba" providerId="AD" clId="Web-{3CA7FEC2-F799-4045-7EDF-8CAD8092A5D8}" dt="2025-02-17T04:47:25.664" v="2022" actId="14100"/>
        <pc:sldMkLst>
          <pc:docMk/>
          <pc:sldMk cId="3248746833" sldId="319"/>
        </pc:sldMkLst>
        <pc:spChg chg="add mod">
          <ac:chgData name="Basem Suleiman" userId="S::z3230813@ad.unsw.edu.au::a84cd754-6b82-466c-b579-ca8c667d09ba" providerId="AD" clId="Web-{3CA7FEC2-F799-4045-7EDF-8CAD8092A5D8}" dt="2025-02-17T04:47:25.664" v="2022" actId="14100"/>
          <ac:spMkLst>
            <pc:docMk/>
            <pc:sldMk cId="3248746833" sldId="319"/>
            <ac:spMk id="2" creationId="{73DA4061-B5E8-D7E0-C6F1-4AE66DD04E9E}"/>
          </ac:spMkLst>
        </pc:spChg>
        <pc:spChg chg="mod">
          <ac:chgData name="Basem Suleiman" userId="S::z3230813@ad.unsw.edu.au::a84cd754-6b82-466c-b579-ca8c667d09ba" providerId="AD" clId="Web-{3CA7FEC2-F799-4045-7EDF-8CAD8092A5D8}" dt="2025-02-17T00:30:16.436" v="22" actId="20577"/>
          <ac:spMkLst>
            <pc:docMk/>
            <pc:sldMk cId="3248746833" sldId="319"/>
            <ac:spMk id="11" creationId="{B388888F-1389-1717-D3FA-A3AA9E9C1599}"/>
          </ac:spMkLst>
        </pc:spChg>
        <pc:spChg chg="add del mod">
          <ac:chgData name="Basem Suleiman" userId="S::z3230813@ad.unsw.edu.au::a84cd754-6b82-466c-b579-ca8c667d09ba" providerId="AD" clId="Web-{3CA7FEC2-F799-4045-7EDF-8CAD8092A5D8}" dt="2025-02-16T10:12:36.571" v="8"/>
          <ac:spMkLst>
            <pc:docMk/>
            <pc:sldMk cId="3248746833" sldId="319"/>
            <ac:spMk id="13" creationId="{1C380327-E206-0A6C-454F-A955E7CFB744}"/>
          </ac:spMkLst>
        </pc:spChg>
        <pc:spChg chg="add del mod">
          <ac:chgData name="Basem Suleiman" userId="S::z3230813@ad.unsw.edu.au::a84cd754-6b82-466c-b579-ca8c667d09ba" providerId="AD" clId="Web-{3CA7FEC2-F799-4045-7EDF-8CAD8092A5D8}" dt="2025-02-16T10:12:46.336" v="10"/>
          <ac:spMkLst>
            <pc:docMk/>
            <pc:sldMk cId="3248746833" sldId="319"/>
            <ac:spMk id="15" creationId="{0826F877-ABB8-D831-7252-DEDBFF3D2060}"/>
          </ac:spMkLst>
        </pc:spChg>
        <pc:spChg chg="add del mod">
          <ac:chgData name="Basem Suleiman" userId="S::z3230813@ad.unsw.edu.au::a84cd754-6b82-466c-b579-ca8c667d09ba" providerId="AD" clId="Web-{3CA7FEC2-F799-4045-7EDF-8CAD8092A5D8}" dt="2025-02-16T10:12:26.523" v="4"/>
          <ac:spMkLst>
            <pc:docMk/>
            <pc:sldMk cId="3248746833" sldId="319"/>
            <ac:spMk id="16" creationId="{0826F877-ABB8-D831-7252-DEDBFF3D2060}"/>
          </ac:spMkLst>
        </pc:spChg>
        <pc:graphicFrameChg chg="add del mod">
          <ac:chgData name="Basem Suleiman" userId="S::z3230813@ad.unsw.edu.au::a84cd754-6b82-466c-b579-ca8c667d09ba" providerId="AD" clId="Web-{3CA7FEC2-F799-4045-7EDF-8CAD8092A5D8}" dt="2025-02-17T00:31:33.936" v="67"/>
          <ac:graphicFrameMkLst>
            <pc:docMk/>
            <pc:sldMk cId="3248746833" sldId="319"/>
            <ac:graphicFrameMk id="5" creationId="{6A7F41B9-54EE-70DA-E9C4-DE3EE394EBA1}"/>
          </ac:graphicFrameMkLst>
        </pc:graphicFrameChg>
        <pc:picChg chg="del">
          <ac:chgData name="Basem Suleiman" userId="S::z3230813@ad.unsw.edu.au::a84cd754-6b82-466c-b579-ca8c667d09ba" providerId="AD" clId="Web-{3CA7FEC2-F799-4045-7EDF-8CAD8092A5D8}" dt="2025-02-16T10:12:10.585" v="0"/>
          <ac:picMkLst>
            <pc:docMk/>
            <pc:sldMk cId="3248746833" sldId="319"/>
            <ac:picMk id="2" creationId="{AE5455E8-CEDD-FA7E-483D-678C22670007}"/>
          </ac:picMkLst>
        </pc:picChg>
        <pc:picChg chg="add mod">
          <ac:chgData name="Basem Suleiman" userId="S::z3230813@ad.unsw.edu.au::a84cd754-6b82-466c-b579-ca8c667d09ba" providerId="AD" clId="Web-{3CA7FEC2-F799-4045-7EDF-8CAD8092A5D8}" dt="2025-02-17T04:47:07.257" v="2018" actId="1076"/>
          <ac:picMkLst>
            <pc:docMk/>
            <pc:sldMk cId="3248746833" sldId="319"/>
            <ac:picMk id="3" creationId="{450D88BE-76AA-0428-8F43-6AF4924D6513}"/>
          </ac:picMkLst>
        </pc:picChg>
        <pc:picChg chg="add mod">
          <ac:chgData name="Basem Suleiman" userId="S::z3230813@ad.unsw.edu.au::a84cd754-6b82-466c-b579-ca8c667d09ba" providerId="AD" clId="Web-{3CA7FEC2-F799-4045-7EDF-8CAD8092A5D8}" dt="2025-02-17T04:47:11.398" v="2019" actId="14100"/>
          <ac:picMkLst>
            <pc:docMk/>
            <pc:sldMk cId="3248746833" sldId="319"/>
            <ac:picMk id="4" creationId="{683B6D2A-2CB8-34BD-CFB4-037FB524BC94}"/>
          </ac:picMkLst>
        </pc:picChg>
      </pc:sldChg>
      <pc:sldChg chg="del">
        <pc:chgData name="Basem Suleiman" userId="S::z3230813@ad.unsw.edu.au::a84cd754-6b82-466c-b579-ca8c667d09ba" providerId="AD" clId="Web-{3CA7FEC2-F799-4045-7EDF-8CAD8092A5D8}" dt="2025-02-17T00:47:18.859" v="187"/>
        <pc:sldMkLst>
          <pc:docMk/>
          <pc:sldMk cId="2309872981" sldId="320"/>
        </pc:sldMkLst>
      </pc:sldChg>
      <pc:sldChg chg="modSp">
        <pc:chgData name="Basem Suleiman" userId="S::z3230813@ad.unsw.edu.au::a84cd754-6b82-466c-b579-ca8c667d09ba" providerId="AD" clId="Web-{3CA7FEC2-F799-4045-7EDF-8CAD8092A5D8}" dt="2025-02-17T01:41:29.518" v="757" actId="20577"/>
        <pc:sldMkLst>
          <pc:docMk/>
          <pc:sldMk cId="1893986013" sldId="323"/>
        </pc:sldMkLst>
        <pc:spChg chg="mod">
          <ac:chgData name="Basem Suleiman" userId="S::z3230813@ad.unsw.edu.au::a84cd754-6b82-466c-b579-ca8c667d09ba" providerId="AD" clId="Web-{3CA7FEC2-F799-4045-7EDF-8CAD8092A5D8}" dt="2025-02-17T00:57:55.156" v="288" actId="1076"/>
          <ac:spMkLst>
            <pc:docMk/>
            <pc:sldMk cId="1893986013" sldId="323"/>
            <ac:spMk id="2" creationId="{00000000-0000-0000-0000-000000000000}"/>
          </ac:spMkLst>
        </pc:spChg>
        <pc:spChg chg="mod">
          <ac:chgData name="Basem Suleiman" userId="S::z3230813@ad.unsw.edu.au::a84cd754-6b82-466c-b579-ca8c667d09ba" providerId="AD" clId="Web-{3CA7FEC2-F799-4045-7EDF-8CAD8092A5D8}" dt="2025-02-17T01:41:29.518" v="757" actId="20577"/>
          <ac:spMkLst>
            <pc:docMk/>
            <pc:sldMk cId="1893986013" sldId="323"/>
            <ac:spMk id="3" creationId="{00000000-0000-0000-0000-000000000000}"/>
          </ac:spMkLst>
        </pc:spChg>
      </pc:sldChg>
      <pc:sldChg chg="modSp">
        <pc:chgData name="Basem Suleiman" userId="S::z3230813@ad.unsw.edu.au::a84cd754-6b82-466c-b579-ca8c667d09ba" providerId="AD" clId="Web-{3CA7FEC2-F799-4045-7EDF-8CAD8092A5D8}" dt="2025-02-17T01:32:34.330" v="728" actId="20577"/>
        <pc:sldMkLst>
          <pc:docMk/>
          <pc:sldMk cId="2872114401" sldId="324"/>
        </pc:sldMkLst>
        <pc:spChg chg="mod">
          <ac:chgData name="Basem Suleiman" userId="S::z3230813@ad.unsw.edu.au::a84cd754-6b82-466c-b579-ca8c667d09ba" providerId="AD" clId="Web-{3CA7FEC2-F799-4045-7EDF-8CAD8092A5D8}" dt="2025-02-17T01:32:34.330" v="728" actId="20577"/>
          <ac:spMkLst>
            <pc:docMk/>
            <pc:sldMk cId="2872114401" sldId="324"/>
            <ac:spMk id="5" creationId="{00000000-0000-0000-0000-000000000000}"/>
          </ac:spMkLst>
        </pc:spChg>
      </pc:sldChg>
      <pc:sldChg chg="modSp">
        <pc:chgData name="Basem Suleiman" userId="S::z3230813@ad.unsw.edu.au::a84cd754-6b82-466c-b579-ca8c667d09ba" providerId="AD" clId="Web-{3CA7FEC2-F799-4045-7EDF-8CAD8092A5D8}" dt="2025-02-17T01:33:22.159" v="749" actId="1076"/>
        <pc:sldMkLst>
          <pc:docMk/>
          <pc:sldMk cId="2169814379" sldId="325"/>
        </pc:sldMkLst>
        <pc:spChg chg="mod">
          <ac:chgData name="Basem Suleiman" userId="S::z3230813@ad.unsw.edu.au::a84cd754-6b82-466c-b579-ca8c667d09ba" providerId="AD" clId="Web-{3CA7FEC2-F799-4045-7EDF-8CAD8092A5D8}" dt="2025-02-17T01:33:22.159" v="749" actId="1076"/>
          <ac:spMkLst>
            <pc:docMk/>
            <pc:sldMk cId="2169814379" sldId="325"/>
            <ac:spMk id="2" creationId="{00000000-0000-0000-0000-000000000000}"/>
          </ac:spMkLst>
        </pc:spChg>
      </pc:sldChg>
      <pc:sldChg chg="modSp">
        <pc:chgData name="Basem Suleiman" userId="S::z3230813@ad.unsw.edu.au::a84cd754-6b82-466c-b579-ca8c667d09ba" providerId="AD" clId="Web-{3CA7FEC2-F799-4045-7EDF-8CAD8092A5D8}" dt="2025-02-17T03:24:49.474" v="1707" actId="20577"/>
        <pc:sldMkLst>
          <pc:docMk/>
          <pc:sldMk cId="373578376" sldId="326"/>
        </pc:sldMkLst>
        <pc:spChg chg="mod">
          <ac:chgData name="Basem Suleiman" userId="S::z3230813@ad.unsw.edu.au::a84cd754-6b82-466c-b579-ca8c667d09ba" providerId="AD" clId="Web-{3CA7FEC2-F799-4045-7EDF-8CAD8092A5D8}" dt="2025-02-17T03:24:49.474" v="1707" actId="20577"/>
          <ac:spMkLst>
            <pc:docMk/>
            <pc:sldMk cId="373578376" sldId="326"/>
            <ac:spMk id="2" creationId="{00000000-0000-0000-0000-000000000000}"/>
          </ac:spMkLst>
        </pc:spChg>
        <pc:spChg chg="mod">
          <ac:chgData name="Basem Suleiman" userId="S::z3230813@ad.unsw.edu.au::a84cd754-6b82-466c-b579-ca8c667d09ba" providerId="AD" clId="Web-{3CA7FEC2-F799-4045-7EDF-8CAD8092A5D8}" dt="2025-02-17T01:33:55.862" v="751" actId="1076"/>
          <ac:spMkLst>
            <pc:docMk/>
            <pc:sldMk cId="373578376" sldId="326"/>
            <ac:spMk id="3" creationId="{00000000-0000-0000-0000-000000000000}"/>
          </ac:spMkLst>
        </pc:spChg>
      </pc:sldChg>
      <pc:sldChg chg="modSp">
        <pc:chgData name="Basem Suleiman" userId="S::z3230813@ad.unsw.edu.au::a84cd754-6b82-466c-b579-ca8c667d09ba" providerId="AD" clId="Web-{3CA7FEC2-F799-4045-7EDF-8CAD8092A5D8}" dt="2025-02-17T03:20:42.203" v="1692" actId="20577"/>
        <pc:sldMkLst>
          <pc:docMk/>
          <pc:sldMk cId="1191229117" sldId="330"/>
        </pc:sldMkLst>
        <pc:spChg chg="mod">
          <ac:chgData name="Basem Suleiman" userId="S::z3230813@ad.unsw.edu.au::a84cd754-6b82-466c-b579-ca8c667d09ba" providerId="AD" clId="Web-{3CA7FEC2-F799-4045-7EDF-8CAD8092A5D8}" dt="2025-02-17T03:20:42.203" v="1692" actId="20577"/>
          <ac:spMkLst>
            <pc:docMk/>
            <pc:sldMk cId="1191229117" sldId="330"/>
            <ac:spMk id="2" creationId="{00000000-0000-0000-0000-000000000000}"/>
          </ac:spMkLst>
        </pc:spChg>
        <pc:spChg chg="mod">
          <ac:chgData name="Basem Suleiman" userId="S::z3230813@ad.unsw.edu.au::a84cd754-6b82-466c-b579-ca8c667d09ba" providerId="AD" clId="Web-{3CA7FEC2-F799-4045-7EDF-8CAD8092A5D8}" dt="2025-02-17T03:19:28.357" v="1672" actId="1076"/>
          <ac:spMkLst>
            <pc:docMk/>
            <pc:sldMk cId="1191229117" sldId="330"/>
            <ac:spMk id="3" creationId="{00000000-0000-0000-0000-000000000000}"/>
          </ac:spMkLst>
        </pc:spChg>
      </pc:sldChg>
      <pc:sldChg chg="modSp">
        <pc:chgData name="Basem Suleiman" userId="S::z3230813@ad.unsw.edu.au::a84cd754-6b82-466c-b579-ca8c667d09ba" providerId="AD" clId="Web-{3CA7FEC2-F799-4045-7EDF-8CAD8092A5D8}" dt="2025-02-17T03:21:14.360" v="1694" actId="1076"/>
        <pc:sldMkLst>
          <pc:docMk/>
          <pc:sldMk cId="3644896932" sldId="332"/>
        </pc:sldMkLst>
        <pc:spChg chg="mod">
          <ac:chgData name="Basem Suleiman" userId="S::z3230813@ad.unsw.edu.au::a84cd754-6b82-466c-b579-ca8c667d09ba" providerId="AD" clId="Web-{3CA7FEC2-F799-4045-7EDF-8CAD8092A5D8}" dt="2025-02-17T03:21:14.360" v="1694" actId="1076"/>
          <ac:spMkLst>
            <pc:docMk/>
            <pc:sldMk cId="3644896932" sldId="332"/>
            <ac:spMk id="2" creationId="{00000000-0000-0000-0000-000000000000}"/>
          </ac:spMkLst>
        </pc:spChg>
        <pc:spChg chg="mod">
          <ac:chgData name="Basem Suleiman" userId="S::z3230813@ad.unsw.edu.au::a84cd754-6b82-466c-b579-ca8c667d09ba" providerId="AD" clId="Web-{3CA7FEC2-F799-4045-7EDF-8CAD8092A5D8}" dt="2025-02-17T03:21:08.453" v="1693" actId="1076"/>
          <ac:spMkLst>
            <pc:docMk/>
            <pc:sldMk cId="3644896932" sldId="332"/>
            <ac:spMk id="3" creationId="{00000000-0000-0000-0000-000000000000}"/>
          </ac:spMkLst>
        </pc:spChg>
      </pc:sldChg>
      <pc:sldChg chg="modSp">
        <pc:chgData name="Basem Suleiman" userId="S::z3230813@ad.unsw.edu.au::a84cd754-6b82-466c-b579-ca8c667d09ba" providerId="AD" clId="Web-{3CA7FEC2-F799-4045-7EDF-8CAD8092A5D8}" dt="2025-02-17T03:17:58.980" v="1670" actId="20577"/>
        <pc:sldMkLst>
          <pc:docMk/>
          <pc:sldMk cId="78792482" sldId="333"/>
        </pc:sldMkLst>
        <pc:spChg chg="mod">
          <ac:chgData name="Basem Suleiman" userId="S::z3230813@ad.unsw.edu.au::a84cd754-6b82-466c-b579-ca8c667d09ba" providerId="AD" clId="Web-{3CA7FEC2-F799-4045-7EDF-8CAD8092A5D8}" dt="2025-02-17T03:17:58.980" v="1670" actId="20577"/>
          <ac:spMkLst>
            <pc:docMk/>
            <pc:sldMk cId="78792482" sldId="333"/>
            <ac:spMk id="2" creationId="{00000000-0000-0000-0000-000000000000}"/>
          </ac:spMkLst>
        </pc:spChg>
        <pc:spChg chg="mod">
          <ac:chgData name="Basem Suleiman" userId="S::z3230813@ad.unsw.edu.au::a84cd754-6b82-466c-b579-ca8c667d09ba" providerId="AD" clId="Web-{3CA7FEC2-F799-4045-7EDF-8CAD8092A5D8}" dt="2025-02-17T03:17:51.246" v="1669" actId="1076"/>
          <ac:spMkLst>
            <pc:docMk/>
            <pc:sldMk cId="78792482" sldId="333"/>
            <ac:spMk id="3" creationId="{00000000-0000-0000-0000-000000000000}"/>
          </ac:spMkLst>
        </pc:spChg>
      </pc:sldChg>
      <pc:sldChg chg="modSp">
        <pc:chgData name="Basem Suleiman" userId="S::z3230813@ad.unsw.edu.au::a84cd754-6b82-466c-b579-ca8c667d09ba" providerId="AD" clId="Web-{3CA7FEC2-F799-4045-7EDF-8CAD8092A5D8}" dt="2025-02-17T03:15:55.822" v="1666" actId="1076"/>
        <pc:sldMkLst>
          <pc:docMk/>
          <pc:sldMk cId="4273473402" sldId="334"/>
        </pc:sldMkLst>
        <pc:spChg chg="mod">
          <ac:chgData name="Basem Suleiman" userId="S::z3230813@ad.unsw.edu.au::a84cd754-6b82-466c-b579-ca8c667d09ba" providerId="AD" clId="Web-{3CA7FEC2-F799-4045-7EDF-8CAD8092A5D8}" dt="2025-02-17T03:15:55.822" v="1666" actId="1076"/>
          <ac:spMkLst>
            <pc:docMk/>
            <pc:sldMk cId="4273473402" sldId="334"/>
            <ac:spMk id="3" creationId="{00000000-0000-0000-0000-000000000000}"/>
          </ac:spMkLst>
        </pc:spChg>
      </pc:sldChg>
      <pc:sldChg chg="modSp">
        <pc:chgData name="Basem Suleiman" userId="S::z3230813@ad.unsw.edu.au::a84cd754-6b82-466c-b579-ca8c667d09ba" providerId="AD" clId="Web-{3CA7FEC2-F799-4045-7EDF-8CAD8092A5D8}" dt="2025-02-17T03:21:29.922" v="1695" actId="1076"/>
        <pc:sldMkLst>
          <pc:docMk/>
          <pc:sldMk cId="2349249440" sldId="335"/>
        </pc:sldMkLst>
        <pc:spChg chg="mod">
          <ac:chgData name="Basem Suleiman" userId="S::z3230813@ad.unsw.edu.au::a84cd754-6b82-466c-b579-ca8c667d09ba" providerId="AD" clId="Web-{3CA7FEC2-F799-4045-7EDF-8CAD8092A5D8}" dt="2025-02-17T03:21:29.922" v="1695" actId="1076"/>
          <ac:spMkLst>
            <pc:docMk/>
            <pc:sldMk cId="2349249440" sldId="335"/>
            <ac:spMk id="2" creationId="{00000000-0000-0000-0000-000000000000}"/>
          </ac:spMkLst>
        </pc:spChg>
        <pc:spChg chg="mod">
          <ac:chgData name="Basem Suleiman" userId="S::z3230813@ad.unsw.edu.au::a84cd754-6b82-466c-b579-ca8c667d09ba" providerId="AD" clId="Web-{3CA7FEC2-F799-4045-7EDF-8CAD8092A5D8}" dt="2025-02-17T03:15:41.102" v="1665" actId="1076"/>
          <ac:spMkLst>
            <pc:docMk/>
            <pc:sldMk cId="2349249440" sldId="335"/>
            <ac:spMk id="3" creationId="{00000000-0000-0000-0000-000000000000}"/>
          </ac:spMkLst>
        </pc:spChg>
      </pc:sldChg>
      <pc:sldChg chg="modSp">
        <pc:chgData name="Basem Suleiman" userId="S::z3230813@ad.unsw.edu.au::a84cd754-6b82-466c-b579-ca8c667d09ba" providerId="AD" clId="Web-{3CA7FEC2-F799-4045-7EDF-8CAD8092A5D8}" dt="2025-02-17T03:21:51.579" v="1699" actId="20577"/>
        <pc:sldMkLst>
          <pc:docMk/>
          <pc:sldMk cId="2076416047" sldId="336"/>
        </pc:sldMkLst>
        <pc:spChg chg="mod">
          <ac:chgData name="Basem Suleiman" userId="S::z3230813@ad.unsw.edu.au::a84cd754-6b82-466c-b579-ca8c667d09ba" providerId="AD" clId="Web-{3CA7FEC2-F799-4045-7EDF-8CAD8092A5D8}" dt="2025-02-17T03:21:51.579" v="1699" actId="20577"/>
          <ac:spMkLst>
            <pc:docMk/>
            <pc:sldMk cId="2076416047" sldId="336"/>
            <ac:spMk id="2" creationId="{00000000-0000-0000-0000-000000000000}"/>
          </ac:spMkLst>
        </pc:spChg>
        <pc:spChg chg="mod">
          <ac:chgData name="Basem Suleiman" userId="S::z3230813@ad.unsw.edu.au::a84cd754-6b82-466c-b579-ca8c667d09ba" providerId="AD" clId="Web-{3CA7FEC2-F799-4045-7EDF-8CAD8092A5D8}" dt="2025-02-17T03:15:03.117" v="1663" actId="1076"/>
          <ac:spMkLst>
            <pc:docMk/>
            <pc:sldMk cId="2076416047" sldId="336"/>
            <ac:spMk id="3" creationId="{00000000-0000-0000-0000-000000000000}"/>
          </ac:spMkLst>
        </pc:spChg>
      </pc:sldChg>
      <pc:sldChg chg="modSp">
        <pc:chgData name="Basem Suleiman" userId="S::z3230813@ad.unsw.edu.au::a84cd754-6b82-466c-b579-ca8c667d09ba" providerId="AD" clId="Web-{3CA7FEC2-F799-4045-7EDF-8CAD8092A5D8}" dt="2025-02-17T03:22:06.361" v="1700" actId="20577"/>
        <pc:sldMkLst>
          <pc:docMk/>
          <pc:sldMk cId="1487845182" sldId="337"/>
        </pc:sldMkLst>
        <pc:spChg chg="mod">
          <ac:chgData name="Basem Suleiman" userId="S::z3230813@ad.unsw.edu.au::a84cd754-6b82-466c-b579-ca8c667d09ba" providerId="AD" clId="Web-{3CA7FEC2-F799-4045-7EDF-8CAD8092A5D8}" dt="2025-02-17T03:22:06.361" v="1700" actId="20577"/>
          <ac:spMkLst>
            <pc:docMk/>
            <pc:sldMk cId="1487845182" sldId="337"/>
            <ac:spMk id="2" creationId="{00000000-0000-0000-0000-000000000000}"/>
          </ac:spMkLst>
        </pc:spChg>
        <pc:spChg chg="mod">
          <ac:chgData name="Basem Suleiman" userId="S::z3230813@ad.unsw.edu.au::a84cd754-6b82-466c-b579-ca8c667d09ba" providerId="AD" clId="Web-{3CA7FEC2-F799-4045-7EDF-8CAD8092A5D8}" dt="2025-02-17T01:38:03.768" v="755" actId="1076"/>
          <ac:spMkLst>
            <pc:docMk/>
            <pc:sldMk cId="1487845182" sldId="337"/>
            <ac:spMk id="3" creationId="{00000000-0000-0000-0000-000000000000}"/>
          </ac:spMkLst>
        </pc:spChg>
      </pc:sldChg>
      <pc:sldChg chg="addSp delSp modSp add del mod modClrScheme chgLayout">
        <pc:chgData name="Basem Suleiman" userId="S::z3230813@ad.unsw.edu.au::a84cd754-6b82-466c-b579-ca8c667d09ba" providerId="AD" clId="Web-{3CA7FEC2-F799-4045-7EDF-8CAD8092A5D8}" dt="2025-02-17T02:32:21.359" v="1008" actId="1076"/>
        <pc:sldMkLst>
          <pc:docMk/>
          <pc:sldMk cId="815146937" sldId="348"/>
        </pc:sldMkLst>
        <pc:spChg chg="add mod">
          <ac:chgData name="Basem Suleiman" userId="S::z3230813@ad.unsw.edu.au::a84cd754-6b82-466c-b579-ca8c667d09ba" providerId="AD" clId="Web-{3CA7FEC2-F799-4045-7EDF-8CAD8092A5D8}" dt="2025-02-17T00:49:13.515" v="213" actId="20577"/>
          <ac:spMkLst>
            <pc:docMk/>
            <pc:sldMk cId="815146937" sldId="348"/>
            <ac:spMk id="5" creationId="{D9D481E1-E383-0879-2DCC-5CD8453EEF3D}"/>
          </ac:spMkLst>
        </pc:spChg>
        <pc:spChg chg="mod">
          <ac:chgData name="Basem Suleiman" userId="S::z3230813@ad.unsw.edu.au::a84cd754-6b82-466c-b579-ca8c667d09ba" providerId="AD" clId="Web-{3CA7FEC2-F799-4045-7EDF-8CAD8092A5D8}" dt="2025-02-17T00:45:52.109" v="178" actId="1076"/>
          <ac:spMkLst>
            <pc:docMk/>
            <pc:sldMk cId="815146937" sldId="348"/>
            <ac:spMk id="11" creationId="{B388888F-1389-1717-D3FA-A3AA9E9C1599}"/>
          </ac:spMkLst>
        </pc:spChg>
        <pc:picChg chg="add mod">
          <ac:chgData name="Basem Suleiman" userId="S::z3230813@ad.unsw.edu.au::a84cd754-6b82-466c-b579-ca8c667d09ba" providerId="AD" clId="Web-{3CA7FEC2-F799-4045-7EDF-8CAD8092A5D8}" dt="2025-02-17T02:32:21.359" v="1008" actId="1076"/>
          <ac:picMkLst>
            <pc:docMk/>
            <pc:sldMk cId="815146937" sldId="348"/>
            <ac:picMk id="2" creationId="{A2FEF79B-7DA3-ACFC-93DD-9924254731D7}"/>
          </ac:picMkLst>
        </pc:picChg>
        <pc:picChg chg="del">
          <ac:chgData name="Basem Suleiman" userId="S::z3230813@ad.unsw.edu.au::a84cd754-6b82-466c-b579-ca8c667d09ba" providerId="AD" clId="Web-{3CA7FEC2-F799-4045-7EDF-8CAD8092A5D8}" dt="2025-02-17T00:43:11.780" v="144"/>
          <ac:picMkLst>
            <pc:docMk/>
            <pc:sldMk cId="815146937" sldId="348"/>
            <ac:picMk id="3" creationId="{81CA06F9-325E-2F43-D866-6574604C5FAC}"/>
          </ac:picMkLst>
        </pc:picChg>
        <pc:picChg chg="del">
          <ac:chgData name="Basem Suleiman" userId="S::z3230813@ad.unsw.edu.au::a84cd754-6b82-466c-b579-ca8c667d09ba" providerId="AD" clId="Web-{3CA7FEC2-F799-4045-7EDF-8CAD8092A5D8}" dt="2025-02-17T00:43:12.624" v="145"/>
          <ac:picMkLst>
            <pc:docMk/>
            <pc:sldMk cId="815146937" sldId="348"/>
            <ac:picMk id="4" creationId="{153804D5-3B56-75B8-DB69-7F68C2C09095}"/>
          </ac:picMkLst>
        </pc:picChg>
      </pc:sldChg>
      <pc:sldChg chg="modSp del">
        <pc:chgData name="Basem Suleiman" userId="S::z3230813@ad.unsw.edu.au::a84cd754-6b82-466c-b579-ca8c667d09ba" providerId="AD" clId="Web-{3CA7FEC2-F799-4045-7EDF-8CAD8092A5D8}" dt="2025-02-17T00:54:23.453" v="260"/>
        <pc:sldMkLst>
          <pc:docMk/>
          <pc:sldMk cId="268169088" sldId="349"/>
        </pc:sldMkLst>
        <pc:spChg chg="mod">
          <ac:chgData name="Basem Suleiman" userId="S::z3230813@ad.unsw.edu.au::a84cd754-6b82-466c-b579-ca8c667d09ba" providerId="AD" clId="Web-{3CA7FEC2-F799-4045-7EDF-8CAD8092A5D8}" dt="2025-02-17T00:53:29.687" v="257" actId="1076"/>
          <ac:spMkLst>
            <pc:docMk/>
            <pc:sldMk cId="268169088" sldId="349"/>
            <ac:spMk id="2" creationId="{00000000-0000-0000-0000-000000000000}"/>
          </ac:spMkLst>
        </pc:spChg>
      </pc:sldChg>
      <pc:sldChg chg="modSp">
        <pc:chgData name="Basem Suleiman" userId="S::z3230813@ad.unsw.edu.au::a84cd754-6b82-466c-b579-ca8c667d09ba" providerId="AD" clId="Web-{3CA7FEC2-F799-4045-7EDF-8CAD8092A5D8}" dt="2025-02-17T00:58:45.312" v="324" actId="1076"/>
        <pc:sldMkLst>
          <pc:docMk/>
          <pc:sldMk cId="3524769188" sldId="350"/>
        </pc:sldMkLst>
        <pc:spChg chg="mod">
          <ac:chgData name="Basem Suleiman" userId="S::z3230813@ad.unsw.edu.au::a84cd754-6b82-466c-b579-ca8c667d09ba" providerId="AD" clId="Web-{3CA7FEC2-F799-4045-7EDF-8CAD8092A5D8}" dt="2025-02-17T00:58:45.312" v="324" actId="1076"/>
          <ac:spMkLst>
            <pc:docMk/>
            <pc:sldMk cId="3524769188" sldId="350"/>
            <ac:spMk id="2" creationId="{00000000-0000-0000-0000-000000000000}"/>
          </ac:spMkLst>
        </pc:spChg>
      </pc:sldChg>
      <pc:sldChg chg="modSp">
        <pc:chgData name="Basem Suleiman" userId="S::z3230813@ad.unsw.edu.au::a84cd754-6b82-466c-b579-ca8c667d09ba" providerId="AD" clId="Web-{3CA7FEC2-F799-4045-7EDF-8CAD8092A5D8}" dt="2025-02-17T00:58:57.391" v="325" actId="1076"/>
        <pc:sldMkLst>
          <pc:docMk/>
          <pc:sldMk cId="747666474" sldId="351"/>
        </pc:sldMkLst>
        <pc:spChg chg="mod">
          <ac:chgData name="Basem Suleiman" userId="S::z3230813@ad.unsw.edu.au::a84cd754-6b82-466c-b579-ca8c667d09ba" providerId="AD" clId="Web-{3CA7FEC2-F799-4045-7EDF-8CAD8092A5D8}" dt="2025-02-17T00:58:57.391" v="325" actId="1076"/>
          <ac:spMkLst>
            <pc:docMk/>
            <pc:sldMk cId="747666474" sldId="351"/>
            <ac:spMk id="2" creationId="{00000000-0000-0000-0000-000000000000}"/>
          </ac:spMkLst>
        </pc:spChg>
      </pc:sldChg>
      <pc:sldChg chg="modSp add del">
        <pc:chgData name="Basem Suleiman" userId="S::z3230813@ad.unsw.edu.au::a84cd754-6b82-466c-b579-ca8c667d09ba" providerId="AD" clId="Web-{3CA7FEC2-F799-4045-7EDF-8CAD8092A5D8}" dt="2025-02-17T05:02:42.093" v="2098"/>
        <pc:sldMkLst>
          <pc:docMk/>
          <pc:sldMk cId="3453136472" sldId="352"/>
        </pc:sldMkLst>
        <pc:spChg chg="mod">
          <ac:chgData name="Basem Suleiman" userId="S::z3230813@ad.unsw.edu.au::a84cd754-6b82-466c-b579-ca8c667d09ba" providerId="AD" clId="Web-{3CA7FEC2-F799-4045-7EDF-8CAD8092A5D8}" dt="2025-02-17T01:12:52.720" v="420"/>
          <ac:spMkLst>
            <pc:docMk/>
            <pc:sldMk cId="3453136472" sldId="352"/>
            <ac:spMk id="3" creationId="{00000000-0000-0000-0000-000000000000}"/>
          </ac:spMkLst>
        </pc:spChg>
        <pc:picChg chg="mod">
          <ac:chgData name="Basem Suleiman" userId="S::z3230813@ad.unsw.edu.au::a84cd754-6b82-466c-b579-ca8c667d09ba" providerId="AD" clId="Web-{3CA7FEC2-F799-4045-7EDF-8CAD8092A5D8}" dt="2025-02-17T01:12:56.673" v="421" actId="1076"/>
          <ac:picMkLst>
            <pc:docMk/>
            <pc:sldMk cId="3453136472" sldId="352"/>
            <ac:picMk id="5" creationId="{FAC08CAD-0B01-C99B-CFF4-E19ACC53D931}"/>
          </ac:picMkLst>
        </pc:picChg>
      </pc:sldChg>
      <pc:sldChg chg="modSp add del">
        <pc:chgData name="Basem Suleiman" userId="S::z3230813@ad.unsw.edu.au::a84cd754-6b82-466c-b579-ca8c667d09ba" providerId="AD" clId="Web-{3CA7FEC2-F799-4045-7EDF-8CAD8092A5D8}" dt="2025-02-17T05:02:42.108" v="2100"/>
        <pc:sldMkLst>
          <pc:docMk/>
          <pc:sldMk cId="4286987336" sldId="353"/>
        </pc:sldMkLst>
        <pc:spChg chg="mod">
          <ac:chgData name="Basem Suleiman" userId="S::z3230813@ad.unsw.edu.au::a84cd754-6b82-466c-b579-ca8c667d09ba" providerId="AD" clId="Web-{3CA7FEC2-F799-4045-7EDF-8CAD8092A5D8}" dt="2025-02-17T01:13:16.986" v="425" actId="20577"/>
          <ac:spMkLst>
            <pc:docMk/>
            <pc:sldMk cId="4286987336" sldId="353"/>
            <ac:spMk id="3" creationId="{00000000-0000-0000-0000-000000000000}"/>
          </ac:spMkLst>
        </pc:spChg>
      </pc:sldChg>
      <pc:sldChg chg="modSp add del">
        <pc:chgData name="Basem Suleiman" userId="S::z3230813@ad.unsw.edu.au::a84cd754-6b82-466c-b579-ca8c667d09ba" providerId="AD" clId="Web-{3CA7FEC2-F799-4045-7EDF-8CAD8092A5D8}" dt="2025-02-17T05:02:42.108" v="2101"/>
        <pc:sldMkLst>
          <pc:docMk/>
          <pc:sldMk cId="2427720425" sldId="354"/>
        </pc:sldMkLst>
        <pc:spChg chg="mod">
          <ac:chgData name="Basem Suleiman" userId="S::z3230813@ad.unsw.edu.au::a84cd754-6b82-466c-b579-ca8c667d09ba" providerId="AD" clId="Web-{3CA7FEC2-F799-4045-7EDF-8CAD8092A5D8}" dt="2025-02-17T01:15:05.001" v="468" actId="20577"/>
          <ac:spMkLst>
            <pc:docMk/>
            <pc:sldMk cId="2427720425" sldId="354"/>
            <ac:spMk id="3" creationId="{00000000-0000-0000-0000-000000000000}"/>
          </ac:spMkLst>
        </pc:spChg>
      </pc:sldChg>
      <pc:sldChg chg="add del">
        <pc:chgData name="Basem Suleiman" userId="S::z3230813@ad.unsw.edu.au::a84cd754-6b82-466c-b579-ca8c667d09ba" providerId="AD" clId="Web-{3CA7FEC2-F799-4045-7EDF-8CAD8092A5D8}" dt="2025-02-17T05:02:42.124" v="2103"/>
        <pc:sldMkLst>
          <pc:docMk/>
          <pc:sldMk cId="4286064576" sldId="355"/>
        </pc:sldMkLst>
      </pc:sldChg>
      <pc:sldChg chg="add del">
        <pc:chgData name="Basem Suleiman" userId="S::z3230813@ad.unsw.edu.au::a84cd754-6b82-466c-b579-ca8c667d09ba" providerId="AD" clId="Web-{3CA7FEC2-F799-4045-7EDF-8CAD8092A5D8}" dt="2025-02-17T05:02:42.140" v="2105"/>
        <pc:sldMkLst>
          <pc:docMk/>
          <pc:sldMk cId="815808558" sldId="356"/>
        </pc:sldMkLst>
      </pc:sldChg>
      <pc:sldChg chg="addSp delSp modSp add replId">
        <pc:chgData name="Basem Suleiman" userId="S::z3230813@ad.unsw.edu.au::a84cd754-6b82-466c-b579-ca8c667d09ba" providerId="AD" clId="Web-{3CA7FEC2-F799-4045-7EDF-8CAD8092A5D8}" dt="2025-02-17T00:49:30.921" v="216" actId="1076"/>
        <pc:sldMkLst>
          <pc:docMk/>
          <pc:sldMk cId="2327093910" sldId="358"/>
        </pc:sldMkLst>
        <pc:spChg chg="add">
          <ac:chgData name="Basem Suleiman" userId="S::z3230813@ad.unsw.edu.au::a84cd754-6b82-466c-b579-ca8c667d09ba" providerId="AD" clId="Web-{3CA7FEC2-F799-4045-7EDF-8CAD8092A5D8}" dt="2025-02-17T00:49:22.031" v="215"/>
          <ac:spMkLst>
            <pc:docMk/>
            <pc:sldMk cId="2327093910" sldId="358"/>
            <ac:spMk id="5" creationId="{9A61362F-A04D-1FE8-48A3-CF5575356632}"/>
          </ac:spMkLst>
        </pc:spChg>
        <pc:spChg chg="mod">
          <ac:chgData name="Basem Suleiman" userId="S::z3230813@ad.unsw.edu.au::a84cd754-6b82-466c-b579-ca8c667d09ba" providerId="AD" clId="Web-{3CA7FEC2-F799-4045-7EDF-8CAD8092A5D8}" dt="2025-02-17T00:45:34.827" v="174" actId="1076"/>
          <ac:spMkLst>
            <pc:docMk/>
            <pc:sldMk cId="2327093910" sldId="358"/>
            <ac:spMk id="11" creationId="{4C67805E-4F60-6487-1AA0-1C741588D273}"/>
          </ac:spMkLst>
        </pc:spChg>
        <pc:picChg chg="del">
          <ac:chgData name="Basem Suleiman" userId="S::z3230813@ad.unsw.edu.au::a84cd754-6b82-466c-b579-ca8c667d09ba" providerId="AD" clId="Web-{3CA7FEC2-F799-4045-7EDF-8CAD8092A5D8}" dt="2025-02-17T00:44:45.780" v="169"/>
          <ac:picMkLst>
            <pc:docMk/>
            <pc:sldMk cId="2327093910" sldId="358"/>
            <ac:picMk id="2" creationId="{B60528DE-8BA0-E8E5-5B4B-58FC86F79C56}"/>
          </ac:picMkLst>
        </pc:picChg>
        <pc:picChg chg="add mod">
          <ac:chgData name="Basem Suleiman" userId="S::z3230813@ad.unsw.edu.au::a84cd754-6b82-466c-b579-ca8c667d09ba" providerId="AD" clId="Web-{3CA7FEC2-F799-4045-7EDF-8CAD8092A5D8}" dt="2025-02-17T00:49:30.921" v="216" actId="1076"/>
          <ac:picMkLst>
            <pc:docMk/>
            <pc:sldMk cId="2327093910" sldId="358"/>
            <ac:picMk id="3" creationId="{8D9C28FA-F80E-7BD8-615F-8FFE85CBAE61}"/>
          </ac:picMkLst>
        </pc:picChg>
      </pc:sldChg>
      <pc:sldChg chg="addSp delSp modSp add del replId">
        <pc:chgData name="Basem Suleiman" userId="S::z3230813@ad.unsw.edu.au::a84cd754-6b82-466c-b579-ca8c667d09ba" providerId="AD" clId="Web-{3CA7FEC2-F799-4045-7EDF-8CAD8092A5D8}" dt="2025-02-17T05:02:42.108" v="2099"/>
        <pc:sldMkLst>
          <pc:docMk/>
          <pc:sldMk cId="3949631831" sldId="359"/>
        </pc:sldMkLst>
        <pc:spChg chg="mod">
          <ac:chgData name="Basem Suleiman" userId="S::z3230813@ad.unsw.edu.au::a84cd754-6b82-466c-b579-ca8c667d09ba" providerId="AD" clId="Web-{3CA7FEC2-F799-4045-7EDF-8CAD8092A5D8}" dt="2025-02-17T01:18:43.533" v="491" actId="20577"/>
          <ac:spMkLst>
            <pc:docMk/>
            <pc:sldMk cId="3949631831" sldId="359"/>
            <ac:spMk id="2" creationId="{AB9B8E32-BA87-8B27-405D-79EF6CAB8685}"/>
          </ac:spMkLst>
        </pc:spChg>
        <pc:spChg chg="del">
          <ac:chgData name="Basem Suleiman" userId="S::z3230813@ad.unsw.edu.au::a84cd754-6b82-466c-b579-ca8c667d09ba" providerId="AD" clId="Web-{3CA7FEC2-F799-4045-7EDF-8CAD8092A5D8}" dt="2025-02-17T01:16:38.361" v="470"/>
          <ac:spMkLst>
            <pc:docMk/>
            <pc:sldMk cId="3949631831" sldId="359"/>
            <ac:spMk id="3" creationId="{8D48FBF6-348B-6F4F-216A-C5846E210EE1}"/>
          </ac:spMkLst>
        </pc:spChg>
        <pc:spChg chg="add mod">
          <ac:chgData name="Basem Suleiman" userId="S::z3230813@ad.unsw.edu.au::a84cd754-6b82-466c-b579-ca8c667d09ba" providerId="AD" clId="Web-{3CA7FEC2-F799-4045-7EDF-8CAD8092A5D8}" dt="2025-02-17T01:20:42.736" v="506" actId="20577"/>
          <ac:spMkLst>
            <pc:docMk/>
            <pc:sldMk cId="3949631831" sldId="359"/>
            <ac:spMk id="7" creationId="{8E92C60C-B5BC-BBCA-4177-9BE1F1F7AAA4}"/>
          </ac:spMkLst>
        </pc:spChg>
        <pc:picChg chg="del">
          <ac:chgData name="Basem Suleiman" userId="S::z3230813@ad.unsw.edu.au::a84cd754-6b82-466c-b579-ca8c667d09ba" providerId="AD" clId="Web-{3CA7FEC2-F799-4045-7EDF-8CAD8092A5D8}" dt="2025-02-17T01:16:39.189" v="471"/>
          <ac:picMkLst>
            <pc:docMk/>
            <pc:sldMk cId="3949631831" sldId="359"/>
            <ac:picMk id="5" creationId="{FE310A20-33FA-4D39-2EEA-50D516AA816A}"/>
          </ac:picMkLst>
        </pc:picChg>
        <pc:picChg chg="add del mod">
          <ac:chgData name="Basem Suleiman" userId="S::z3230813@ad.unsw.edu.au::a84cd754-6b82-466c-b579-ca8c667d09ba" providerId="AD" clId="Web-{3CA7FEC2-F799-4045-7EDF-8CAD8092A5D8}" dt="2025-02-17T01:16:51.517" v="475"/>
          <ac:picMkLst>
            <pc:docMk/>
            <pc:sldMk cId="3949631831" sldId="359"/>
            <ac:picMk id="6" creationId="{5EEDBD61-B620-2BED-BD24-17A7A4393EBE}"/>
          </ac:picMkLst>
        </pc:picChg>
      </pc:sldChg>
      <pc:sldChg chg="modSp add del replId">
        <pc:chgData name="Basem Suleiman" userId="S::z3230813@ad.unsw.edu.au::a84cd754-6b82-466c-b579-ca8c667d09ba" providerId="AD" clId="Web-{3CA7FEC2-F799-4045-7EDF-8CAD8092A5D8}" dt="2025-02-17T05:02:42.124" v="2102"/>
        <pc:sldMkLst>
          <pc:docMk/>
          <pc:sldMk cId="3008006924" sldId="360"/>
        </pc:sldMkLst>
        <pc:spChg chg="mod">
          <ac:chgData name="Basem Suleiman" userId="S::z3230813@ad.unsw.edu.au::a84cd754-6b82-466c-b579-ca8c667d09ba" providerId="AD" clId="Web-{3CA7FEC2-F799-4045-7EDF-8CAD8092A5D8}" dt="2025-02-17T01:40:51.112" v="756" actId="20577"/>
          <ac:spMkLst>
            <pc:docMk/>
            <pc:sldMk cId="3008006924" sldId="360"/>
            <ac:spMk id="3" creationId="{A5572952-2340-B9D6-92A5-80F0C4C6BC85}"/>
          </ac:spMkLst>
        </pc:spChg>
      </pc:sldChg>
      <pc:sldChg chg="modSp add del replId">
        <pc:chgData name="Basem Suleiman" userId="S::z3230813@ad.unsw.edu.au::a84cd754-6b82-466c-b579-ca8c667d09ba" providerId="AD" clId="Web-{3CA7FEC2-F799-4045-7EDF-8CAD8092A5D8}" dt="2025-02-17T05:02:42.140" v="2104"/>
        <pc:sldMkLst>
          <pc:docMk/>
          <pc:sldMk cId="228878874" sldId="361"/>
        </pc:sldMkLst>
        <pc:spChg chg="mod">
          <ac:chgData name="Basem Suleiman" userId="S::z3230813@ad.unsw.edu.au::a84cd754-6b82-466c-b579-ca8c667d09ba" providerId="AD" clId="Web-{3CA7FEC2-F799-4045-7EDF-8CAD8092A5D8}" dt="2025-02-17T01:28:56.049" v="695" actId="20577"/>
          <ac:spMkLst>
            <pc:docMk/>
            <pc:sldMk cId="228878874" sldId="361"/>
            <ac:spMk id="3" creationId="{1E075521-1023-6FD9-FCC7-09663049A074}"/>
          </ac:spMkLst>
        </pc:spChg>
      </pc:sldChg>
      <pc:sldChg chg="modSp add del ord replId">
        <pc:chgData name="Basem Suleiman" userId="S::z3230813@ad.unsw.edu.au::a84cd754-6b82-466c-b579-ca8c667d09ba" providerId="AD" clId="Web-{3CA7FEC2-F799-4045-7EDF-8CAD8092A5D8}" dt="2025-02-17T05:06:22.692" v="2146"/>
        <pc:sldMkLst>
          <pc:docMk/>
          <pc:sldMk cId="2284807332" sldId="362"/>
        </pc:sldMkLst>
        <pc:spChg chg="mod">
          <ac:chgData name="Basem Suleiman" userId="S::z3230813@ad.unsw.edu.au::a84cd754-6b82-466c-b579-ca8c667d09ba" providerId="AD" clId="Web-{3CA7FEC2-F799-4045-7EDF-8CAD8092A5D8}" dt="2025-02-17T02:18:40.654" v="816"/>
          <ac:spMkLst>
            <pc:docMk/>
            <pc:sldMk cId="2284807332" sldId="362"/>
            <ac:spMk id="2" creationId="{09FC4BC6-6782-8F66-B217-7555423C5D08}"/>
          </ac:spMkLst>
        </pc:spChg>
        <pc:spChg chg="mod">
          <ac:chgData name="Basem Suleiman" userId="S::z3230813@ad.unsw.edu.au::a84cd754-6b82-466c-b579-ca8c667d09ba" providerId="AD" clId="Web-{3CA7FEC2-F799-4045-7EDF-8CAD8092A5D8}" dt="2025-02-17T03:05:09.120" v="1344" actId="20577"/>
          <ac:spMkLst>
            <pc:docMk/>
            <pc:sldMk cId="2284807332" sldId="362"/>
            <ac:spMk id="3" creationId="{37137CC1-7BFD-F513-87DB-36F54BDD95A1}"/>
          </ac:spMkLst>
        </pc:spChg>
      </pc:sldChg>
      <pc:sldChg chg="add ord replId">
        <pc:chgData name="Basem Suleiman" userId="S::z3230813@ad.unsw.edu.au::a84cd754-6b82-466c-b579-ca8c667d09ba" providerId="AD" clId="Web-{3CA7FEC2-F799-4045-7EDF-8CAD8092A5D8}" dt="2025-02-17T03:05:28.839" v="1346"/>
        <pc:sldMkLst>
          <pc:docMk/>
          <pc:sldMk cId="1349328018" sldId="363"/>
        </pc:sldMkLst>
      </pc:sldChg>
      <pc:sldChg chg="addSp modSp add replId">
        <pc:chgData name="Basem Suleiman" userId="S::z3230813@ad.unsw.edu.au::a84cd754-6b82-466c-b579-ca8c667d09ba" providerId="AD" clId="Web-{3CA7FEC2-F799-4045-7EDF-8CAD8092A5D8}" dt="2025-02-17T05:07:39.506" v="2157" actId="1076"/>
        <pc:sldMkLst>
          <pc:docMk/>
          <pc:sldMk cId="831626726" sldId="364"/>
        </pc:sldMkLst>
        <pc:spChg chg="mod">
          <ac:chgData name="Basem Suleiman" userId="S::z3230813@ad.unsw.edu.au::a84cd754-6b82-466c-b579-ca8c667d09ba" providerId="AD" clId="Web-{3CA7FEC2-F799-4045-7EDF-8CAD8092A5D8}" dt="2025-02-17T03:14:03.304" v="1659" actId="20577"/>
          <ac:spMkLst>
            <pc:docMk/>
            <pc:sldMk cId="831626726" sldId="364"/>
            <ac:spMk id="3" creationId="{D050050B-6942-F5C0-2655-C721443DA9A5}"/>
          </ac:spMkLst>
        </pc:spChg>
        <pc:spChg chg="mod">
          <ac:chgData name="Basem Suleiman" userId="S::z3230813@ad.unsw.edu.au::a84cd754-6b82-466c-b579-ca8c667d09ba" providerId="AD" clId="Web-{3CA7FEC2-F799-4045-7EDF-8CAD8092A5D8}" dt="2025-02-17T05:07:34.959" v="2156" actId="20577"/>
          <ac:spMkLst>
            <pc:docMk/>
            <pc:sldMk cId="831626726" sldId="364"/>
            <ac:spMk id="5" creationId="{04F1C408-1A75-295B-B32D-6A011D47DB3A}"/>
          </ac:spMkLst>
        </pc:spChg>
        <pc:picChg chg="add mod">
          <ac:chgData name="Basem Suleiman" userId="S::z3230813@ad.unsw.edu.au::a84cd754-6b82-466c-b579-ca8c667d09ba" providerId="AD" clId="Web-{3CA7FEC2-F799-4045-7EDF-8CAD8092A5D8}" dt="2025-02-17T05:07:39.506" v="2157" actId="1076"/>
          <ac:picMkLst>
            <pc:docMk/>
            <pc:sldMk cId="831626726" sldId="364"/>
            <ac:picMk id="2" creationId="{9C7D1C35-9002-B4A4-A54D-6EEC8EB37FD7}"/>
          </ac:picMkLst>
        </pc:picChg>
      </pc:sldChg>
      <pc:sldChg chg="addSp delSp modSp add replId">
        <pc:chgData name="Basem Suleiman" userId="S::z3230813@ad.unsw.edu.au::a84cd754-6b82-466c-b579-ca8c667d09ba" providerId="AD" clId="Web-{3CA7FEC2-F799-4045-7EDF-8CAD8092A5D8}" dt="2025-02-17T04:40:54.888" v="1998" actId="1076"/>
        <pc:sldMkLst>
          <pc:docMk/>
          <pc:sldMk cId="4272742759" sldId="365"/>
        </pc:sldMkLst>
        <pc:spChg chg="mod">
          <ac:chgData name="Basem Suleiman" userId="S::z3230813@ad.unsw.edu.au::a84cd754-6b82-466c-b579-ca8c667d09ba" providerId="AD" clId="Web-{3CA7FEC2-F799-4045-7EDF-8CAD8092A5D8}" dt="2025-02-17T04:22:17.485" v="1756" actId="20577"/>
          <ac:spMkLst>
            <pc:docMk/>
            <pc:sldMk cId="4272742759" sldId="365"/>
            <ac:spMk id="2" creationId="{D6301589-4880-BC01-0733-209CFCF8F2CF}"/>
          </ac:spMkLst>
        </pc:spChg>
        <pc:spChg chg="del mod">
          <ac:chgData name="Basem Suleiman" userId="S::z3230813@ad.unsw.edu.au::a84cd754-6b82-466c-b579-ca8c667d09ba" providerId="AD" clId="Web-{3CA7FEC2-F799-4045-7EDF-8CAD8092A5D8}" dt="2025-02-17T04:22:21.079" v="1759"/>
          <ac:spMkLst>
            <pc:docMk/>
            <pc:sldMk cId="4272742759" sldId="365"/>
            <ac:spMk id="3" creationId="{15DEC9B4-0DA9-323C-2DA2-32CC38E28151}"/>
          </ac:spMkLst>
        </pc:spChg>
        <pc:spChg chg="add mod">
          <ac:chgData name="Basem Suleiman" userId="S::z3230813@ad.unsw.edu.au::a84cd754-6b82-466c-b579-ca8c667d09ba" providerId="AD" clId="Web-{3CA7FEC2-F799-4045-7EDF-8CAD8092A5D8}" dt="2025-02-17T04:40:47.341" v="1997"/>
          <ac:spMkLst>
            <pc:docMk/>
            <pc:sldMk cId="4272742759" sldId="365"/>
            <ac:spMk id="6" creationId="{224FFEF7-B92A-69BF-59E2-5A27A3779BEE}"/>
          </ac:spMkLst>
        </pc:spChg>
        <pc:picChg chg="add mod">
          <ac:chgData name="Basem Suleiman" userId="S::z3230813@ad.unsw.edu.au::a84cd754-6b82-466c-b579-ca8c667d09ba" providerId="AD" clId="Web-{3CA7FEC2-F799-4045-7EDF-8CAD8092A5D8}" dt="2025-02-17T04:40:54.888" v="1998" actId="1076"/>
          <ac:picMkLst>
            <pc:docMk/>
            <pc:sldMk cId="4272742759" sldId="365"/>
            <ac:picMk id="5" creationId="{85FD668E-579A-7852-B0B4-06B19729A862}"/>
          </ac:picMkLst>
        </pc:picChg>
      </pc:sldChg>
      <pc:sldChg chg="addSp delSp modSp add replId">
        <pc:chgData name="Basem Suleiman" userId="S::z3230813@ad.unsw.edu.au::a84cd754-6b82-466c-b579-ca8c667d09ba" providerId="AD" clId="Web-{3CA7FEC2-F799-4045-7EDF-8CAD8092A5D8}" dt="2025-02-17T04:40:33.185" v="1994" actId="14100"/>
        <pc:sldMkLst>
          <pc:docMk/>
          <pc:sldMk cId="638540712" sldId="366"/>
        </pc:sldMkLst>
        <pc:spChg chg="mod">
          <ac:chgData name="Basem Suleiman" userId="S::z3230813@ad.unsw.edu.au::a84cd754-6b82-466c-b579-ca8c667d09ba" providerId="AD" clId="Web-{3CA7FEC2-F799-4045-7EDF-8CAD8092A5D8}" dt="2025-02-17T04:40:33.185" v="1994" actId="14100"/>
          <ac:spMkLst>
            <pc:docMk/>
            <pc:sldMk cId="638540712" sldId="366"/>
            <ac:spMk id="6" creationId="{480A1DFA-21D7-4752-99F0-25E65C4C67C5}"/>
          </ac:spMkLst>
        </pc:spChg>
        <pc:picChg chg="add mod">
          <ac:chgData name="Basem Suleiman" userId="S::z3230813@ad.unsw.edu.au::a84cd754-6b82-466c-b579-ca8c667d09ba" providerId="AD" clId="Web-{3CA7FEC2-F799-4045-7EDF-8CAD8092A5D8}" dt="2025-02-17T04:40:23.325" v="1992" actId="1076"/>
          <ac:picMkLst>
            <pc:docMk/>
            <pc:sldMk cId="638540712" sldId="366"/>
            <ac:picMk id="3" creationId="{D608E5AF-C680-A031-9796-8809C2DAF021}"/>
          </ac:picMkLst>
        </pc:picChg>
        <pc:picChg chg="del">
          <ac:chgData name="Basem Suleiman" userId="S::z3230813@ad.unsw.edu.au::a84cd754-6b82-466c-b579-ca8c667d09ba" providerId="AD" clId="Web-{3CA7FEC2-F799-4045-7EDF-8CAD8092A5D8}" dt="2025-02-17T04:25:56.834" v="1872"/>
          <ac:picMkLst>
            <pc:docMk/>
            <pc:sldMk cId="638540712" sldId="366"/>
            <ac:picMk id="5" creationId="{2FCB6EE5-CF98-8F44-177D-A90479F0A03C}"/>
          </ac:picMkLst>
        </pc:picChg>
        <pc:picChg chg="add mod">
          <ac:chgData name="Basem Suleiman" userId="S::z3230813@ad.unsw.edu.au::a84cd754-6b82-466c-b579-ca8c667d09ba" providerId="AD" clId="Web-{3CA7FEC2-F799-4045-7EDF-8CAD8092A5D8}" dt="2025-02-17T04:40:21.231" v="1991" actId="1076"/>
          <ac:picMkLst>
            <pc:docMk/>
            <pc:sldMk cId="638540712" sldId="366"/>
            <ac:picMk id="7" creationId="{82BDC21C-BE45-FDBD-9283-E32AA71E8184}"/>
          </ac:picMkLst>
        </pc:picChg>
      </pc:sldChg>
      <pc:sldChg chg="addSp delSp modSp add replId">
        <pc:chgData name="Basem Suleiman" userId="S::z3230813@ad.unsw.edu.au::a84cd754-6b82-466c-b579-ca8c667d09ba" providerId="AD" clId="Web-{3CA7FEC2-F799-4045-7EDF-8CAD8092A5D8}" dt="2025-02-17T04:45:46.474" v="2012" actId="1076"/>
        <pc:sldMkLst>
          <pc:docMk/>
          <pc:sldMk cId="3532565956" sldId="367"/>
        </pc:sldMkLst>
        <pc:spChg chg="del">
          <ac:chgData name="Basem Suleiman" userId="S::z3230813@ad.unsw.edu.au::a84cd754-6b82-466c-b579-ca8c667d09ba" providerId="AD" clId="Web-{3CA7FEC2-F799-4045-7EDF-8CAD8092A5D8}" dt="2025-02-17T04:44:17.206" v="2000"/>
          <ac:spMkLst>
            <pc:docMk/>
            <pc:sldMk cId="3532565956" sldId="367"/>
            <ac:spMk id="6" creationId="{7B794958-F8D1-2F42-DCA0-FF7F6C428210}"/>
          </ac:spMkLst>
        </pc:spChg>
        <pc:picChg chg="del">
          <ac:chgData name="Basem Suleiman" userId="S::z3230813@ad.unsw.edu.au::a84cd754-6b82-466c-b579-ca8c667d09ba" providerId="AD" clId="Web-{3CA7FEC2-F799-4045-7EDF-8CAD8092A5D8}" dt="2025-02-17T04:44:19.081" v="2002"/>
          <ac:picMkLst>
            <pc:docMk/>
            <pc:sldMk cId="3532565956" sldId="367"/>
            <ac:picMk id="3" creationId="{7ABC5605-1E53-8241-4C02-E56FE93F4791}"/>
          </ac:picMkLst>
        </pc:picChg>
        <pc:picChg chg="add mod">
          <ac:chgData name="Basem Suleiman" userId="S::z3230813@ad.unsw.edu.au::a84cd754-6b82-466c-b579-ca8c667d09ba" providerId="AD" clId="Web-{3CA7FEC2-F799-4045-7EDF-8CAD8092A5D8}" dt="2025-02-17T04:45:46.474" v="2012" actId="1076"/>
          <ac:picMkLst>
            <pc:docMk/>
            <pc:sldMk cId="3532565956" sldId="367"/>
            <ac:picMk id="5" creationId="{AD553781-8397-658A-F565-AA2A8BE68B7E}"/>
          </ac:picMkLst>
        </pc:picChg>
        <pc:picChg chg="del">
          <ac:chgData name="Basem Suleiman" userId="S::z3230813@ad.unsw.edu.au::a84cd754-6b82-466c-b579-ca8c667d09ba" providerId="AD" clId="Web-{3CA7FEC2-F799-4045-7EDF-8CAD8092A5D8}" dt="2025-02-17T04:44:18.581" v="2001"/>
          <ac:picMkLst>
            <pc:docMk/>
            <pc:sldMk cId="3532565956" sldId="367"/>
            <ac:picMk id="7" creationId="{3F183A0D-39E5-384D-5500-EDFECDC5CC05}"/>
          </ac:picMkLst>
        </pc:picChg>
        <pc:picChg chg="add mod">
          <ac:chgData name="Basem Suleiman" userId="S::z3230813@ad.unsw.edu.au::a84cd754-6b82-466c-b579-ca8c667d09ba" providerId="AD" clId="Web-{3CA7FEC2-F799-4045-7EDF-8CAD8092A5D8}" dt="2025-02-17T04:45:43.958" v="2011" actId="1076"/>
          <ac:picMkLst>
            <pc:docMk/>
            <pc:sldMk cId="3532565956" sldId="367"/>
            <ac:picMk id="8" creationId="{7B81BD8B-1860-1ABF-41EE-9F8CAE1773AA}"/>
          </ac:picMkLst>
        </pc:picChg>
      </pc:sldChg>
      <pc:sldChg chg="addSp delSp modSp add replId">
        <pc:chgData name="Basem Suleiman" userId="S::z3230813@ad.unsw.edu.au::a84cd754-6b82-466c-b579-ca8c667d09ba" providerId="AD" clId="Web-{3CA7FEC2-F799-4045-7EDF-8CAD8092A5D8}" dt="2025-02-17T04:54:37.159" v="2047" actId="1076"/>
        <pc:sldMkLst>
          <pc:docMk/>
          <pc:sldMk cId="3810489048" sldId="368"/>
        </pc:sldMkLst>
        <pc:spChg chg="mod">
          <ac:chgData name="Basem Suleiman" userId="S::z3230813@ad.unsw.edu.au::a84cd754-6b82-466c-b579-ca8c667d09ba" providerId="AD" clId="Web-{3CA7FEC2-F799-4045-7EDF-8CAD8092A5D8}" dt="2025-02-17T04:54:37.159" v="2047" actId="1076"/>
          <ac:spMkLst>
            <pc:docMk/>
            <pc:sldMk cId="3810489048" sldId="368"/>
            <ac:spMk id="2" creationId="{938A82A4-F40A-6E47-83FA-E20C297068AA}"/>
          </ac:spMkLst>
        </pc:spChg>
        <pc:spChg chg="del mod">
          <ac:chgData name="Basem Suleiman" userId="S::z3230813@ad.unsw.edu.au::a84cd754-6b82-466c-b579-ca8c667d09ba" providerId="AD" clId="Web-{3CA7FEC2-F799-4045-7EDF-8CAD8092A5D8}" dt="2025-02-17T04:54:28.065" v="2044"/>
          <ac:spMkLst>
            <pc:docMk/>
            <pc:sldMk cId="3810489048" sldId="368"/>
            <ac:spMk id="3" creationId="{E89BF783-F3AF-1E31-1F56-873795F88191}"/>
          </ac:spMkLst>
        </pc:spChg>
        <pc:picChg chg="add mod">
          <ac:chgData name="Basem Suleiman" userId="S::z3230813@ad.unsw.edu.au::a84cd754-6b82-466c-b579-ca8c667d09ba" providerId="AD" clId="Web-{3CA7FEC2-F799-4045-7EDF-8CAD8092A5D8}" dt="2025-02-17T04:54:31.924" v="2046" actId="1076"/>
          <ac:picMkLst>
            <pc:docMk/>
            <pc:sldMk cId="3810489048" sldId="368"/>
            <ac:picMk id="5" creationId="{9A7221E5-5648-C6DF-C473-4CDC4D58C1F9}"/>
          </ac:picMkLst>
        </pc:picChg>
      </pc:sldChg>
      <pc:sldChg chg="addSp delSp modSp add replId">
        <pc:chgData name="Basem Suleiman" userId="S::z3230813@ad.unsw.edu.au::a84cd754-6b82-466c-b579-ca8c667d09ba" providerId="AD" clId="Web-{3CA7FEC2-F799-4045-7EDF-8CAD8092A5D8}" dt="2025-02-17T04:55:38.285" v="2051" actId="1076"/>
        <pc:sldMkLst>
          <pc:docMk/>
          <pc:sldMk cId="1075437947" sldId="369"/>
        </pc:sldMkLst>
        <pc:picChg chg="add mod">
          <ac:chgData name="Basem Suleiman" userId="S::z3230813@ad.unsw.edu.au::a84cd754-6b82-466c-b579-ca8c667d09ba" providerId="AD" clId="Web-{3CA7FEC2-F799-4045-7EDF-8CAD8092A5D8}" dt="2025-02-17T04:55:38.285" v="2051" actId="1076"/>
          <ac:picMkLst>
            <pc:docMk/>
            <pc:sldMk cId="1075437947" sldId="369"/>
            <ac:picMk id="3" creationId="{6DCC5CC6-3231-EAB8-12FE-2DD8AF8D8A51}"/>
          </ac:picMkLst>
        </pc:picChg>
        <pc:picChg chg="del">
          <ac:chgData name="Basem Suleiman" userId="S::z3230813@ad.unsw.edu.au::a84cd754-6b82-466c-b579-ca8c667d09ba" providerId="AD" clId="Web-{3CA7FEC2-F799-4045-7EDF-8CAD8092A5D8}" dt="2025-02-17T04:55:29.598" v="2049"/>
          <ac:picMkLst>
            <pc:docMk/>
            <pc:sldMk cId="1075437947" sldId="369"/>
            <ac:picMk id="5" creationId="{29170C29-040D-7B37-ADF5-2DDD4864F617}"/>
          </ac:picMkLst>
        </pc:picChg>
      </pc:sldChg>
      <pc:sldChg chg="addSp delSp modSp add replId">
        <pc:chgData name="Basem Suleiman" userId="S::z3230813@ad.unsw.edu.au::a84cd754-6b82-466c-b579-ca8c667d09ba" providerId="AD" clId="Web-{3CA7FEC2-F799-4045-7EDF-8CAD8092A5D8}" dt="2025-02-17T04:56:52.506" v="2059" actId="1076"/>
        <pc:sldMkLst>
          <pc:docMk/>
          <pc:sldMk cId="685881090" sldId="370"/>
        </pc:sldMkLst>
        <pc:picChg chg="del">
          <ac:chgData name="Basem Suleiman" userId="S::z3230813@ad.unsw.edu.au::a84cd754-6b82-466c-b579-ca8c667d09ba" providerId="AD" clId="Web-{3CA7FEC2-F799-4045-7EDF-8CAD8092A5D8}" dt="2025-02-17T04:56:13.099" v="2053"/>
          <ac:picMkLst>
            <pc:docMk/>
            <pc:sldMk cId="685881090" sldId="370"/>
            <ac:picMk id="3" creationId="{0D9C0CBC-8A2E-6A45-7247-5F520D558D90}"/>
          </ac:picMkLst>
        </pc:picChg>
        <pc:picChg chg="add mod">
          <ac:chgData name="Basem Suleiman" userId="S::z3230813@ad.unsw.edu.au::a84cd754-6b82-466c-b579-ca8c667d09ba" providerId="AD" clId="Web-{3CA7FEC2-F799-4045-7EDF-8CAD8092A5D8}" dt="2025-02-17T04:56:52.506" v="2059" actId="1076"/>
          <ac:picMkLst>
            <pc:docMk/>
            <pc:sldMk cId="685881090" sldId="370"/>
            <ac:picMk id="5" creationId="{B8A0E94F-F75F-E3E4-B075-FB9203A4F294}"/>
          </ac:picMkLst>
        </pc:picChg>
      </pc:sldChg>
      <pc:sldChg chg="addSp delSp modSp add replId">
        <pc:chgData name="Basem Suleiman" userId="S::z3230813@ad.unsw.edu.au::a84cd754-6b82-466c-b579-ca8c667d09ba" providerId="AD" clId="Web-{3CA7FEC2-F799-4045-7EDF-8CAD8092A5D8}" dt="2025-02-17T04:57:03.272" v="2063" actId="1076"/>
        <pc:sldMkLst>
          <pc:docMk/>
          <pc:sldMk cId="258053965" sldId="371"/>
        </pc:sldMkLst>
        <pc:picChg chg="add mod">
          <ac:chgData name="Basem Suleiman" userId="S::z3230813@ad.unsw.edu.au::a84cd754-6b82-466c-b579-ca8c667d09ba" providerId="AD" clId="Web-{3CA7FEC2-F799-4045-7EDF-8CAD8092A5D8}" dt="2025-02-17T04:57:03.272" v="2063" actId="1076"/>
          <ac:picMkLst>
            <pc:docMk/>
            <pc:sldMk cId="258053965" sldId="371"/>
            <ac:picMk id="3" creationId="{5459100B-B302-468F-C3B1-497DEB66CE59}"/>
          </ac:picMkLst>
        </pc:picChg>
        <pc:picChg chg="del">
          <ac:chgData name="Basem Suleiman" userId="S::z3230813@ad.unsw.edu.au::a84cd754-6b82-466c-b579-ca8c667d09ba" providerId="AD" clId="Web-{3CA7FEC2-F799-4045-7EDF-8CAD8092A5D8}" dt="2025-02-17T04:56:58.725" v="2061"/>
          <ac:picMkLst>
            <pc:docMk/>
            <pc:sldMk cId="258053965" sldId="371"/>
            <ac:picMk id="5" creationId="{5391CF86-182E-269E-8485-5C1EEF23851B}"/>
          </ac:picMkLst>
        </pc:picChg>
      </pc:sldChg>
      <pc:sldChg chg="addSp delSp modSp add replId">
        <pc:chgData name="Basem Suleiman" userId="S::z3230813@ad.unsw.edu.au::a84cd754-6b82-466c-b579-ca8c667d09ba" providerId="AD" clId="Web-{3CA7FEC2-F799-4045-7EDF-8CAD8092A5D8}" dt="2025-02-17T04:57:34.476" v="2068" actId="1076"/>
        <pc:sldMkLst>
          <pc:docMk/>
          <pc:sldMk cId="3944744474" sldId="372"/>
        </pc:sldMkLst>
        <pc:picChg chg="del">
          <ac:chgData name="Basem Suleiman" userId="S::z3230813@ad.unsw.edu.au::a84cd754-6b82-466c-b579-ca8c667d09ba" providerId="AD" clId="Web-{3CA7FEC2-F799-4045-7EDF-8CAD8092A5D8}" dt="2025-02-17T04:57:26.304" v="2065"/>
          <ac:picMkLst>
            <pc:docMk/>
            <pc:sldMk cId="3944744474" sldId="372"/>
            <ac:picMk id="3" creationId="{AFA67330-F53C-7F6B-6A8B-16F3D87F11EC}"/>
          </ac:picMkLst>
        </pc:picChg>
        <pc:picChg chg="add mod">
          <ac:chgData name="Basem Suleiman" userId="S::z3230813@ad.unsw.edu.au::a84cd754-6b82-466c-b579-ca8c667d09ba" providerId="AD" clId="Web-{3CA7FEC2-F799-4045-7EDF-8CAD8092A5D8}" dt="2025-02-17T04:57:34.476" v="2068" actId="1076"/>
          <ac:picMkLst>
            <pc:docMk/>
            <pc:sldMk cId="3944744474" sldId="372"/>
            <ac:picMk id="5" creationId="{B83456D1-4D49-655F-F401-26DC301ED374}"/>
          </ac:picMkLst>
        </pc:picChg>
      </pc:sldChg>
      <pc:sldChg chg="addSp delSp modSp add replId">
        <pc:chgData name="Basem Suleiman" userId="S::z3230813@ad.unsw.edu.au::a84cd754-6b82-466c-b579-ca8c667d09ba" providerId="AD" clId="Web-{3CA7FEC2-F799-4045-7EDF-8CAD8092A5D8}" dt="2025-02-17T04:58:03.758" v="2072" actId="1076"/>
        <pc:sldMkLst>
          <pc:docMk/>
          <pc:sldMk cId="1561637172" sldId="373"/>
        </pc:sldMkLst>
        <pc:picChg chg="add mod">
          <ac:chgData name="Basem Suleiman" userId="S::z3230813@ad.unsw.edu.au::a84cd754-6b82-466c-b579-ca8c667d09ba" providerId="AD" clId="Web-{3CA7FEC2-F799-4045-7EDF-8CAD8092A5D8}" dt="2025-02-17T04:58:03.758" v="2072" actId="1076"/>
          <ac:picMkLst>
            <pc:docMk/>
            <pc:sldMk cId="1561637172" sldId="373"/>
            <ac:picMk id="3" creationId="{18E0592C-B0D4-ADED-DCB0-FB1AD44B9EE0}"/>
          </ac:picMkLst>
        </pc:picChg>
        <pc:picChg chg="del">
          <ac:chgData name="Basem Suleiman" userId="S::z3230813@ad.unsw.edu.au::a84cd754-6b82-466c-b579-ca8c667d09ba" providerId="AD" clId="Web-{3CA7FEC2-F799-4045-7EDF-8CAD8092A5D8}" dt="2025-02-17T04:57:59.789" v="2070"/>
          <ac:picMkLst>
            <pc:docMk/>
            <pc:sldMk cId="1561637172" sldId="373"/>
            <ac:picMk id="5" creationId="{3939CF1C-94F2-BE55-CEF1-AE64824A8036}"/>
          </ac:picMkLst>
        </pc:picChg>
      </pc:sldChg>
      <pc:sldChg chg="addSp delSp modSp add replId">
        <pc:chgData name="Basem Suleiman" userId="S::z3230813@ad.unsw.edu.au::a84cd754-6b82-466c-b579-ca8c667d09ba" providerId="AD" clId="Web-{3CA7FEC2-F799-4045-7EDF-8CAD8092A5D8}" dt="2025-02-17T04:59:31.604" v="2075"/>
        <pc:sldMkLst>
          <pc:docMk/>
          <pc:sldMk cId="2585595676" sldId="374"/>
        </pc:sldMkLst>
        <pc:picChg chg="del">
          <ac:chgData name="Basem Suleiman" userId="S::z3230813@ad.unsw.edu.au::a84cd754-6b82-466c-b579-ca8c667d09ba" providerId="AD" clId="Web-{3CA7FEC2-F799-4045-7EDF-8CAD8092A5D8}" dt="2025-02-17T04:59:29.947" v="2074"/>
          <ac:picMkLst>
            <pc:docMk/>
            <pc:sldMk cId="2585595676" sldId="374"/>
            <ac:picMk id="3" creationId="{4570156F-6CCD-A0D7-A275-F15108527093}"/>
          </ac:picMkLst>
        </pc:picChg>
        <pc:picChg chg="add mod">
          <ac:chgData name="Basem Suleiman" userId="S::z3230813@ad.unsw.edu.au::a84cd754-6b82-466c-b579-ca8c667d09ba" providerId="AD" clId="Web-{3CA7FEC2-F799-4045-7EDF-8CAD8092A5D8}" dt="2025-02-17T04:59:31.604" v="2075"/>
          <ac:picMkLst>
            <pc:docMk/>
            <pc:sldMk cId="2585595676" sldId="374"/>
            <ac:picMk id="5" creationId="{E2C217BC-F5FA-33D7-4285-FC66FADB9CDC}"/>
          </ac:picMkLst>
        </pc:picChg>
      </pc:sldChg>
      <pc:sldChg chg="addSp delSp modSp add replId">
        <pc:chgData name="Basem Suleiman" userId="S::z3230813@ad.unsw.edu.au::a84cd754-6b82-466c-b579-ca8c667d09ba" providerId="AD" clId="Web-{3CA7FEC2-F799-4045-7EDF-8CAD8092A5D8}" dt="2025-02-17T05:00:57.090" v="2080" actId="1076"/>
        <pc:sldMkLst>
          <pc:docMk/>
          <pc:sldMk cId="738213674" sldId="375"/>
        </pc:sldMkLst>
        <pc:picChg chg="add mod">
          <ac:chgData name="Basem Suleiman" userId="S::z3230813@ad.unsw.edu.au::a84cd754-6b82-466c-b579-ca8c667d09ba" providerId="AD" clId="Web-{3CA7FEC2-F799-4045-7EDF-8CAD8092A5D8}" dt="2025-02-17T05:00:57.090" v="2080" actId="1076"/>
          <ac:picMkLst>
            <pc:docMk/>
            <pc:sldMk cId="738213674" sldId="375"/>
            <ac:picMk id="3" creationId="{1EA2DAE1-6593-3FF9-5226-DD760748EFAF}"/>
          </ac:picMkLst>
        </pc:picChg>
        <pc:picChg chg="del">
          <ac:chgData name="Basem Suleiman" userId="S::z3230813@ad.unsw.edu.au::a84cd754-6b82-466c-b579-ca8c667d09ba" providerId="AD" clId="Web-{3CA7FEC2-F799-4045-7EDF-8CAD8092A5D8}" dt="2025-02-17T05:00:47.934" v="2077"/>
          <ac:picMkLst>
            <pc:docMk/>
            <pc:sldMk cId="738213674" sldId="375"/>
            <ac:picMk id="5" creationId="{3CACD3EC-18FD-16B6-0996-E108D5669111}"/>
          </ac:picMkLst>
        </pc:picChg>
      </pc:sldChg>
    </pc:docChg>
  </pc:docChgLst>
  <pc:docChgLst>
    <pc:chgData name="Basem Suleiman" userId="S::z3230813@ad.unsw.edu.au::a84cd754-6b82-466c-b579-ca8c667d09ba" providerId="AD" clId="Web-{F935C3B0-A863-E09C-1294-F4EBFBDE90A3}"/>
    <pc:docChg chg="addSld modSld">
      <pc:chgData name="Basem Suleiman" userId="S::z3230813@ad.unsw.edu.au::a84cd754-6b82-466c-b579-ca8c667d09ba" providerId="AD" clId="Web-{F935C3B0-A863-E09C-1294-F4EBFBDE90A3}" dt="2025-02-17T05:38:20.708" v="22" actId="1076"/>
      <pc:docMkLst>
        <pc:docMk/>
      </pc:docMkLst>
      <pc:sldChg chg="modSp">
        <pc:chgData name="Basem Suleiman" userId="S::z3230813@ad.unsw.edu.au::a84cd754-6b82-466c-b579-ca8c667d09ba" providerId="AD" clId="Web-{F935C3B0-A863-E09C-1294-F4EBFBDE90A3}" dt="2025-02-17T05:34:37.812" v="11" actId="1076"/>
        <pc:sldMkLst>
          <pc:docMk/>
          <pc:sldMk cId="0" sldId="256"/>
        </pc:sldMkLst>
        <pc:spChg chg="mod">
          <ac:chgData name="Basem Suleiman" userId="S::z3230813@ad.unsw.edu.au::a84cd754-6b82-466c-b579-ca8c667d09ba" providerId="AD" clId="Web-{F935C3B0-A863-E09C-1294-F4EBFBDE90A3}" dt="2025-02-17T05:34:32.609" v="10" actId="1076"/>
          <ac:spMkLst>
            <pc:docMk/>
            <pc:sldMk cId="0" sldId="256"/>
            <ac:spMk id="2" creationId="{00000000-0000-0000-0000-000000000000}"/>
          </ac:spMkLst>
        </pc:spChg>
        <pc:spChg chg="mod">
          <ac:chgData name="Basem Suleiman" userId="S::z3230813@ad.unsw.edu.au::a84cd754-6b82-466c-b579-ca8c667d09ba" providerId="AD" clId="Web-{F935C3B0-A863-E09C-1294-F4EBFBDE90A3}" dt="2025-02-17T05:34:00.077" v="2" actId="1076"/>
          <ac:spMkLst>
            <pc:docMk/>
            <pc:sldMk cId="0" sldId="256"/>
            <ac:spMk id="6" creationId="{00000000-0000-0000-0000-000000000000}"/>
          </ac:spMkLst>
        </pc:spChg>
        <pc:spChg chg="mod">
          <ac:chgData name="Basem Suleiman" userId="S::z3230813@ad.unsw.edu.au::a84cd754-6b82-466c-b579-ca8c667d09ba" providerId="AD" clId="Web-{F935C3B0-A863-E09C-1294-F4EBFBDE90A3}" dt="2025-02-17T05:34:26.296" v="9" actId="20577"/>
          <ac:spMkLst>
            <pc:docMk/>
            <pc:sldMk cId="0" sldId="256"/>
            <ac:spMk id="7" creationId="{00000000-0000-0000-0000-000000000000}"/>
          </ac:spMkLst>
        </pc:spChg>
        <pc:spChg chg="mod">
          <ac:chgData name="Basem Suleiman" userId="S::z3230813@ad.unsw.edu.au::a84cd754-6b82-466c-b579-ca8c667d09ba" providerId="AD" clId="Web-{F935C3B0-A863-E09C-1294-F4EBFBDE90A3}" dt="2025-02-17T05:34:37.812" v="11" actId="1076"/>
          <ac:spMkLst>
            <pc:docMk/>
            <pc:sldMk cId="0" sldId="256"/>
            <ac:spMk id="8" creationId="{5F70F5A0-7C3D-4E37-B3B2-2FEC46552D8E}"/>
          </ac:spMkLst>
        </pc:spChg>
      </pc:sldChg>
      <pc:sldChg chg="addSp delSp modSp add replId">
        <pc:chgData name="Basem Suleiman" userId="S::z3230813@ad.unsw.edu.au::a84cd754-6b82-466c-b579-ca8c667d09ba" providerId="AD" clId="Web-{F935C3B0-A863-E09C-1294-F4EBFBDE90A3}" dt="2025-02-17T05:38:20.708" v="22" actId="1076"/>
        <pc:sldMkLst>
          <pc:docMk/>
          <pc:sldMk cId="1695282985" sldId="376"/>
        </pc:sldMkLst>
        <pc:spChg chg="del">
          <ac:chgData name="Basem Suleiman" userId="S::z3230813@ad.unsw.edu.au::a84cd754-6b82-466c-b579-ca8c667d09ba" providerId="AD" clId="Web-{F935C3B0-A863-E09C-1294-F4EBFBDE90A3}" dt="2025-02-17T05:38:14.708" v="19"/>
          <ac:spMkLst>
            <pc:docMk/>
            <pc:sldMk cId="1695282985" sldId="376"/>
            <ac:spMk id="5" creationId="{32E71E06-58B8-317B-37B2-4E66A3DAD2F5}"/>
          </ac:spMkLst>
        </pc:spChg>
        <pc:picChg chg="add mod">
          <ac:chgData name="Basem Suleiman" userId="S::z3230813@ad.unsw.edu.au::a84cd754-6b82-466c-b579-ca8c667d09ba" providerId="AD" clId="Web-{F935C3B0-A863-E09C-1294-F4EBFBDE90A3}" dt="2025-02-17T05:38:20.708" v="22" actId="1076"/>
          <ac:picMkLst>
            <pc:docMk/>
            <pc:sldMk cId="1695282985" sldId="376"/>
            <ac:picMk id="2" creationId="{6151A212-8D6E-14FD-882F-C36F9B47EB74}"/>
          </ac:picMkLst>
        </pc:picChg>
        <pc:picChg chg="del">
          <ac:chgData name="Basem Suleiman" userId="S::z3230813@ad.unsw.edu.au::a84cd754-6b82-466c-b579-ca8c667d09ba" providerId="AD" clId="Web-{F935C3B0-A863-E09C-1294-F4EBFBDE90A3}" dt="2025-02-17T05:37:35.832" v="13"/>
          <ac:picMkLst>
            <pc:docMk/>
            <pc:sldMk cId="1695282985" sldId="376"/>
            <ac:picMk id="3" creationId="{1F58312A-0F99-868A-1DC6-65827477DEF7}"/>
          </ac:picMkLst>
        </pc:picChg>
      </pc:sldChg>
    </pc:docChg>
  </pc:docChgLst>
  <pc:docChgLst>
    <pc:chgData name="Basem Suleiman" userId="S::z3230813@ad.unsw.edu.au::a84cd754-6b82-466c-b579-ca8c667d09ba" providerId="AD" clId="Web-{35192B05-80C5-9202-4C28-7CAD02F477A3}"/>
    <pc:docChg chg="addSld delSld modSld sldOrd">
      <pc:chgData name="Basem Suleiman" userId="S::z3230813@ad.unsw.edu.au::a84cd754-6b82-466c-b579-ca8c667d09ba" providerId="AD" clId="Web-{35192B05-80C5-9202-4C28-7CAD02F477A3}" dt="2024-09-09T04:40:29.088" v="2783" actId="20577"/>
      <pc:docMkLst>
        <pc:docMk/>
      </pc:docMkLst>
      <pc:sldChg chg="modSp">
        <pc:chgData name="Basem Suleiman" userId="S::z3230813@ad.unsw.edu.au::a84cd754-6b82-466c-b579-ca8c667d09ba" providerId="AD" clId="Web-{35192B05-80C5-9202-4C28-7CAD02F477A3}" dt="2024-09-09T01:59:15.315" v="1102" actId="20577"/>
        <pc:sldMkLst>
          <pc:docMk/>
          <pc:sldMk cId="0" sldId="262"/>
        </pc:sldMkLst>
      </pc:sldChg>
      <pc:sldChg chg="modSp">
        <pc:chgData name="Basem Suleiman" userId="S::z3230813@ad.unsw.edu.au::a84cd754-6b82-466c-b579-ca8c667d09ba" providerId="AD" clId="Web-{35192B05-80C5-9202-4C28-7CAD02F477A3}" dt="2024-09-09T01:16:02.307" v="250" actId="20577"/>
        <pc:sldMkLst>
          <pc:docMk/>
          <pc:sldMk cId="0" sldId="263"/>
        </pc:sldMkLst>
      </pc:sldChg>
      <pc:sldChg chg="modSp">
        <pc:chgData name="Basem Suleiman" userId="S::z3230813@ad.unsw.edu.au::a84cd754-6b82-466c-b579-ca8c667d09ba" providerId="AD" clId="Web-{35192B05-80C5-9202-4C28-7CAD02F477A3}" dt="2024-09-09T01:31:01.535" v="767" actId="20577"/>
        <pc:sldMkLst>
          <pc:docMk/>
          <pc:sldMk cId="0" sldId="270"/>
        </pc:sldMkLst>
      </pc:sldChg>
      <pc:sldChg chg="modSp">
        <pc:chgData name="Basem Suleiman" userId="S::z3230813@ad.unsw.edu.au::a84cd754-6b82-466c-b579-ca8c667d09ba" providerId="AD" clId="Web-{35192B05-80C5-9202-4C28-7CAD02F477A3}" dt="2024-09-09T01:34:08.782" v="858" actId="20577"/>
        <pc:sldMkLst>
          <pc:docMk/>
          <pc:sldMk cId="0" sldId="271"/>
        </pc:sldMkLst>
      </pc:sldChg>
      <pc:sldChg chg="modSp">
        <pc:chgData name="Basem Suleiman" userId="S::z3230813@ad.unsw.edu.au::a84cd754-6b82-466c-b579-ca8c667d09ba" providerId="AD" clId="Web-{35192B05-80C5-9202-4C28-7CAD02F477A3}" dt="2024-09-09T01:53:04.307" v="1017" actId="14100"/>
        <pc:sldMkLst>
          <pc:docMk/>
          <pc:sldMk cId="0" sldId="272"/>
        </pc:sldMkLst>
      </pc:sldChg>
      <pc:sldChg chg="modSp">
        <pc:chgData name="Basem Suleiman" userId="S::z3230813@ad.unsw.edu.au::a84cd754-6b82-466c-b579-ca8c667d09ba" providerId="AD" clId="Web-{35192B05-80C5-9202-4C28-7CAD02F477A3}" dt="2024-09-09T01:35:59.429" v="935" actId="1076"/>
        <pc:sldMkLst>
          <pc:docMk/>
          <pc:sldMk cId="0" sldId="274"/>
        </pc:sldMkLst>
      </pc:sldChg>
      <pc:sldChg chg="addSp delSp modSp">
        <pc:chgData name="Basem Suleiman" userId="S::z3230813@ad.unsw.edu.au::a84cd754-6b82-466c-b579-ca8c667d09ba" providerId="AD" clId="Web-{35192B05-80C5-9202-4C28-7CAD02F477A3}" dt="2024-09-09T02:26:56.843" v="1473" actId="1076"/>
        <pc:sldMkLst>
          <pc:docMk/>
          <pc:sldMk cId="0" sldId="275"/>
        </pc:sldMkLst>
      </pc:sldChg>
      <pc:sldChg chg="modSp">
        <pc:chgData name="Basem Suleiman" userId="S::z3230813@ad.unsw.edu.au::a84cd754-6b82-466c-b579-ca8c667d09ba" providerId="AD" clId="Web-{35192B05-80C5-9202-4C28-7CAD02F477A3}" dt="2024-09-09T01:36:43.917" v="938" actId="20577"/>
        <pc:sldMkLst>
          <pc:docMk/>
          <pc:sldMk cId="0" sldId="284"/>
        </pc:sldMkLst>
      </pc:sldChg>
      <pc:sldChg chg="modSp">
        <pc:chgData name="Basem Suleiman" userId="S::z3230813@ad.unsw.edu.au::a84cd754-6b82-466c-b579-ca8c667d09ba" providerId="AD" clId="Web-{35192B05-80C5-9202-4C28-7CAD02F477A3}" dt="2024-09-09T01:38:52.159" v="947" actId="20577"/>
        <pc:sldMkLst>
          <pc:docMk/>
          <pc:sldMk cId="0" sldId="312"/>
        </pc:sldMkLst>
      </pc:sldChg>
      <pc:sldChg chg="modSp">
        <pc:chgData name="Basem Suleiman" userId="S::z3230813@ad.unsw.edu.au::a84cd754-6b82-466c-b579-ca8c667d09ba" providerId="AD" clId="Web-{35192B05-80C5-9202-4C28-7CAD02F477A3}" dt="2024-09-09T01:38:28.486" v="944" actId="20577"/>
        <pc:sldMkLst>
          <pc:docMk/>
          <pc:sldMk cId="0" sldId="313"/>
        </pc:sldMkLst>
      </pc:sldChg>
      <pc:sldChg chg="modSp ord">
        <pc:chgData name="Basem Suleiman" userId="S::z3230813@ad.unsw.edu.au::a84cd754-6b82-466c-b579-ca8c667d09ba" providerId="AD" clId="Web-{35192B05-80C5-9202-4C28-7CAD02F477A3}" dt="2024-09-09T01:54:52.923" v="1024"/>
        <pc:sldMkLst>
          <pc:docMk/>
          <pc:sldMk cId="751993983" sldId="317"/>
        </pc:sldMkLst>
      </pc:sldChg>
      <pc:sldChg chg="addSp delSp modSp">
        <pc:chgData name="Basem Suleiman" userId="S::z3230813@ad.unsw.edu.au::a84cd754-6b82-466c-b579-ca8c667d09ba" providerId="AD" clId="Web-{35192B05-80C5-9202-4C28-7CAD02F477A3}" dt="2024-09-09T00:46:14.235" v="25" actId="1076"/>
        <pc:sldMkLst>
          <pc:docMk/>
          <pc:sldMk cId="3248746833" sldId="319"/>
        </pc:sldMkLst>
      </pc:sldChg>
      <pc:sldChg chg="addSp delSp modSp">
        <pc:chgData name="Basem Suleiman" userId="S::z3230813@ad.unsw.edu.au::a84cd754-6b82-466c-b579-ca8c667d09ba" providerId="AD" clId="Web-{35192B05-80C5-9202-4C28-7CAD02F477A3}" dt="2024-09-09T00:49:35.500" v="45" actId="20577"/>
        <pc:sldMkLst>
          <pc:docMk/>
          <pc:sldMk cId="2309872981" sldId="320"/>
        </pc:sldMkLst>
      </pc:sldChg>
      <pc:sldChg chg="delSp add del">
        <pc:chgData name="Basem Suleiman" userId="S::z3230813@ad.unsw.edu.au::a84cd754-6b82-466c-b579-ca8c667d09ba" providerId="AD" clId="Web-{35192B05-80C5-9202-4C28-7CAD02F477A3}" dt="2024-09-09T00:49:39.625" v="46"/>
        <pc:sldMkLst>
          <pc:docMk/>
          <pc:sldMk cId="2099200610" sldId="321"/>
        </pc:sldMkLst>
      </pc:sldChg>
      <pc:sldChg chg="modSp ord">
        <pc:chgData name="Basem Suleiman" userId="S::z3230813@ad.unsw.edu.au::a84cd754-6b82-466c-b579-ca8c667d09ba" providerId="AD" clId="Web-{35192B05-80C5-9202-4C28-7CAD02F477A3}" dt="2024-09-09T02:20:40.162" v="1465" actId="20577"/>
        <pc:sldMkLst>
          <pc:docMk/>
          <pc:sldMk cId="1893986013" sldId="323"/>
        </pc:sldMkLst>
      </pc:sldChg>
      <pc:sldChg chg="modSp">
        <pc:chgData name="Basem Suleiman" userId="S::z3230813@ad.unsw.edu.au::a84cd754-6b82-466c-b579-ca8c667d09ba" providerId="AD" clId="Web-{35192B05-80C5-9202-4C28-7CAD02F477A3}" dt="2024-09-09T01:46:36.986" v="993" actId="20577"/>
        <pc:sldMkLst>
          <pc:docMk/>
          <pc:sldMk cId="2169814379" sldId="325"/>
        </pc:sldMkLst>
      </pc:sldChg>
      <pc:sldChg chg="modSp">
        <pc:chgData name="Basem Suleiman" userId="S::z3230813@ad.unsw.edu.au::a84cd754-6b82-466c-b579-ca8c667d09ba" providerId="AD" clId="Web-{35192B05-80C5-9202-4C28-7CAD02F477A3}" dt="2024-09-09T01:37:09.059" v="939" actId="1076"/>
        <pc:sldMkLst>
          <pc:docMk/>
          <pc:sldMk cId="1560726877" sldId="327"/>
        </pc:sldMkLst>
      </pc:sldChg>
      <pc:sldChg chg="modSp">
        <pc:chgData name="Basem Suleiman" userId="S::z3230813@ad.unsw.edu.au::a84cd754-6b82-466c-b579-ca8c667d09ba" providerId="AD" clId="Web-{35192B05-80C5-9202-4C28-7CAD02F477A3}" dt="2024-09-09T01:37:19.466" v="940" actId="1076"/>
        <pc:sldMkLst>
          <pc:docMk/>
          <pc:sldMk cId="198936900" sldId="328"/>
        </pc:sldMkLst>
      </pc:sldChg>
      <pc:sldChg chg="modSp">
        <pc:chgData name="Basem Suleiman" userId="S::z3230813@ad.unsw.edu.au::a84cd754-6b82-466c-b579-ca8c667d09ba" providerId="AD" clId="Web-{35192B05-80C5-9202-4C28-7CAD02F477A3}" dt="2024-09-09T03:37:11.268" v="2744" actId="20577"/>
        <pc:sldMkLst>
          <pc:docMk/>
          <pc:sldMk cId="3533964824" sldId="329"/>
        </pc:sldMkLst>
      </pc:sldChg>
      <pc:sldChg chg="modSp">
        <pc:chgData name="Basem Suleiman" userId="S::z3230813@ad.unsw.edu.au::a84cd754-6b82-466c-b579-ca8c667d09ba" providerId="AD" clId="Web-{35192B05-80C5-9202-4C28-7CAD02F477A3}" dt="2024-09-09T01:43:27.177" v="974" actId="20577"/>
        <pc:sldMkLst>
          <pc:docMk/>
          <pc:sldMk cId="1191229117" sldId="330"/>
        </pc:sldMkLst>
      </pc:sldChg>
      <pc:sldChg chg="mod modShow">
        <pc:chgData name="Basem Suleiman" userId="S::z3230813@ad.unsw.edu.au::a84cd754-6b82-466c-b579-ca8c667d09ba" providerId="AD" clId="Web-{35192B05-80C5-9202-4C28-7CAD02F477A3}" dt="2024-09-09T01:42:51.190" v="969"/>
        <pc:sldMkLst>
          <pc:docMk/>
          <pc:sldMk cId="2486037148" sldId="331"/>
        </pc:sldMkLst>
      </pc:sldChg>
      <pc:sldChg chg="modSp">
        <pc:chgData name="Basem Suleiman" userId="S::z3230813@ad.unsw.edu.au::a84cd754-6b82-466c-b579-ca8c667d09ba" providerId="AD" clId="Web-{35192B05-80C5-9202-4C28-7CAD02F477A3}" dt="2024-09-09T01:40:59.683" v="956" actId="20577"/>
        <pc:sldMkLst>
          <pc:docMk/>
          <pc:sldMk cId="78792482" sldId="333"/>
        </pc:sldMkLst>
      </pc:sldChg>
      <pc:sldChg chg="modSp">
        <pc:chgData name="Basem Suleiman" userId="S::z3230813@ad.unsw.edu.au::a84cd754-6b82-466c-b579-ca8c667d09ba" providerId="AD" clId="Web-{35192B05-80C5-9202-4C28-7CAD02F477A3}" dt="2024-09-09T01:41:48.217" v="968" actId="20577"/>
        <pc:sldMkLst>
          <pc:docMk/>
          <pc:sldMk cId="4273473402" sldId="334"/>
        </pc:sldMkLst>
      </pc:sldChg>
      <pc:sldChg chg="modSp">
        <pc:chgData name="Basem Suleiman" userId="S::z3230813@ad.unsw.edu.au::a84cd754-6b82-466c-b579-ca8c667d09ba" providerId="AD" clId="Web-{35192B05-80C5-9202-4C28-7CAD02F477A3}" dt="2024-09-09T03:38:54.899" v="2753" actId="20577"/>
        <pc:sldMkLst>
          <pc:docMk/>
          <pc:sldMk cId="2076416047" sldId="336"/>
        </pc:sldMkLst>
      </pc:sldChg>
      <pc:sldChg chg="modSp">
        <pc:chgData name="Basem Suleiman" userId="S::z3230813@ad.unsw.edu.au::a84cd754-6b82-466c-b579-ca8c667d09ba" providerId="AD" clId="Web-{35192B05-80C5-9202-4C28-7CAD02F477A3}" dt="2024-09-09T04:03:32.706" v="2758" actId="20577"/>
        <pc:sldMkLst>
          <pc:docMk/>
          <pc:sldMk cId="1487845182" sldId="337"/>
        </pc:sldMkLst>
      </pc:sldChg>
      <pc:sldChg chg="modSp">
        <pc:chgData name="Basem Suleiman" userId="S::z3230813@ad.unsw.edu.au::a84cd754-6b82-466c-b579-ca8c667d09ba" providerId="AD" clId="Web-{35192B05-80C5-9202-4C28-7CAD02F477A3}" dt="2024-09-09T04:05:56.256" v="2774" actId="20577"/>
        <pc:sldMkLst>
          <pc:docMk/>
          <pc:sldMk cId="3687515471" sldId="342"/>
        </pc:sldMkLst>
      </pc:sldChg>
      <pc:sldChg chg="modSp">
        <pc:chgData name="Basem Suleiman" userId="S::z3230813@ad.unsw.edu.au::a84cd754-6b82-466c-b579-ca8c667d09ba" providerId="AD" clId="Web-{35192B05-80C5-9202-4C28-7CAD02F477A3}" dt="2024-09-09T04:05:37.505" v="2768" actId="20577"/>
        <pc:sldMkLst>
          <pc:docMk/>
          <pc:sldMk cId="2964228485" sldId="344"/>
        </pc:sldMkLst>
      </pc:sldChg>
      <pc:sldChg chg="modSp">
        <pc:chgData name="Basem Suleiman" userId="S::z3230813@ad.unsw.edu.au::a84cd754-6b82-466c-b579-ca8c667d09ba" providerId="AD" clId="Web-{35192B05-80C5-9202-4C28-7CAD02F477A3}" dt="2024-09-09T04:40:29.088" v="2783" actId="20577"/>
        <pc:sldMkLst>
          <pc:docMk/>
          <pc:sldMk cId="2991597042" sldId="345"/>
        </pc:sldMkLst>
      </pc:sldChg>
      <pc:sldChg chg="modSp">
        <pc:chgData name="Basem Suleiman" userId="S::z3230813@ad.unsw.edu.au::a84cd754-6b82-466c-b579-ca8c667d09ba" providerId="AD" clId="Web-{35192B05-80C5-9202-4C28-7CAD02F477A3}" dt="2024-09-09T04:08:48.494" v="2782" actId="1076"/>
        <pc:sldMkLst>
          <pc:docMk/>
          <pc:sldMk cId="1035144246" sldId="346"/>
        </pc:sldMkLst>
      </pc:sldChg>
      <pc:sldChg chg="addSp delSp modSp add replId">
        <pc:chgData name="Basem Suleiman" userId="S::z3230813@ad.unsw.edu.au::a84cd754-6b82-466c-b579-ca8c667d09ba" providerId="AD" clId="Web-{35192B05-80C5-9202-4C28-7CAD02F477A3}" dt="2024-09-09T00:46:09.704" v="24" actId="14100"/>
        <pc:sldMkLst>
          <pc:docMk/>
          <pc:sldMk cId="815146937" sldId="348"/>
        </pc:sldMkLst>
      </pc:sldChg>
      <pc:sldChg chg="add ord replId">
        <pc:chgData name="Basem Suleiman" userId="S::z3230813@ad.unsw.edu.au::a84cd754-6b82-466c-b579-ca8c667d09ba" providerId="AD" clId="Web-{35192B05-80C5-9202-4C28-7CAD02F477A3}" dt="2024-09-09T01:53:41.544" v="1020"/>
        <pc:sldMkLst>
          <pc:docMk/>
          <pc:sldMk cId="268169088" sldId="349"/>
        </pc:sldMkLst>
      </pc:sldChg>
      <pc:sldChg chg="add del replId">
        <pc:chgData name="Basem Suleiman" userId="S::z3230813@ad.unsw.edu.au::a84cd754-6b82-466c-b579-ca8c667d09ba" providerId="AD" clId="Web-{35192B05-80C5-9202-4C28-7CAD02F477A3}" dt="2024-09-09T00:49:14.718" v="37"/>
        <pc:sldMkLst>
          <pc:docMk/>
          <pc:sldMk cId="1834581119" sldId="349"/>
        </pc:sldMkLst>
      </pc:sldChg>
      <pc:sldChg chg="addSp modSp add replId modNotes">
        <pc:chgData name="Basem Suleiman" userId="S::z3230813@ad.unsw.edu.au::a84cd754-6b82-466c-b579-ca8c667d09ba" providerId="AD" clId="Web-{35192B05-80C5-9202-4C28-7CAD02F477A3}" dt="2024-09-09T02:05:09.947" v="1271" actId="1076"/>
        <pc:sldMkLst>
          <pc:docMk/>
          <pc:sldMk cId="3524769188" sldId="350"/>
        </pc:sldMkLst>
      </pc:sldChg>
      <pc:sldChg chg="addSp delSp modSp add replId">
        <pc:chgData name="Basem Suleiman" userId="S::z3230813@ad.unsw.edu.au::a84cd754-6b82-466c-b579-ca8c667d09ba" providerId="AD" clId="Web-{35192B05-80C5-9202-4C28-7CAD02F477A3}" dt="2024-09-09T02:08:46.726" v="1392" actId="20577"/>
        <pc:sldMkLst>
          <pc:docMk/>
          <pc:sldMk cId="747666474" sldId="351"/>
        </pc:sldMkLst>
      </pc:sldChg>
      <pc:sldChg chg="addSp modSp add ord replId modNotes">
        <pc:chgData name="Basem Suleiman" userId="S::z3230813@ad.unsw.edu.au::a84cd754-6b82-466c-b579-ca8c667d09ba" providerId="AD" clId="Web-{35192B05-80C5-9202-4C28-7CAD02F477A3}" dt="2024-09-09T02:46:02.900" v="1617" actId="20577"/>
        <pc:sldMkLst>
          <pc:docMk/>
          <pc:sldMk cId="3453136472" sldId="352"/>
        </pc:sldMkLst>
      </pc:sldChg>
      <pc:sldChg chg="delSp modSp add replId modNotes">
        <pc:chgData name="Basem Suleiman" userId="S::z3230813@ad.unsw.edu.au::a84cd754-6b82-466c-b579-ca8c667d09ba" providerId="AD" clId="Web-{35192B05-80C5-9202-4C28-7CAD02F477A3}" dt="2024-09-09T03:20:43.033" v="2673" actId="20577"/>
        <pc:sldMkLst>
          <pc:docMk/>
          <pc:sldMk cId="4286987336" sldId="353"/>
        </pc:sldMkLst>
      </pc:sldChg>
      <pc:sldChg chg="modSp add replId modNotes">
        <pc:chgData name="Basem Suleiman" userId="S::z3230813@ad.unsw.edu.au::a84cd754-6b82-466c-b579-ca8c667d09ba" providerId="AD" clId="Web-{35192B05-80C5-9202-4C28-7CAD02F477A3}" dt="2024-09-09T03:19:27.747" v="2628" actId="20577"/>
        <pc:sldMkLst>
          <pc:docMk/>
          <pc:sldMk cId="2427720425" sldId="354"/>
        </pc:sldMkLst>
      </pc:sldChg>
      <pc:sldChg chg="modSp add replId modNotes">
        <pc:chgData name="Basem Suleiman" userId="S::z3230813@ad.unsw.edu.au::a84cd754-6b82-466c-b579-ca8c667d09ba" providerId="AD" clId="Web-{35192B05-80C5-9202-4C28-7CAD02F477A3}" dt="2024-09-09T03:21:43.584" v="2675" actId="20577"/>
        <pc:sldMkLst>
          <pc:docMk/>
          <pc:sldMk cId="4286064576" sldId="355"/>
        </pc:sldMkLst>
      </pc:sldChg>
      <pc:sldChg chg="modSp add replId modNotes">
        <pc:chgData name="Basem Suleiman" userId="S::z3230813@ad.unsw.edu.au::a84cd754-6b82-466c-b579-ca8c667d09ba" providerId="AD" clId="Web-{35192B05-80C5-9202-4C28-7CAD02F477A3}" dt="2024-09-09T03:34:07.537" v="2735" actId="20577"/>
        <pc:sldMkLst>
          <pc:docMk/>
          <pc:sldMk cId="815808558" sldId="356"/>
        </pc:sldMkLst>
      </pc:sldChg>
    </pc:docChg>
  </pc:docChgLst>
  <pc:docChgLst>
    <pc:chgData name="Chitrakshi Gosain" userId="S::z5295293@ad.unsw.edu.au::bc1c3a76-54a6-458b-84ed-6673271bee74" providerId="AD" clId="Web-{02D0EF58-2087-F9C6-9FBF-0787413947B4}"/>
    <pc:docChg chg="mod addSld delSld modSld sldOrd">
      <pc:chgData name="Chitrakshi Gosain" userId="S::z5295293@ad.unsw.edu.au::bc1c3a76-54a6-458b-84ed-6673271bee74" providerId="AD" clId="Web-{02D0EF58-2087-F9C6-9FBF-0787413947B4}" dt="2025-06-01T14:33:16.971" v="704"/>
      <pc:docMkLst>
        <pc:docMk/>
      </pc:docMkLst>
      <pc:sldChg chg="modSp">
        <pc:chgData name="Chitrakshi Gosain" userId="S::z5295293@ad.unsw.edu.au::bc1c3a76-54a6-458b-84ed-6673271bee74" providerId="AD" clId="Web-{02D0EF58-2087-F9C6-9FBF-0787413947B4}" dt="2025-06-01T13:56:22.201" v="670" actId="20577"/>
        <pc:sldMkLst>
          <pc:docMk/>
          <pc:sldMk cId="0" sldId="259"/>
        </pc:sldMkLst>
        <pc:spChg chg="mod">
          <ac:chgData name="Chitrakshi Gosain" userId="S::z5295293@ad.unsw.edu.au::bc1c3a76-54a6-458b-84ed-6673271bee74" providerId="AD" clId="Web-{02D0EF58-2087-F9C6-9FBF-0787413947B4}" dt="2025-06-01T13:56:22.201" v="670" actId="20577"/>
          <ac:spMkLst>
            <pc:docMk/>
            <pc:sldMk cId="0" sldId="259"/>
            <ac:spMk id="2" creationId="{00000000-0000-0000-0000-000000000000}"/>
          </ac:spMkLst>
        </pc:spChg>
        <pc:spChg chg="mod">
          <ac:chgData name="Chitrakshi Gosain" userId="S::z5295293@ad.unsw.edu.au::bc1c3a76-54a6-458b-84ed-6673271bee74" providerId="AD" clId="Web-{02D0EF58-2087-F9C6-9FBF-0787413947B4}" dt="2025-06-01T13:56:10.748" v="668" actId="20577"/>
          <ac:spMkLst>
            <pc:docMk/>
            <pc:sldMk cId="0" sldId="259"/>
            <ac:spMk id="3" creationId="{00000000-0000-0000-0000-000000000000}"/>
          </ac:spMkLst>
        </pc:spChg>
      </pc:sldChg>
      <pc:sldChg chg="ord">
        <pc:chgData name="Chitrakshi Gosain" userId="S::z5295293@ad.unsw.edu.au::bc1c3a76-54a6-458b-84ed-6673271bee74" providerId="AD" clId="Web-{02D0EF58-2087-F9C6-9FBF-0787413947B4}" dt="2025-06-01T11:56:52.055" v="47"/>
        <pc:sldMkLst>
          <pc:docMk/>
          <pc:sldMk cId="0" sldId="260"/>
        </pc:sldMkLst>
      </pc:sldChg>
      <pc:sldChg chg="modSp">
        <pc:chgData name="Chitrakshi Gosain" userId="S::z5295293@ad.unsw.edu.au::bc1c3a76-54a6-458b-84ed-6673271bee74" providerId="AD" clId="Web-{02D0EF58-2087-F9C6-9FBF-0787413947B4}" dt="2025-06-01T11:56:24.742" v="45" actId="20577"/>
        <pc:sldMkLst>
          <pc:docMk/>
          <pc:sldMk cId="0" sldId="262"/>
        </pc:sldMkLst>
        <pc:spChg chg="mod">
          <ac:chgData name="Chitrakshi Gosain" userId="S::z5295293@ad.unsw.edu.au::bc1c3a76-54a6-458b-84ed-6673271bee74" providerId="AD" clId="Web-{02D0EF58-2087-F9C6-9FBF-0787413947B4}" dt="2025-06-01T11:56:24.742" v="45" actId="20577"/>
          <ac:spMkLst>
            <pc:docMk/>
            <pc:sldMk cId="0" sldId="262"/>
            <ac:spMk id="3" creationId="{00000000-0000-0000-0000-000000000000}"/>
          </ac:spMkLst>
        </pc:spChg>
      </pc:sldChg>
      <pc:sldChg chg="ord">
        <pc:chgData name="Chitrakshi Gosain" userId="S::z5295293@ad.unsw.edu.au::bc1c3a76-54a6-458b-84ed-6673271bee74" providerId="AD" clId="Web-{02D0EF58-2087-F9C6-9FBF-0787413947B4}" dt="2025-06-01T11:57:28.556" v="51"/>
        <pc:sldMkLst>
          <pc:docMk/>
          <pc:sldMk cId="0" sldId="266"/>
        </pc:sldMkLst>
      </pc:sldChg>
      <pc:sldChg chg="modSp">
        <pc:chgData name="Chitrakshi Gosain" userId="S::z5295293@ad.unsw.edu.au::bc1c3a76-54a6-458b-84ed-6673271bee74" providerId="AD" clId="Web-{02D0EF58-2087-F9C6-9FBF-0787413947B4}" dt="2025-06-01T12:00:48.512" v="55" actId="20577"/>
        <pc:sldMkLst>
          <pc:docMk/>
          <pc:sldMk cId="0" sldId="268"/>
        </pc:sldMkLst>
        <pc:spChg chg="mod">
          <ac:chgData name="Chitrakshi Gosain" userId="S::z5295293@ad.unsw.edu.au::bc1c3a76-54a6-458b-84ed-6673271bee74" providerId="AD" clId="Web-{02D0EF58-2087-F9C6-9FBF-0787413947B4}" dt="2025-06-01T11:57:43.275" v="53" actId="20577"/>
          <ac:spMkLst>
            <pc:docMk/>
            <pc:sldMk cId="0" sldId="268"/>
            <ac:spMk id="2" creationId="{00000000-0000-0000-0000-000000000000}"/>
          </ac:spMkLst>
        </pc:spChg>
        <pc:spChg chg="mod">
          <ac:chgData name="Chitrakshi Gosain" userId="S::z5295293@ad.unsw.edu.au::bc1c3a76-54a6-458b-84ed-6673271bee74" providerId="AD" clId="Web-{02D0EF58-2087-F9C6-9FBF-0787413947B4}" dt="2025-06-01T12:00:48.512" v="55" actId="20577"/>
          <ac:spMkLst>
            <pc:docMk/>
            <pc:sldMk cId="0" sldId="268"/>
            <ac:spMk id="3" creationId="{00000000-0000-0000-0000-000000000000}"/>
          </ac:spMkLst>
        </pc:spChg>
      </pc:sldChg>
      <pc:sldChg chg="modSp">
        <pc:chgData name="Chitrakshi Gosain" userId="S::z5295293@ad.unsw.edu.au::bc1c3a76-54a6-458b-84ed-6673271bee74" providerId="AD" clId="Web-{02D0EF58-2087-F9C6-9FBF-0787413947B4}" dt="2025-06-01T13:59:40.599" v="688" actId="20577"/>
        <pc:sldMkLst>
          <pc:docMk/>
          <pc:sldMk cId="0" sldId="272"/>
        </pc:sldMkLst>
        <pc:spChg chg="mod">
          <ac:chgData name="Chitrakshi Gosain" userId="S::z5295293@ad.unsw.edu.au::bc1c3a76-54a6-458b-84ed-6673271bee74" providerId="AD" clId="Web-{02D0EF58-2087-F9C6-9FBF-0787413947B4}" dt="2025-06-01T13:59:40.599" v="688" actId="20577"/>
          <ac:spMkLst>
            <pc:docMk/>
            <pc:sldMk cId="0" sldId="272"/>
            <ac:spMk id="3" creationId="{00000000-0000-0000-0000-000000000000}"/>
          </ac:spMkLst>
        </pc:spChg>
      </pc:sldChg>
      <pc:sldChg chg="addSp delSp modSp">
        <pc:chgData name="Chitrakshi Gosain" userId="S::z5295293@ad.unsw.edu.au::bc1c3a76-54a6-458b-84ed-6673271bee74" providerId="AD" clId="Web-{02D0EF58-2087-F9C6-9FBF-0787413947B4}" dt="2025-06-01T14:33:16.971" v="704"/>
        <pc:sldMkLst>
          <pc:docMk/>
          <pc:sldMk cId="0" sldId="275"/>
        </pc:sldMkLst>
        <pc:picChg chg="add del mod">
          <ac:chgData name="Chitrakshi Gosain" userId="S::z5295293@ad.unsw.edu.au::bc1c3a76-54a6-458b-84ed-6673271bee74" providerId="AD" clId="Web-{02D0EF58-2087-F9C6-9FBF-0787413947B4}" dt="2025-06-01T14:32:35.799" v="699"/>
          <ac:picMkLst>
            <pc:docMk/>
            <pc:sldMk cId="0" sldId="275"/>
            <ac:picMk id="2" creationId="{145C6940-782B-252E-8F92-BF97B487E64B}"/>
          </ac:picMkLst>
        </pc:picChg>
        <pc:picChg chg="del">
          <ac:chgData name="Chitrakshi Gosain" userId="S::z5295293@ad.unsw.edu.au::bc1c3a76-54a6-458b-84ed-6673271bee74" providerId="AD" clId="Web-{02D0EF58-2087-F9C6-9FBF-0787413947B4}" dt="2025-06-01T13:58:53.503" v="674"/>
          <ac:picMkLst>
            <pc:docMk/>
            <pc:sldMk cId="0" sldId="275"/>
            <ac:picMk id="2" creationId="{4D6612D5-CEF8-CBFC-80F5-64625F6B783E}"/>
          </ac:picMkLst>
        </pc:picChg>
        <pc:picChg chg="add mod modCrop">
          <ac:chgData name="Chitrakshi Gosain" userId="S::z5295293@ad.unsw.edu.au::bc1c3a76-54a6-458b-84ed-6673271bee74" providerId="AD" clId="Web-{02D0EF58-2087-F9C6-9FBF-0787413947B4}" dt="2025-06-01T14:33:16.971" v="704"/>
          <ac:picMkLst>
            <pc:docMk/>
            <pc:sldMk cId="0" sldId="275"/>
            <ac:picMk id="5" creationId="{ECE5960B-0438-3F19-54DF-B77C99C8F9AA}"/>
          </ac:picMkLst>
        </pc:picChg>
      </pc:sldChg>
      <pc:sldChg chg="delSp modSp">
        <pc:chgData name="Chitrakshi Gosain" userId="S::z5295293@ad.unsw.edu.au::bc1c3a76-54a6-458b-84ed-6673271bee74" providerId="AD" clId="Web-{02D0EF58-2087-F9C6-9FBF-0787413947B4}" dt="2025-06-01T13:56:27.530" v="671" actId="20577"/>
        <pc:sldMkLst>
          <pc:docMk/>
          <pc:sldMk cId="3248746833" sldId="319"/>
        </pc:sldMkLst>
        <pc:spChg chg="mod">
          <ac:chgData name="Chitrakshi Gosain" userId="S::z5295293@ad.unsw.edu.au::bc1c3a76-54a6-458b-84ed-6673271bee74" providerId="AD" clId="Web-{02D0EF58-2087-F9C6-9FBF-0787413947B4}" dt="2025-06-01T12:12:44.948" v="308" actId="20577"/>
          <ac:spMkLst>
            <pc:docMk/>
            <pc:sldMk cId="3248746833" sldId="319"/>
            <ac:spMk id="2" creationId="{73DA4061-B5E8-D7E0-C6F1-4AE66DD04E9E}"/>
          </ac:spMkLst>
        </pc:spChg>
        <pc:spChg chg="mod">
          <ac:chgData name="Chitrakshi Gosain" userId="S::z5295293@ad.unsw.edu.au::bc1c3a76-54a6-458b-84ed-6673271bee74" providerId="AD" clId="Web-{02D0EF58-2087-F9C6-9FBF-0787413947B4}" dt="2025-06-01T13:56:27.530" v="671" actId="20577"/>
          <ac:spMkLst>
            <pc:docMk/>
            <pc:sldMk cId="3248746833" sldId="319"/>
            <ac:spMk id="11" creationId="{B388888F-1389-1717-D3FA-A3AA9E9C1599}"/>
          </ac:spMkLst>
        </pc:spChg>
        <pc:picChg chg="del mod">
          <ac:chgData name="Chitrakshi Gosain" userId="S::z5295293@ad.unsw.edu.au::bc1c3a76-54a6-458b-84ed-6673271bee74" providerId="AD" clId="Web-{02D0EF58-2087-F9C6-9FBF-0787413947B4}" dt="2025-06-01T12:05:45.411" v="88"/>
          <ac:picMkLst>
            <pc:docMk/>
            <pc:sldMk cId="3248746833" sldId="319"/>
            <ac:picMk id="3" creationId="{450D88BE-76AA-0428-8F43-6AF4924D6513}"/>
          </ac:picMkLst>
        </pc:picChg>
        <pc:picChg chg="mod">
          <ac:chgData name="Chitrakshi Gosain" userId="S::z5295293@ad.unsw.edu.au::bc1c3a76-54a6-458b-84ed-6673271bee74" providerId="AD" clId="Web-{02D0EF58-2087-F9C6-9FBF-0787413947B4}" dt="2025-06-01T12:05:43.520" v="87" actId="1076"/>
          <ac:picMkLst>
            <pc:docMk/>
            <pc:sldMk cId="3248746833" sldId="319"/>
            <ac:picMk id="4" creationId="{683B6D2A-2CB8-34BD-CFB4-037FB524BC94}"/>
          </ac:picMkLst>
        </pc:picChg>
      </pc:sldChg>
      <pc:sldChg chg="addSp delSp modSp">
        <pc:chgData name="Chitrakshi Gosain" userId="S::z5295293@ad.unsw.edu.au::bc1c3a76-54a6-458b-84ed-6673271bee74" providerId="AD" clId="Web-{02D0EF58-2087-F9C6-9FBF-0787413947B4}" dt="2025-06-01T13:46:48.604" v="452" actId="1076"/>
        <pc:sldMkLst>
          <pc:docMk/>
          <pc:sldMk cId="815146937" sldId="348"/>
        </pc:sldMkLst>
        <pc:spChg chg="add del mod">
          <ac:chgData name="Chitrakshi Gosain" userId="S::z5295293@ad.unsw.edu.au::bc1c3a76-54a6-458b-84ed-6673271bee74" providerId="AD" clId="Web-{02D0EF58-2087-F9C6-9FBF-0787413947B4}" dt="2025-06-01T13:45:11.925" v="439"/>
          <ac:spMkLst>
            <pc:docMk/>
            <pc:sldMk cId="815146937" sldId="348"/>
            <ac:spMk id="2" creationId="{B5F9CD55-21D0-D217-C9D2-2D393BBB49F8}"/>
          </ac:spMkLst>
        </pc:spChg>
        <pc:spChg chg="mod">
          <ac:chgData name="Chitrakshi Gosain" userId="S::z5295293@ad.unsw.edu.au::bc1c3a76-54a6-458b-84ed-6673271bee74" providerId="AD" clId="Web-{02D0EF58-2087-F9C6-9FBF-0787413947B4}" dt="2025-06-01T13:46:48.604" v="452" actId="1076"/>
          <ac:spMkLst>
            <pc:docMk/>
            <pc:sldMk cId="815146937" sldId="348"/>
            <ac:spMk id="5" creationId="{D9D481E1-E383-0879-2DCC-5CD8453EEF3D}"/>
          </ac:spMkLst>
        </pc:spChg>
        <pc:spChg chg="mod">
          <ac:chgData name="Chitrakshi Gosain" userId="S::z5295293@ad.unsw.edu.au::bc1c3a76-54a6-458b-84ed-6673271bee74" providerId="AD" clId="Web-{02D0EF58-2087-F9C6-9FBF-0787413947B4}" dt="2025-06-01T12:04:49.907" v="65" actId="20577"/>
          <ac:spMkLst>
            <pc:docMk/>
            <pc:sldMk cId="815146937" sldId="348"/>
            <ac:spMk id="11" creationId="{B388888F-1389-1717-D3FA-A3AA9E9C1599}"/>
          </ac:spMkLst>
        </pc:spChg>
        <pc:picChg chg="del">
          <ac:chgData name="Chitrakshi Gosain" userId="S::z5295293@ad.unsw.edu.au::bc1c3a76-54a6-458b-84ed-6673271bee74" providerId="AD" clId="Web-{02D0EF58-2087-F9C6-9FBF-0787413947B4}" dt="2025-06-01T11:54:37.413" v="17"/>
          <ac:picMkLst>
            <pc:docMk/>
            <pc:sldMk cId="815146937" sldId="348"/>
            <ac:picMk id="2" creationId="{A2FEF79B-7DA3-ACFC-93DD-9924254731D7}"/>
          </ac:picMkLst>
        </pc:picChg>
        <pc:picChg chg="add mod">
          <ac:chgData name="Chitrakshi Gosain" userId="S::z5295293@ad.unsw.edu.au::bc1c3a76-54a6-458b-84ed-6673271bee74" providerId="AD" clId="Web-{02D0EF58-2087-F9C6-9FBF-0787413947B4}" dt="2025-06-01T13:46:36.682" v="451" actId="1076"/>
          <ac:picMkLst>
            <pc:docMk/>
            <pc:sldMk cId="815146937" sldId="348"/>
            <ac:picMk id="3" creationId="{A799814B-BB98-1458-E937-4E96F914CBBC}"/>
          </ac:picMkLst>
        </pc:picChg>
      </pc:sldChg>
      <pc:sldChg chg="delSp modSp">
        <pc:chgData name="Chitrakshi Gosain" userId="S::z5295293@ad.unsw.edu.au::bc1c3a76-54a6-458b-84ed-6673271bee74" providerId="AD" clId="Web-{02D0EF58-2087-F9C6-9FBF-0787413947B4}" dt="2025-06-01T12:17:15.890" v="397" actId="1076"/>
        <pc:sldMkLst>
          <pc:docMk/>
          <pc:sldMk cId="3453136472" sldId="352"/>
        </pc:sldMkLst>
        <pc:spChg chg="mod">
          <ac:chgData name="Chitrakshi Gosain" userId="S::z5295293@ad.unsw.edu.au::bc1c3a76-54a6-458b-84ed-6673271bee74" providerId="AD" clId="Web-{02D0EF58-2087-F9C6-9FBF-0787413947B4}" dt="2025-06-01T12:17:15.890" v="397" actId="1076"/>
          <ac:spMkLst>
            <pc:docMk/>
            <pc:sldMk cId="3453136472" sldId="352"/>
            <ac:spMk id="3" creationId="{00000000-0000-0000-0000-000000000000}"/>
          </ac:spMkLst>
        </pc:spChg>
        <pc:picChg chg="del">
          <ac:chgData name="Chitrakshi Gosain" userId="S::z5295293@ad.unsw.edu.au::bc1c3a76-54a6-458b-84ed-6673271bee74" providerId="AD" clId="Web-{02D0EF58-2087-F9C6-9FBF-0787413947B4}" dt="2025-06-01T12:16:56.811" v="392"/>
          <ac:picMkLst>
            <pc:docMk/>
            <pc:sldMk cId="3453136472" sldId="352"/>
            <ac:picMk id="5" creationId="{FAC08CAD-0B01-C99B-CFF4-E19ACC53D931}"/>
          </ac:picMkLst>
        </pc:picChg>
      </pc:sldChg>
      <pc:sldChg chg="delSp modSp del">
        <pc:chgData name="Chitrakshi Gosain" userId="S::z5295293@ad.unsw.edu.au::bc1c3a76-54a6-458b-84ed-6673271bee74" providerId="AD" clId="Web-{02D0EF58-2087-F9C6-9FBF-0787413947B4}" dt="2025-06-01T13:47:15.448" v="455"/>
        <pc:sldMkLst>
          <pc:docMk/>
          <pc:sldMk cId="2327093910" sldId="358"/>
        </pc:sldMkLst>
        <pc:spChg chg="mod">
          <ac:chgData name="Chitrakshi Gosain" userId="S::z5295293@ad.unsw.edu.au::bc1c3a76-54a6-458b-84ed-6673271bee74" providerId="AD" clId="Web-{02D0EF58-2087-F9C6-9FBF-0787413947B4}" dt="2025-06-01T13:47:04.104" v="453" actId="1076"/>
          <ac:spMkLst>
            <pc:docMk/>
            <pc:sldMk cId="2327093910" sldId="358"/>
            <ac:spMk id="5" creationId="{9A61362F-A04D-1FE8-48A3-CF5575356632}"/>
          </ac:spMkLst>
        </pc:spChg>
        <pc:spChg chg="mod">
          <ac:chgData name="Chitrakshi Gosain" userId="S::z5295293@ad.unsw.edu.au::bc1c3a76-54a6-458b-84ed-6673271bee74" providerId="AD" clId="Web-{02D0EF58-2087-F9C6-9FBF-0787413947B4}" dt="2025-06-01T12:04:57.063" v="72" actId="20577"/>
          <ac:spMkLst>
            <pc:docMk/>
            <pc:sldMk cId="2327093910" sldId="358"/>
            <ac:spMk id="11" creationId="{4C67805E-4F60-6487-1AA0-1C741588D273}"/>
          </ac:spMkLst>
        </pc:spChg>
        <pc:picChg chg="del">
          <ac:chgData name="Chitrakshi Gosain" userId="S::z5295293@ad.unsw.edu.au::bc1c3a76-54a6-458b-84ed-6673271bee74" providerId="AD" clId="Web-{02D0EF58-2087-F9C6-9FBF-0787413947B4}" dt="2025-06-01T11:54:32.928" v="16"/>
          <ac:picMkLst>
            <pc:docMk/>
            <pc:sldMk cId="2327093910" sldId="358"/>
            <ac:picMk id="3" creationId="{8D9C28FA-F80E-7BD8-615F-8FFE85CBAE61}"/>
          </ac:picMkLst>
        </pc:picChg>
      </pc:sldChg>
      <pc:sldChg chg="modSp">
        <pc:chgData name="Chitrakshi Gosain" userId="S::z5295293@ad.unsw.edu.au::bc1c3a76-54a6-458b-84ed-6673271bee74" providerId="AD" clId="Web-{02D0EF58-2087-F9C6-9FBF-0787413947B4}" dt="2025-06-01T14:00:31.163" v="690" actId="20577"/>
        <pc:sldMkLst>
          <pc:docMk/>
          <pc:sldMk cId="4272742759" sldId="365"/>
        </pc:sldMkLst>
        <pc:spChg chg="mod">
          <ac:chgData name="Chitrakshi Gosain" userId="S::z5295293@ad.unsw.edu.au::bc1c3a76-54a6-458b-84ed-6673271bee74" providerId="AD" clId="Web-{02D0EF58-2087-F9C6-9FBF-0787413947B4}" dt="2025-06-01T14:00:31.163" v="690" actId="20577"/>
          <ac:spMkLst>
            <pc:docMk/>
            <pc:sldMk cId="4272742759" sldId="365"/>
            <ac:spMk id="6" creationId="{224FFEF7-B92A-69BF-59E2-5A27A3779BEE}"/>
          </ac:spMkLst>
        </pc:spChg>
      </pc:sldChg>
      <pc:sldChg chg="modSp">
        <pc:chgData name="Chitrakshi Gosain" userId="S::z5295293@ad.unsw.edu.au::bc1c3a76-54a6-458b-84ed-6673271bee74" providerId="AD" clId="Web-{02D0EF58-2087-F9C6-9FBF-0787413947B4}" dt="2025-06-01T14:00:43.116" v="692" actId="20577"/>
        <pc:sldMkLst>
          <pc:docMk/>
          <pc:sldMk cId="638540712" sldId="366"/>
        </pc:sldMkLst>
        <pc:spChg chg="mod">
          <ac:chgData name="Chitrakshi Gosain" userId="S::z5295293@ad.unsw.edu.au::bc1c3a76-54a6-458b-84ed-6673271bee74" providerId="AD" clId="Web-{02D0EF58-2087-F9C6-9FBF-0787413947B4}" dt="2025-06-01T14:00:43.116" v="692" actId="20577"/>
          <ac:spMkLst>
            <pc:docMk/>
            <pc:sldMk cId="638540712" sldId="366"/>
            <ac:spMk id="6" creationId="{480A1DFA-21D7-4752-99F0-25E65C4C67C5}"/>
          </ac:spMkLst>
        </pc:spChg>
      </pc:sldChg>
      <pc:sldChg chg="delSp modSp del">
        <pc:chgData name="Chitrakshi Gosain" userId="S::z5295293@ad.unsw.edu.au::bc1c3a76-54a6-458b-84ed-6673271bee74" providerId="AD" clId="Web-{02D0EF58-2087-F9C6-9FBF-0787413947B4}" dt="2025-06-01T12:01:22.247" v="62"/>
        <pc:sldMkLst>
          <pc:docMk/>
          <pc:sldMk cId="1695282985" sldId="376"/>
        </pc:sldMkLst>
        <pc:spChg chg="mod">
          <ac:chgData name="Chitrakshi Gosain" userId="S::z5295293@ad.unsw.edu.au::bc1c3a76-54a6-458b-84ed-6673271bee74" providerId="AD" clId="Web-{02D0EF58-2087-F9C6-9FBF-0787413947B4}" dt="2025-06-01T11:54:29.319" v="14" actId="20577"/>
          <ac:spMkLst>
            <pc:docMk/>
            <pc:sldMk cId="1695282985" sldId="376"/>
            <ac:spMk id="11" creationId="{E0666E09-59BB-7984-9B4F-9181A2EAFAF3}"/>
          </ac:spMkLst>
        </pc:spChg>
        <pc:picChg chg="del">
          <ac:chgData name="Chitrakshi Gosain" userId="S::z5295293@ad.unsw.edu.au::bc1c3a76-54a6-458b-84ed-6673271bee74" providerId="AD" clId="Web-{02D0EF58-2087-F9C6-9FBF-0787413947B4}" dt="2025-06-01T11:54:30.538" v="15"/>
          <ac:picMkLst>
            <pc:docMk/>
            <pc:sldMk cId="1695282985" sldId="376"/>
            <ac:picMk id="2" creationId="{6151A212-8D6E-14FD-882F-C36F9B47EB74}"/>
          </ac:picMkLst>
        </pc:picChg>
      </pc:sldChg>
      <pc:sldChg chg="new del">
        <pc:chgData name="Chitrakshi Gosain" userId="S::z5295293@ad.unsw.edu.au::bc1c3a76-54a6-458b-84ed-6673271bee74" providerId="AD" clId="Web-{02D0EF58-2087-F9C6-9FBF-0787413947B4}" dt="2025-06-01T12:05:22.911" v="75"/>
        <pc:sldMkLst>
          <pc:docMk/>
          <pc:sldMk cId="2039363131" sldId="376"/>
        </pc:sldMkLst>
      </pc:sldChg>
      <pc:sldChg chg="delSp modSp add del replId">
        <pc:chgData name="Chitrakshi Gosain" userId="S::z5295293@ad.unsw.edu.au::bc1c3a76-54a6-458b-84ed-6673271bee74" providerId="AD" clId="Web-{02D0EF58-2087-F9C6-9FBF-0787413947B4}" dt="2025-06-01T12:12:49.245" v="309"/>
        <pc:sldMkLst>
          <pc:docMk/>
          <pc:sldMk cId="2522883385" sldId="377"/>
        </pc:sldMkLst>
        <pc:spChg chg="del mod">
          <ac:chgData name="Chitrakshi Gosain" userId="S::z5295293@ad.unsw.edu.au::bc1c3a76-54a6-458b-84ed-6673271bee74" providerId="AD" clId="Web-{02D0EF58-2087-F9C6-9FBF-0787413947B4}" dt="2025-06-01T12:09:17.961" v="147"/>
          <ac:spMkLst>
            <pc:docMk/>
            <pc:sldMk cId="2522883385" sldId="377"/>
            <ac:spMk id="2" creationId="{C55E8A08-AC0C-68D8-BC13-2857777CA8B8}"/>
          </ac:spMkLst>
        </pc:spChg>
        <pc:spChg chg="mod">
          <ac:chgData name="Chitrakshi Gosain" userId="S::z5295293@ad.unsw.edu.au::bc1c3a76-54a6-458b-84ed-6673271bee74" providerId="AD" clId="Web-{02D0EF58-2087-F9C6-9FBF-0787413947B4}" dt="2025-06-01T12:05:30.520" v="81" actId="20577"/>
          <ac:spMkLst>
            <pc:docMk/>
            <pc:sldMk cId="2522883385" sldId="377"/>
            <ac:spMk id="11" creationId="{7A940A75-AACE-E3BD-FAD0-036AB4B58089}"/>
          </ac:spMkLst>
        </pc:spChg>
        <pc:picChg chg="del">
          <ac:chgData name="Chitrakshi Gosain" userId="S::z5295293@ad.unsw.edu.au::bc1c3a76-54a6-458b-84ed-6673271bee74" providerId="AD" clId="Web-{02D0EF58-2087-F9C6-9FBF-0787413947B4}" dt="2025-06-01T12:05:33.786" v="83"/>
          <ac:picMkLst>
            <pc:docMk/>
            <pc:sldMk cId="2522883385" sldId="377"/>
            <ac:picMk id="3" creationId="{08BD9F6F-A5B1-1BDD-1299-905CE1421AD6}"/>
          </ac:picMkLst>
        </pc:picChg>
        <pc:picChg chg="del">
          <ac:chgData name="Chitrakshi Gosain" userId="S::z5295293@ad.unsw.edu.au::bc1c3a76-54a6-458b-84ed-6673271bee74" providerId="AD" clId="Web-{02D0EF58-2087-F9C6-9FBF-0787413947B4}" dt="2025-06-01T12:05:31.864" v="82"/>
          <ac:picMkLst>
            <pc:docMk/>
            <pc:sldMk cId="2522883385" sldId="377"/>
            <ac:picMk id="4" creationId="{C75E0350-E1AB-A8E6-654A-9E105A20FF65}"/>
          </ac:picMkLst>
        </pc:picChg>
      </pc:sldChg>
      <pc:sldChg chg="modSp new">
        <pc:chgData name="Chitrakshi Gosain" userId="S::z5295293@ad.unsw.edu.au::bc1c3a76-54a6-458b-84ed-6673271bee74" providerId="AD" clId="Web-{02D0EF58-2087-F9C6-9FBF-0787413947B4}" dt="2025-06-01T13:56:30.655" v="672" actId="20577"/>
        <pc:sldMkLst>
          <pc:docMk/>
          <pc:sldMk cId="668999214" sldId="378"/>
        </pc:sldMkLst>
        <pc:spChg chg="mod">
          <ac:chgData name="Chitrakshi Gosain" userId="S::z5295293@ad.unsw.edu.au::bc1c3a76-54a6-458b-84ed-6673271bee74" providerId="AD" clId="Web-{02D0EF58-2087-F9C6-9FBF-0787413947B4}" dt="2025-06-01T13:56:30.655" v="672" actId="20577"/>
          <ac:spMkLst>
            <pc:docMk/>
            <pc:sldMk cId="668999214" sldId="378"/>
            <ac:spMk id="2" creationId="{DA949FD0-F55C-ABE5-AC4E-13CB7E84BDB7}"/>
          </ac:spMkLst>
        </pc:spChg>
        <pc:spChg chg="mod">
          <ac:chgData name="Chitrakshi Gosain" userId="S::z5295293@ad.unsw.edu.au::bc1c3a76-54a6-458b-84ed-6673271bee74" providerId="AD" clId="Web-{02D0EF58-2087-F9C6-9FBF-0787413947B4}" dt="2025-06-01T12:15:00.325" v="389" actId="20577"/>
          <ac:spMkLst>
            <pc:docMk/>
            <pc:sldMk cId="668999214" sldId="378"/>
            <ac:spMk id="3" creationId="{48637331-64BC-5F5A-5D8B-829E1155A834}"/>
          </ac:spMkLst>
        </pc:spChg>
      </pc:sldChg>
      <pc:sldChg chg="new del">
        <pc:chgData name="Chitrakshi Gosain" userId="S::z5295293@ad.unsw.edu.au::bc1c3a76-54a6-458b-84ed-6673271bee74" providerId="AD" clId="Web-{02D0EF58-2087-F9C6-9FBF-0787413947B4}" dt="2025-06-01T12:09:12.148" v="146"/>
        <pc:sldMkLst>
          <pc:docMk/>
          <pc:sldMk cId="4190009422" sldId="378"/>
        </pc:sldMkLst>
      </pc:sldChg>
      <pc:sldChg chg="new del">
        <pc:chgData name="Chitrakshi Gosain" userId="S::z5295293@ad.unsw.edu.au::bc1c3a76-54a6-458b-84ed-6673271bee74" providerId="AD" clId="Web-{02D0EF58-2087-F9C6-9FBF-0787413947B4}" dt="2025-06-01T12:18:13.047" v="403"/>
        <pc:sldMkLst>
          <pc:docMk/>
          <pc:sldMk cId="643199958" sldId="379"/>
        </pc:sldMkLst>
      </pc:sldChg>
      <pc:sldChg chg="addSp modSp add replId">
        <pc:chgData name="Chitrakshi Gosain" userId="S::z5295293@ad.unsw.edu.au::bc1c3a76-54a6-458b-84ed-6673271bee74" providerId="AD" clId="Web-{02D0EF58-2087-F9C6-9FBF-0787413947B4}" dt="2025-06-01T13:56:43.343" v="673" actId="1076"/>
        <pc:sldMkLst>
          <pc:docMk/>
          <pc:sldMk cId="3211406542" sldId="379"/>
        </pc:sldMkLst>
        <pc:spChg chg="mod">
          <ac:chgData name="Chitrakshi Gosain" userId="S::z5295293@ad.unsw.edu.au::bc1c3a76-54a6-458b-84ed-6673271bee74" providerId="AD" clId="Web-{02D0EF58-2087-F9C6-9FBF-0787413947B4}" dt="2025-06-01T13:56:43.343" v="673" actId="1076"/>
          <ac:spMkLst>
            <pc:docMk/>
            <pc:sldMk cId="3211406542" sldId="379"/>
            <ac:spMk id="5" creationId="{59F237C7-72A3-DBDD-84FD-54D0E68F59DE}"/>
          </ac:spMkLst>
        </pc:spChg>
        <pc:spChg chg="mod">
          <ac:chgData name="Chitrakshi Gosain" userId="S::z5295293@ad.unsw.edu.au::bc1c3a76-54a6-458b-84ed-6673271bee74" providerId="AD" clId="Web-{02D0EF58-2087-F9C6-9FBF-0787413947B4}" dt="2025-06-01T13:42:25.346" v="421" actId="20577"/>
          <ac:spMkLst>
            <pc:docMk/>
            <pc:sldMk cId="3211406542" sldId="379"/>
            <ac:spMk id="11" creationId="{8E82B8CA-B306-A4B6-7241-7C1344B3D64E}"/>
          </ac:spMkLst>
        </pc:spChg>
        <pc:picChg chg="add mod">
          <ac:chgData name="Chitrakshi Gosain" userId="S::z5295293@ad.unsw.edu.au::bc1c3a76-54a6-458b-84ed-6673271bee74" providerId="AD" clId="Web-{02D0EF58-2087-F9C6-9FBF-0787413947B4}" dt="2025-06-01T13:44:52.097" v="434" actId="1076"/>
          <ac:picMkLst>
            <pc:docMk/>
            <pc:sldMk cId="3211406542" sldId="379"/>
            <ac:picMk id="2" creationId="{56BC4D64-E5E0-3E64-6194-6A9CA471A6EC}"/>
          </ac:picMkLst>
        </pc:picChg>
      </pc:sldChg>
      <pc:sldChg chg="modSp add replId">
        <pc:chgData name="Chitrakshi Gosain" userId="S::z5295293@ad.unsw.edu.au::bc1c3a76-54a6-458b-84ed-6673271bee74" providerId="AD" clId="Web-{02D0EF58-2087-F9C6-9FBF-0787413947B4}" dt="2025-06-01T13:47:46.793" v="460"/>
        <pc:sldMkLst>
          <pc:docMk/>
          <pc:sldMk cId="486793387" sldId="380"/>
        </pc:sldMkLst>
        <pc:spChg chg="mod">
          <ac:chgData name="Chitrakshi Gosain" userId="S::z5295293@ad.unsw.edu.au::bc1c3a76-54a6-458b-84ed-6673271bee74" providerId="AD" clId="Web-{02D0EF58-2087-F9C6-9FBF-0787413947B4}" dt="2025-06-01T13:47:17.745" v="457" actId="20577"/>
          <ac:spMkLst>
            <pc:docMk/>
            <pc:sldMk cId="486793387" sldId="380"/>
            <ac:spMk id="11" creationId="{A2386056-5B3E-310A-1B1B-F95484BD3354}"/>
          </ac:spMkLst>
        </pc:spChg>
        <pc:picChg chg="mod modCrop">
          <ac:chgData name="Chitrakshi Gosain" userId="S::z5295293@ad.unsw.edu.au::bc1c3a76-54a6-458b-84ed-6673271bee74" providerId="AD" clId="Web-{02D0EF58-2087-F9C6-9FBF-0787413947B4}" dt="2025-06-01T13:47:46.793" v="460"/>
          <ac:picMkLst>
            <pc:docMk/>
            <pc:sldMk cId="486793387" sldId="380"/>
            <ac:picMk id="3" creationId="{1EF87C57-889F-D162-53F8-D022FDFABF4D}"/>
          </ac:picMkLst>
        </pc:picChg>
      </pc:sldChg>
    </pc:docChg>
  </pc:docChgLst>
  <pc:docChgLst>
    <pc:chgData name="Basem Suleiman" userId="S::z3230813@ad.unsw.edu.au::a84cd754-6b82-466c-b579-ca8c667d09ba" providerId="AD" clId="Web-{0E053B10-980E-B540-7C43-8FE2938E8786}"/>
    <pc:docChg chg="modSld">
      <pc:chgData name="Basem Suleiman" userId="S::z3230813@ad.unsw.edu.au::a84cd754-6b82-466c-b579-ca8c667d09ba" providerId="AD" clId="Web-{0E053B10-980E-B540-7C43-8FE2938E8786}" dt="2024-05-28T07:35:05.102" v="2" actId="14100"/>
      <pc:docMkLst>
        <pc:docMk/>
      </pc:docMkLst>
      <pc:sldChg chg="modSp">
        <pc:chgData name="Basem Suleiman" userId="S::z3230813@ad.unsw.edu.au::a84cd754-6b82-466c-b579-ca8c667d09ba" providerId="AD" clId="Web-{0E053B10-980E-B540-7C43-8FE2938E8786}" dt="2024-05-28T07:35:00.883" v="1" actId="14100"/>
        <pc:sldMkLst>
          <pc:docMk/>
          <pc:sldMk cId="0" sldId="280"/>
        </pc:sldMkLst>
      </pc:sldChg>
      <pc:sldChg chg="modSp">
        <pc:chgData name="Basem Suleiman" userId="S::z3230813@ad.unsw.edu.au::a84cd754-6b82-466c-b579-ca8c667d09ba" providerId="AD" clId="Web-{0E053B10-980E-B540-7C43-8FE2938E8786}" dt="2024-05-28T07:35:05.102" v="2" actId="14100"/>
        <pc:sldMkLst>
          <pc:docMk/>
          <pc:sldMk cId="0" sldId="281"/>
        </pc:sldMkLst>
      </pc:sldChg>
    </pc:docChg>
  </pc:docChgLst>
  <pc:docChgLst>
    <pc:chgData name="Basem Suleiman" userId="S::z3230813@ad.unsw.edu.au::a84cd754-6b82-466c-b579-ca8c667d09ba" providerId="AD" clId="Web-{0EDA434C-1317-DAC5-D952-539447B8BE78}"/>
    <pc:docChg chg="modSld">
      <pc:chgData name="Basem Suleiman" userId="S::z3230813@ad.unsw.edu.au::a84cd754-6b82-466c-b579-ca8c667d09ba" providerId="AD" clId="Web-{0EDA434C-1317-DAC5-D952-539447B8BE78}" dt="2025-06-02T01:28:17.944" v="0" actId="1076"/>
      <pc:docMkLst>
        <pc:docMk/>
      </pc:docMkLst>
      <pc:sldChg chg="modSp">
        <pc:chgData name="Basem Suleiman" userId="S::z3230813@ad.unsw.edu.au::a84cd754-6b82-466c-b579-ca8c667d09ba" providerId="AD" clId="Web-{0EDA434C-1317-DAC5-D952-539447B8BE78}" dt="2025-06-02T01:28:17.944" v="0" actId="1076"/>
        <pc:sldMkLst>
          <pc:docMk/>
          <pc:sldMk cId="3453136472" sldId="352"/>
        </pc:sldMkLst>
        <pc:spChg chg="mod">
          <ac:chgData name="Basem Suleiman" userId="S::z3230813@ad.unsw.edu.au::a84cd754-6b82-466c-b579-ca8c667d09ba" providerId="AD" clId="Web-{0EDA434C-1317-DAC5-D952-539447B8BE78}" dt="2025-06-02T01:28:17.944" v="0" actId="1076"/>
          <ac:spMkLst>
            <pc:docMk/>
            <pc:sldMk cId="3453136472" sldId="352"/>
            <ac:spMk id="3" creationId="{00000000-0000-0000-0000-000000000000}"/>
          </ac:spMkLst>
        </pc:spChg>
      </pc:sldChg>
    </pc:docChg>
  </pc:docChgLst>
  <pc:docChgLst>
    <pc:chgData name="Basem Suleiman" userId="S::z3230813@ad.unsw.edu.au::a84cd754-6b82-466c-b579-ca8c667d09ba" providerId="AD" clId="Web-{E2267859-D321-ADA4-83F4-AD00B7844B30}"/>
    <pc:docChg chg="addSld modSld">
      <pc:chgData name="Basem Suleiman" userId="S::z3230813@ad.unsw.edu.au::a84cd754-6b82-466c-b579-ca8c667d09ba" providerId="AD" clId="Web-{E2267859-D321-ADA4-83F4-AD00B7844B30}" dt="2025-06-02T07:46:52.795" v="286" actId="20577"/>
      <pc:docMkLst>
        <pc:docMk/>
      </pc:docMkLst>
      <pc:sldChg chg="mod modShow">
        <pc:chgData name="Basem Suleiman" userId="S::z3230813@ad.unsw.edu.au::a84cd754-6b82-466c-b579-ca8c667d09ba" providerId="AD" clId="Web-{E2267859-D321-ADA4-83F4-AD00B7844B30}" dt="2025-06-02T07:40:50.254" v="229"/>
        <pc:sldMkLst>
          <pc:docMk/>
          <pc:sldMk cId="0" sldId="259"/>
        </pc:sldMkLst>
      </pc:sldChg>
      <pc:sldChg chg="modSp">
        <pc:chgData name="Basem Suleiman" userId="S::z3230813@ad.unsw.edu.au::a84cd754-6b82-466c-b579-ca8c667d09ba" providerId="AD" clId="Web-{E2267859-D321-ADA4-83F4-AD00B7844B30}" dt="2025-06-02T04:52:12.431" v="12" actId="20577"/>
        <pc:sldMkLst>
          <pc:docMk/>
          <pc:sldMk cId="0" sldId="267"/>
        </pc:sldMkLst>
        <pc:spChg chg="mod">
          <ac:chgData name="Basem Suleiman" userId="S::z3230813@ad.unsw.edu.au::a84cd754-6b82-466c-b579-ca8c667d09ba" providerId="AD" clId="Web-{E2267859-D321-ADA4-83F4-AD00B7844B30}" dt="2025-06-02T04:52:12.431" v="12" actId="20577"/>
          <ac:spMkLst>
            <pc:docMk/>
            <pc:sldMk cId="0" sldId="267"/>
            <ac:spMk id="3" creationId="{00000000-0000-0000-0000-000000000000}"/>
          </ac:spMkLst>
        </pc:spChg>
      </pc:sldChg>
      <pc:sldChg chg="modSp">
        <pc:chgData name="Basem Suleiman" userId="S::z3230813@ad.unsw.edu.au::a84cd754-6b82-466c-b579-ca8c667d09ba" providerId="AD" clId="Web-{E2267859-D321-ADA4-83F4-AD00B7844B30}" dt="2025-06-02T05:44:49.625" v="42" actId="20577"/>
        <pc:sldMkLst>
          <pc:docMk/>
          <pc:sldMk cId="0" sldId="277"/>
        </pc:sldMkLst>
        <pc:spChg chg="mod">
          <ac:chgData name="Basem Suleiman" userId="S::z3230813@ad.unsw.edu.au::a84cd754-6b82-466c-b579-ca8c667d09ba" providerId="AD" clId="Web-{E2267859-D321-ADA4-83F4-AD00B7844B30}" dt="2025-06-02T05:44:49.625" v="42" actId="20577"/>
          <ac:spMkLst>
            <pc:docMk/>
            <pc:sldMk cId="0" sldId="277"/>
            <ac:spMk id="2" creationId="{00000000-0000-0000-0000-000000000000}"/>
          </ac:spMkLst>
        </pc:spChg>
      </pc:sldChg>
      <pc:sldChg chg="modSp">
        <pc:chgData name="Basem Suleiman" userId="S::z3230813@ad.unsw.edu.au::a84cd754-6b82-466c-b579-ca8c667d09ba" providerId="AD" clId="Web-{E2267859-D321-ADA4-83F4-AD00B7844B30}" dt="2025-06-02T05:45:23.828" v="45" actId="20577"/>
        <pc:sldMkLst>
          <pc:docMk/>
          <pc:sldMk cId="0" sldId="279"/>
        </pc:sldMkLst>
        <pc:spChg chg="mod">
          <ac:chgData name="Basem Suleiman" userId="S::z3230813@ad.unsw.edu.au::a84cd754-6b82-466c-b579-ca8c667d09ba" providerId="AD" clId="Web-{E2267859-D321-ADA4-83F4-AD00B7844B30}" dt="2025-06-02T05:45:23.828" v="45" actId="20577"/>
          <ac:spMkLst>
            <pc:docMk/>
            <pc:sldMk cId="0" sldId="279"/>
            <ac:spMk id="2" creationId="{00000000-0000-0000-0000-000000000000}"/>
          </ac:spMkLst>
        </pc:spChg>
      </pc:sldChg>
      <pc:sldChg chg="modSp">
        <pc:chgData name="Basem Suleiman" userId="S::z3230813@ad.unsw.edu.au::a84cd754-6b82-466c-b579-ca8c667d09ba" providerId="AD" clId="Web-{E2267859-D321-ADA4-83F4-AD00B7844B30}" dt="2025-06-02T05:45:47.891" v="48" actId="20577"/>
        <pc:sldMkLst>
          <pc:docMk/>
          <pc:sldMk cId="0" sldId="280"/>
        </pc:sldMkLst>
        <pc:spChg chg="mod">
          <ac:chgData name="Basem Suleiman" userId="S::z3230813@ad.unsw.edu.au::a84cd754-6b82-466c-b579-ca8c667d09ba" providerId="AD" clId="Web-{E2267859-D321-ADA4-83F4-AD00B7844B30}" dt="2025-06-02T05:45:47.891" v="48" actId="20577"/>
          <ac:spMkLst>
            <pc:docMk/>
            <pc:sldMk cId="0" sldId="280"/>
            <ac:spMk id="2" creationId="{00000000-0000-0000-0000-000000000000}"/>
          </ac:spMkLst>
        </pc:spChg>
      </pc:sldChg>
      <pc:sldChg chg="addSp delSp modSp">
        <pc:chgData name="Basem Suleiman" userId="S::z3230813@ad.unsw.edu.au::a84cd754-6b82-466c-b579-ca8c667d09ba" providerId="AD" clId="Web-{E2267859-D321-ADA4-83F4-AD00B7844B30}" dt="2025-06-02T06:45:31.243" v="183" actId="20577"/>
        <pc:sldMkLst>
          <pc:docMk/>
          <pc:sldMk cId="0" sldId="312"/>
        </pc:sldMkLst>
        <pc:spChg chg="mod">
          <ac:chgData name="Basem Suleiman" userId="S::z3230813@ad.unsw.edu.au::a84cd754-6b82-466c-b579-ca8c667d09ba" providerId="AD" clId="Web-{E2267859-D321-ADA4-83F4-AD00B7844B30}" dt="2025-06-02T06:45:31.243" v="183" actId="20577"/>
          <ac:spMkLst>
            <pc:docMk/>
            <pc:sldMk cId="0" sldId="312"/>
            <ac:spMk id="3" creationId="{00000000-0000-0000-0000-000000000000}"/>
          </ac:spMkLst>
        </pc:spChg>
        <pc:picChg chg="del">
          <ac:chgData name="Basem Suleiman" userId="S::z3230813@ad.unsw.edu.au::a84cd754-6b82-466c-b579-ca8c667d09ba" providerId="AD" clId="Web-{E2267859-D321-ADA4-83F4-AD00B7844B30}" dt="2025-06-02T06:36:26.741" v="175"/>
          <ac:picMkLst>
            <pc:docMk/>
            <pc:sldMk cId="0" sldId="312"/>
            <ac:picMk id="5" creationId="{60463925-1C91-80DE-1A2D-60EA6B8AE3F3}"/>
          </ac:picMkLst>
        </pc:picChg>
        <pc:picChg chg="add mod">
          <ac:chgData name="Basem Suleiman" userId="S::z3230813@ad.unsw.edu.au::a84cd754-6b82-466c-b579-ca8c667d09ba" providerId="AD" clId="Web-{E2267859-D321-ADA4-83F4-AD00B7844B30}" dt="2025-06-02T06:36:39.992" v="181" actId="14100"/>
          <ac:picMkLst>
            <pc:docMk/>
            <pc:sldMk cId="0" sldId="312"/>
            <ac:picMk id="6" creationId="{9F219492-E207-EACD-40C0-03D742BDE3B5}"/>
          </ac:picMkLst>
        </pc:picChg>
      </pc:sldChg>
      <pc:sldChg chg="modSp">
        <pc:chgData name="Basem Suleiman" userId="S::z3230813@ad.unsw.edu.au::a84cd754-6b82-466c-b579-ca8c667d09ba" providerId="AD" clId="Web-{E2267859-D321-ADA4-83F4-AD00B7844B30}" dt="2025-06-02T07:46:52.795" v="286" actId="20577"/>
        <pc:sldMkLst>
          <pc:docMk/>
          <pc:sldMk cId="751993983" sldId="317"/>
        </pc:sldMkLst>
        <pc:spChg chg="mod">
          <ac:chgData name="Basem Suleiman" userId="S::z3230813@ad.unsw.edu.au::a84cd754-6b82-466c-b579-ca8c667d09ba" providerId="AD" clId="Web-{E2267859-D321-ADA4-83F4-AD00B7844B30}" dt="2025-06-02T07:46:52.795" v="286" actId="20577"/>
          <ac:spMkLst>
            <pc:docMk/>
            <pc:sldMk cId="751993983" sldId="317"/>
            <ac:spMk id="3" creationId="{00000000-0000-0000-0000-000000000000}"/>
          </ac:spMkLst>
        </pc:spChg>
      </pc:sldChg>
      <pc:sldChg chg="modSp">
        <pc:chgData name="Basem Suleiman" userId="S::z3230813@ad.unsw.edu.au::a84cd754-6b82-466c-b579-ca8c667d09ba" providerId="AD" clId="Web-{E2267859-D321-ADA4-83F4-AD00B7844B30}" dt="2025-06-02T04:44:27.972" v="0" actId="14100"/>
        <pc:sldMkLst>
          <pc:docMk/>
          <pc:sldMk cId="3248746833" sldId="319"/>
        </pc:sldMkLst>
        <pc:spChg chg="mod">
          <ac:chgData name="Basem Suleiman" userId="S::z3230813@ad.unsw.edu.au::a84cd754-6b82-466c-b579-ca8c667d09ba" providerId="AD" clId="Web-{E2267859-D321-ADA4-83F4-AD00B7844B30}" dt="2025-06-02T04:44:27.972" v="0" actId="14100"/>
          <ac:spMkLst>
            <pc:docMk/>
            <pc:sldMk cId="3248746833" sldId="319"/>
            <ac:spMk id="2" creationId="{73DA4061-B5E8-D7E0-C6F1-4AE66DD04E9E}"/>
          </ac:spMkLst>
        </pc:spChg>
      </pc:sldChg>
      <pc:sldChg chg="modSp">
        <pc:chgData name="Basem Suleiman" userId="S::z3230813@ad.unsw.edu.au::a84cd754-6b82-466c-b579-ca8c667d09ba" providerId="AD" clId="Web-{E2267859-D321-ADA4-83F4-AD00B7844B30}" dt="2025-06-02T05:46:28.078" v="51" actId="20577"/>
        <pc:sldMkLst>
          <pc:docMk/>
          <pc:sldMk cId="3533964824" sldId="329"/>
        </pc:sldMkLst>
        <pc:spChg chg="mod">
          <ac:chgData name="Basem Suleiman" userId="S::z3230813@ad.unsw.edu.au::a84cd754-6b82-466c-b579-ca8c667d09ba" providerId="AD" clId="Web-{E2267859-D321-ADA4-83F4-AD00B7844B30}" dt="2025-06-02T05:46:28.078" v="51" actId="20577"/>
          <ac:spMkLst>
            <pc:docMk/>
            <pc:sldMk cId="3533964824" sldId="329"/>
            <ac:spMk id="3" creationId="{00000000-0000-0000-0000-000000000000}"/>
          </ac:spMkLst>
        </pc:spChg>
      </pc:sldChg>
      <pc:sldChg chg="modNotes">
        <pc:chgData name="Basem Suleiman" userId="S::z3230813@ad.unsw.edu.au::a84cd754-6b82-466c-b579-ca8c667d09ba" providerId="AD" clId="Web-{E2267859-D321-ADA4-83F4-AD00B7844B30}" dt="2025-06-02T05:48:11.562" v="65"/>
        <pc:sldMkLst>
          <pc:docMk/>
          <pc:sldMk cId="573104480" sldId="339"/>
        </pc:sldMkLst>
      </pc:sldChg>
      <pc:sldChg chg="modSp">
        <pc:chgData name="Basem Suleiman" userId="S::z3230813@ad.unsw.edu.au::a84cd754-6b82-466c-b579-ca8c667d09ba" providerId="AD" clId="Web-{E2267859-D321-ADA4-83F4-AD00B7844B30}" dt="2025-06-02T05:05:12.191" v="21" actId="20577"/>
        <pc:sldMkLst>
          <pc:docMk/>
          <pc:sldMk cId="2427720425" sldId="354"/>
        </pc:sldMkLst>
        <pc:spChg chg="mod">
          <ac:chgData name="Basem Suleiman" userId="S::z3230813@ad.unsw.edu.au::a84cd754-6b82-466c-b579-ca8c667d09ba" providerId="AD" clId="Web-{E2267859-D321-ADA4-83F4-AD00B7844B30}" dt="2025-06-02T05:05:12.191" v="21" actId="20577"/>
          <ac:spMkLst>
            <pc:docMk/>
            <pc:sldMk cId="2427720425" sldId="354"/>
            <ac:spMk id="3" creationId="{00000000-0000-0000-0000-000000000000}"/>
          </ac:spMkLst>
        </pc:spChg>
      </pc:sldChg>
      <pc:sldChg chg="modSp">
        <pc:chgData name="Basem Suleiman" userId="S::z3230813@ad.unsw.edu.au::a84cd754-6b82-466c-b579-ca8c667d09ba" providerId="AD" clId="Web-{E2267859-D321-ADA4-83F4-AD00B7844B30}" dt="2025-06-02T05:11:56.041" v="23" actId="20577"/>
        <pc:sldMkLst>
          <pc:docMk/>
          <pc:sldMk cId="4286064576" sldId="355"/>
        </pc:sldMkLst>
        <pc:spChg chg="mod">
          <ac:chgData name="Basem Suleiman" userId="S::z3230813@ad.unsw.edu.au::a84cd754-6b82-466c-b579-ca8c667d09ba" providerId="AD" clId="Web-{E2267859-D321-ADA4-83F4-AD00B7844B30}" dt="2025-06-02T05:11:56.041" v="23" actId="20577"/>
          <ac:spMkLst>
            <pc:docMk/>
            <pc:sldMk cId="4286064576" sldId="355"/>
            <ac:spMk id="3" creationId="{00000000-0000-0000-0000-000000000000}"/>
          </ac:spMkLst>
        </pc:spChg>
      </pc:sldChg>
      <pc:sldChg chg="modSp">
        <pc:chgData name="Basem Suleiman" userId="S::z3230813@ad.unsw.edu.au::a84cd754-6b82-466c-b579-ca8c667d09ba" providerId="AD" clId="Web-{E2267859-D321-ADA4-83F4-AD00B7844B30}" dt="2025-06-02T07:30:24.346" v="217" actId="1076"/>
        <pc:sldMkLst>
          <pc:docMk/>
          <pc:sldMk cId="4194762755" sldId="357"/>
        </pc:sldMkLst>
        <pc:spChg chg="mod">
          <ac:chgData name="Basem Suleiman" userId="S::z3230813@ad.unsw.edu.au::a84cd754-6b82-466c-b579-ca8c667d09ba" providerId="AD" clId="Web-{E2267859-D321-ADA4-83F4-AD00B7844B30}" dt="2025-06-02T07:30:24.346" v="217" actId="1076"/>
          <ac:spMkLst>
            <pc:docMk/>
            <pc:sldMk cId="4194762755" sldId="357"/>
            <ac:spMk id="5" creationId="{4AC0CE2D-7630-B383-C8D2-2276758E2820}"/>
          </ac:spMkLst>
        </pc:spChg>
      </pc:sldChg>
      <pc:sldChg chg="modSp">
        <pc:chgData name="Basem Suleiman" userId="S::z3230813@ad.unsw.edu.au::a84cd754-6b82-466c-b579-ca8c667d09ba" providerId="AD" clId="Web-{E2267859-D321-ADA4-83F4-AD00B7844B30}" dt="2025-06-02T05:13:54.589" v="36" actId="20577"/>
        <pc:sldMkLst>
          <pc:docMk/>
          <pc:sldMk cId="228878874" sldId="361"/>
        </pc:sldMkLst>
        <pc:spChg chg="mod">
          <ac:chgData name="Basem Suleiman" userId="S::z3230813@ad.unsw.edu.au::a84cd754-6b82-466c-b579-ca8c667d09ba" providerId="AD" clId="Web-{E2267859-D321-ADA4-83F4-AD00B7844B30}" dt="2025-06-02T05:13:54.589" v="36" actId="20577"/>
          <ac:spMkLst>
            <pc:docMk/>
            <pc:sldMk cId="228878874" sldId="361"/>
            <ac:spMk id="3" creationId="{1E075521-1023-6FD9-FCC7-09663049A074}"/>
          </ac:spMkLst>
        </pc:spChg>
      </pc:sldChg>
      <pc:sldChg chg="addSp modSp">
        <pc:chgData name="Basem Suleiman" userId="S::z3230813@ad.unsw.edu.au::a84cd754-6b82-466c-b579-ca8c667d09ba" providerId="AD" clId="Web-{E2267859-D321-ADA4-83F4-AD00B7844B30}" dt="2025-06-02T06:45:48.024" v="185" actId="1076"/>
        <pc:sldMkLst>
          <pc:docMk/>
          <pc:sldMk cId="2284807332" sldId="362"/>
        </pc:sldMkLst>
        <pc:spChg chg="mod">
          <ac:chgData name="Basem Suleiman" userId="S::z3230813@ad.unsw.edu.au::a84cd754-6b82-466c-b579-ca8c667d09ba" providerId="AD" clId="Web-{E2267859-D321-ADA4-83F4-AD00B7844B30}" dt="2025-06-02T06:45:40.634" v="184" actId="1076"/>
          <ac:spMkLst>
            <pc:docMk/>
            <pc:sldMk cId="2284807332" sldId="362"/>
            <ac:spMk id="3" creationId="{37137CC1-7BFD-F513-87DB-36F54BDD95A1}"/>
          </ac:spMkLst>
        </pc:spChg>
        <pc:spChg chg="add mod">
          <ac:chgData name="Basem Suleiman" userId="S::z3230813@ad.unsw.edu.au::a84cd754-6b82-466c-b579-ca8c667d09ba" providerId="AD" clId="Web-{E2267859-D321-ADA4-83F4-AD00B7844B30}" dt="2025-06-02T06:45:48.024" v="185" actId="1076"/>
          <ac:spMkLst>
            <pc:docMk/>
            <pc:sldMk cId="2284807332" sldId="362"/>
            <ac:spMk id="5" creationId="{906AD610-D9B7-DAFB-6760-F55C3F303E88}"/>
          </ac:spMkLst>
        </pc:spChg>
      </pc:sldChg>
      <pc:sldChg chg="modSp">
        <pc:chgData name="Basem Suleiman" userId="S::z3230813@ad.unsw.edu.au::a84cd754-6b82-466c-b579-ca8c667d09ba" providerId="AD" clId="Web-{E2267859-D321-ADA4-83F4-AD00B7844B30}" dt="2025-06-02T07:43:25.586" v="283" actId="20577"/>
        <pc:sldMkLst>
          <pc:docMk/>
          <pc:sldMk cId="831626726" sldId="364"/>
        </pc:sldMkLst>
        <pc:spChg chg="mod">
          <ac:chgData name="Basem Suleiman" userId="S::z3230813@ad.unsw.edu.au::a84cd754-6b82-466c-b579-ca8c667d09ba" providerId="AD" clId="Web-{E2267859-D321-ADA4-83F4-AD00B7844B30}" dt="2025-06-02T07:43:25.586" v="283" actId="20577"/>
          <ac:spMkLst>
            <pc:docMk/>
            <pc:sldMk cId="831626726" sldId="364"/>
            <ac:spMk id="5" creationId="{04F1C408-1A75-295B-B32D-6A011D47DB3A}"/>
          </ac:spMkLst>
        </pc:spChg>
        <pc:picChg chg="mod">
          <ac:chgData name="Basem Suleiman" userId="S::z3230813@ad.unsw.edu.au::a84cd754-6b82-466c-b579-ca8c667d09ba" providerId="AD" clId="Web-{E2267859-D321-ADA4-83F4-AD00B7844B30}" dt="2025-06-02T07:41:49.849" v="236" actId="1076"/>
          <ac:picMkLst>
            <pc:docMk/>
            <pc:sldMk cId="831626726" sldId="364"/>
            <ac:picMk id="2" creationId="{9C7D1C35-9002-B4A4-A54D-6EEC8EB37FD7}"/>
          </ac:picMkLst>
        </pc:picChg>
      </pc:sldChg>
      <pc:sldChg chg="modSp add">
        <pc:chgData name="Basem Suleiman" userId="S::z3230813@ad.unsw.edu.au::a84cd754-6b82-466c-b579-ca8c667d09ba" providerId="AD" clId="Web-{E2267859-D321-ADA4-83F4-AD00B7844B30}" dt="2025-06-02T07:39:44.940" v="225" actId="20577"/>
        <pc:sldMkLst>
          <pc:docMk/>
          <pc:sldMk cId="4129762966" sldId="384"/>
        </pc:sldMkLst>
        <pc:spChg chg="mod">
          <ac:chgData name="Basem Suleiman" userId="S::z3230813@ad.unsw.edu.au::a84cd754-6b82-466c-b579-ca8c667d09ba" providerId="AD" clId="Web-{E2267859-D321-ADA4-83F4-AD00B7844B30}" dt="2025-06-02T07:39:44.940" v="225" actId="20577"/>
          <ac:spMkLst>
            <pc:docMk/>
            <pc:sldMk cId="4129762966" sldId="384"/>
            <ac:spMk id="218" creationId="{00000000-0000-0000-0000-000000000000}"/>
          </ac:spMkLst>
        </pc:spChg>
      </pc:sldChg>
      <pc:sldChg chg="modSp add">
        <pc:chgData name="Basem Suleiman" userId="S::z3230813@ad.unsw.edu.au::a84cd754-6b82-466c-b579-ca8c667d09ba" providerId="AD" clId="Web-{E2267859-D321-ADA4-83F4-AD00B7844B30}" dt="2025-06-02T07:39:55.159" v="227" actId="20577"/>
        <pc:sldMkLst>
          <pc:docMk/>
          <pc:sldMk cId="2383387755" sldId="385"/>
        </pc:sldMkLst>
        <pc:spChg chg="mod">
          <ac:chgData name="Basem Suleiman" userId="S::z3230813@ad.unsw.edu.au::a84cd754-6b82-466c-b579-ca8c667d09ba" providerId="AD" clId="Web-{E2267859-D321-ADA4-83F4-AD00B7844B30}" dt="2025-06-02T07:39:55.159" v="227" actId="20577"/>
          <ac:spMkLst>
            <pc:docMk/>
            <pc:sldMk cId="2383387755" sldId="385"/>
            <ac:spMk id="218" creationId="{355B77B2-9E71-1E11-885A-A9D026F8941E}"/>
          </ac:spMkLst>
        </pc:spChg>
      </pc:sldChg>
      <pc:sldChg chg="modSp add">
        <pc:chgData name="Basem Suleiman" userId="S::z3230813@ad.unsw.edu.au::a84cd754-6b82-466c-b579-ca8c667d09ba" providerId="AD" clId="Web-{E2267859-D321-ADA4-83F4-AD00B7844B30}" dt="2025-06-02T07:41:06.192" v="232" actId="14100"/>
        <pc:sldMkLst>
          <pc:docMk/>
          <pc:sldMk cId="3303922526" sldId="386"/>
        </pc:sldMkLst>
        <pc:spChg chg="mod">
          <ac:chgData name="Basem Suleiman" userId="S::z3230813@ad.unsw.edu.au::a84cd754-6b82-466c-b579-ca8c667d09ba" providerId="AD" clId="Web-{E2267859-D321-ADA4-83F4-AD00B7844B30}" dt="2025-06-02T07:41:06.192" v="232" actId="14100"/>
          <ac:spMkLst>
            <pc:docMk/>
            <pc:sldMk cId="3303922526" sldId="386"/>
            <ac:spMk id="20" creationId="{00000000-0000-0000-0000-000000000000}"/>
          </ac:spMkLst>
        </pc:spChg>
      </pc:sldChg>
      <pc:sldMasterChg chg="addSldLayout">
        <pc:chgData name="Basem Suleiman" userId="S::z3230813@ad.unsw.edu.au::a84cd754-6b82-466c-b579-ca8c667d09ba" providerId="AD" clId="Web-{E2267859-D321-ADA4-83F4-AD00B7844B30}" dt="2025-06-02T07:39:37.924" v="223"/>
        <pc:sldMasterMkLst>
          <pc:docMk/>
          <pc:sldMasterMk cId="0" sldId="2147483648"/>
        </pc:sldMasterMkLst>
        <pc:sldLayoutChg chg="add">
          <pc:chgData name="Basem Suleiman" userId="S::z3230813@ad.unsw.edu.au::a84cd754-6b82-466c-b579-ca8c667d09ba" providerId="AD" clId="Web-{E2267859-D321-ADA4-83F4-AD00B7844B30}" dt="2025-06-02T07:39:37.924" v="223"/>
          <pc:sldLayoutMkLst>
            <pc:docMk/>
            <pc:sldMasterMk cId="0" sldId="2147483648"/>
            <pc:sldLayoutMk cId="3957898288" sldId="2147483667"/>
          </pc:sldLayoutMkLst>
        </pc:sldLayoutChg>
      </pc:sldMasterChg>
    </pc:docChg>
  </pc:docChgLst>
  <pc:docChgLst>
    <pc:chgData name="Chitrakshi Gosain" userId="S::z5295293@ad.unsw.edu.au::bc1c3a76-54a6-458b-84ed-6673271bee74" providerId="AD" clId="Web-{7850D559-ED0E-7B71-443B-9E2008390BB1}"/>
    <pc:docChg chg="addSld delSld modSld">
      <pc:chgData name="Chitrakshi Gosain" userId="S::z5295293@ad.unsw.edu.au::bc1c3a76-54a6-458b-84ed-6673271bee74" providerId="AD" clId="Web-{7850D559-ED0E-7B71-443B-9E2008390BB1}" dt="2025-06-01T14:37:56.016" v="129"/>
      <pc:docMkLst>
        <pc:docMk/>
      </pc:docMkLst>
      <pc:sldChg chg="addSp delSp modSp">
        <pc:chgData name="Chitrakshi Gosain" userId="S::z5295293@ad.unsw.edu.au::bc1c3a76-54a6-458b-84ed-6673271bee74" providerId="AD" clId="Web-{7850D559-ED0E-7B71-443B-9E2008390BB1}" dt="2025-06-01T14:34:02.720" v="4" actId="1076"/>
        <pc:sldMkLst>
          <pc:docMk/>
          <pc:sldMk cId="0" sldId="275"/>
        </pc:sldMkLst>
        <pc:picChg chg="add mod">
          <ac:chgData name="Chitrakshi Gosain" userId="S::z5295293@ad.unsw.edu.au::bc1c3a76-54a6-458b-84ed-6673271bee74" providerId="AD" clId="Web-{7850D559-ED0E-7B71-443B-9E2008390BB1}" dt="2025-06-01T14:34:02.720" v="4" actId="1076"/>
          <ac:picMkLst>
            <pc:docMk/>
            <pc:sldMk cId="0" sldId="275"/>
            <ac:picMk id="2" creationId="{5827A05D-2A32-4AF2-1CA9-DD8E1C8EF82D}"/>
          </ac:picMkLst>
        </pc:picChg>
        <pc:picChg chg="del">
          <ac:chgData name="Chitrakshi Gosain" userId="S::z5295293@ad.unsw.edu.au::bc1c3a76-54a6-458b-84ed-6673271bee74" providerId="AD" clId="Web-{7850D559-ED0E-7B71-443B-9E2008390BB1}" dt="2025-06-01T14:33:39.750" v="0"/>
          <ac:picMkLst>
            <pc:docMk/>
            <pc:sldMk cId="0" sldId="275"/>
            <ac:picMk id="5" creationId="{ECE5960B-0438-3F19-54DF-B77C99C8F9AA}"/>
          </ac:picMkLst>
        </pc:picChg>
      </pc:sldChg>
      <pc:sldChg chg="modSp modNotes">
        <pc:chgData name="Chitrakshi Gosain" userId="S::z5295293@ad.unsw.edu.au::bc1c3a76-54a6-458b-84ed-6673271bee74" providerId="AD" clId="Web-{7850D559-ED0E-7B71-443B-9E2008390BB1}" dt="2025-06-01T14:37:56.016" v="129"/>
        <pc:sldMkLst>
          <pc:docMk/>
          <pc:sldMk cId="3453136472" sldId="352"/>
        </pc:sldMkLst>
        <pc:spChg chg="mod">
          <ac:chgData name="Chitrakshi Gosain" userId="S::z5295293@ad.unsw.edu.au::bc1c3a76-54a6-458b-84ed-6673271bee74" providerId="AD" clId="Web-{7850D559-ED0E-7B71-443B-9E2008390BB1}" dt="2025-06-01T14:36:01.684" v="50" actId="20577"/>
          <ac:spMkLst>
            <pc:docMk/>
            <pc:sldMk cId="3453136472" sldId="352"/>
            <ac:spMk id="3" creationId="{00000000-0000-0000-0000-000000000000}"/>
          </ac:spMkLst>
        </pc:spChg>
      </pc:sldChg>
      <pc:sldChg chg="new del">
        <pc:chgData name="Chitrakshi Gosain" userId="S::z5295293@ad.unsw.edu.au::bc1c3a76-54a6-458b-84ed-6673271bee74" providerId="AD" clId="Web-{7850D559-ED0E-7B71-443B-9E2008390BB1}" dt="2025-06-01T14:36:03.387" v="52"/>
        <pc:sldMkLst>
          <pc:docMk/>
          <pc:sldMk cId="4195063847" sldId="3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7E907D4-1FC0-4272-BC40-F442A3A8AF2C}" type="datetimeFigureOut">
              <a:t>6/2/2025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5EC800C-BF71-45F3-ACEA-1F3FCDCC82D8}" type="slidenum">
              <a:t>‹#›</a:t>
            </a:fld>
            <a:endParaRPr lang="en-US"/>
          </a:p>
        </p:txBody>
      </p:sp>
    </p:spTree>
    <p:extLst>
      <p:ext uri="{BB962C8B-B14F-4D97-AF65-F5344CB8AC3E}">
        <p14:creationId xmlns:p14="http://schemas.microsoft.com/office/powerpoint/2010/main" val="1907288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github.com/Dhruv-A/24t3_3900_language_primer" TargetMode="External"/><Relationship Id="rId2" Type="http://schemas.openxmlformats.org/officeDocument/2006/relationships/slide" Target="../slides/slide21.xml"/><Relationship Id="rId1" Type="http://schemas.openxmlformats.org/officeDocument/2006/relationships/notesMaster" Target="../notesMasters/notesMaster1.xml"/><Relationship Id="rId5" Type="http://schemas.openxmlformats.org/officeDocument/2006/relationships/hyperlink" Target="https://github.com/Dhruv-A/24t3_3900_docker_primer" TargetMode="External"/><Relationship Id="rId4" Type="http://schemas.openxmlformats.org/officeDocument/2006/relationships/hyperlink" Target="https://github.com/Dhruv-A/comp3900_git_primer"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Fundamentals Primers (5% due Week 3 Lab Time)</a:t>
            </a:r>
          </a:p>
          <a:p>
            <a:pPr marL="285750" indent="-285750">
              <a:buFont typeface="Arial"/>
              <a:buChar char="•"/>
            </a:pPr>
            <a:r>
              <a:rPr lang="en-US"/>
              <a:t>You are required to complete three short </a:t>
            </a:r>
            <a:r>
              <a:rPr lang="en-US" b="1"/>
              <a:t>individual</a:t>
            </a:r>
            <a:r>
              <a:rPr lang="en-US"/>
              <a:t> exercises to ensure every student has a few essential skills for groupwork.</a:t>
            </a:r>
          </a:p>
          <a:p>
            <a:pPr marL="285750" indent="-285750">
              <a:buFont typeface="Arial"/>
              <a:buChar char="•"/>
            </a:pPr>
            <a:r>
              <a:rPr lang="en-US"/>
              <a:t>The </a:t>
            </a:r>
            <a:r>
              <a:rPr lang="en-US" b="1"/>
              <a:t>Language Primer</a:t>
            </a:r>
            <a:r>
              <a:rPr lang="en-US"/>
              <a:t> requires you to demonstrate sufficient skill in either Python or </a:t>
            </a:r>
            <a:r>
              <a:rPr lang="en-US" err="1"/>
              <a:t>Javascript</a:t>
            </a:r>
            <a:r>
              <a:rPr lang="en-US"/>
              <a:t> to ensure that every student can confidently contribute to their group.</a:t>
            </a:r>
          </a:p>
          <a:p>
            <a:r>
              <a:rPr lang="en-US" b="1">
                <a:hlinkClick r:id="rId3"/>
              </a:rPr>
              <a:t>Access the Language Primer here</a:t>
            </a:r>
            <a:endParaRPr lang="en-US"/>
          </a:p>
          <a:p>
            <a:pPr marL="285750" indent="-285750">
              <a:buFont typeface="Arial"/>
              <a:buChar char="•"/>
            </a:pPr>
            <a:r>
              <a:rPr lang="en-US"/>
              <a:t>The </a:t>
            </a:r>
            <a:r>
              <a:rPr lang="en-US" b="1"/>
              <a:t>Git Primer</a:t>
            </a:r>
            <a:r>
              <a:rPr lang="en-US"/>
              <a:t> ensures you know how to clone a repository, commit changes and submit a pull request.</a:t>
            </a:r>
          </a:p>
          <a:p>
            <a:r>
              <a:rPr lang="en-US" b="1">
                <a:hlinkClick r:id="rId4"/>
              </a:rPr>
              <a:t>Access the Git Primer here</a:t>
            </a:r>
            <a:endParaRPr lang="en-US"/>
          </a:p>
          <a:p>
            <a:pPr marL="285750" indent="-285750">
              <a:buFont typeface="Arial"/>
              <a:buChar char="•"/>
            </a:pPr>
            <a:r>
              <a:rPr lang="en-US"/>
              <a:t>The </a:t>
            </a:r>
            <a:r>
              <a:rPr lang="en-US" b="1"/>
              <a:t>Docker Primer</a:t>
            </a:r>
            <a:r>
              <a:rPr lang="en-US"/>
              <a:t> ensures that you are comfortable working with Docker, </a:t>
            </a:r>
            <a:r>
              <a:rPr lang="en-US" err="1"/>
              <a:t>Dockerfiles</a:t>
            </a:r>
            <a:r>
              <a:rPr lang="en-US"/>
              <a:t>, and Docker compose files.</a:t>
            </a:r>
          </a:p>
          <a:p>
            <a:r>
              <a:rPr lang="en-US" b="1">
                <a:hlinkClick r:id="rId5"/>
              </a:rPr>
              <a:t>Access the Docker Primer here</a:t>
            </a:r>
            <a:endParaRPr lang="en-US"/>
          </a:p>
          <a:p>
            <a:pPr marL="285750" indent="-285750">
              <a:buFont typeface="Arial"/>
              <a:buChar char="•"/>
            </a:pPr>
            <a:r>
              <a:rPr lang="en-US"/>
              <a:t>You will need to show your tutor that you have completed </a:t>
            </a:r>
            <a:r>
              <a:rPr lang="en-US" b="1"/>
              <a:t>all</a:t>
            </a:r>
            <a:r>
              <a:rPr lang="en-US"/>
              <a:t> of the above during your </a:t>
            </a:r>
            <a:r>
              <a:rPr lang="en-US" b="1"/>
              <a:t>Week 3 Lab Time.</a:t>
            </a:r>
            <a:endParaRPr lang="en-US"/>
          </a:p>
          <a:p>
            <a:pPr marL="285750" lvl="1" indent="-285750">
              <a:buFont typeface="Arial"/>
              <a:buChar char="•"/>
            </a:pPr>
            <a:r>
              <a:rPr lang="en-US" b="1"/>
              <a:t>No submission is necessary. Your tutor will assess your work during the lab.</a:t>
            </a: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F5EC800C-BF71-45F3-ACEA-1F3FCDCC82D8}" type="slidenum">
              <a:t>21</a:t>
            </a:fld>
            <a:endParaRPr lang="en-US"/>
          </a:p>
        </p:txBody>
      </p:sp>
    </p:spTree>
    <p:extLst>
      <p:ext uri="{BB962C8B-B14F-4D97-AF65-F5344CB8AC3E}">
        <p14:creationId xmlns:p14="http://schemas.microsoft.com/office/powerpoint/2010/main" val="2259082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F5EC800C-BF71-45F3-ACEA-1F3FCDCC82D8}" type="slidenum">
              <a:t>22</a:t>
            </a:fld>
            <a:endParaRPr lang="en-US"/>
          </a:p>
        </p:txBody>
      </p:sp>
    </p:spTree>
    <p:extLst>
      <p:ext uri="{BB962C8B-B14F-4D97-AF65-F5344CB8AC3E}">
        <p14:creationId xmlns:p14="http://schemas.microsoft.com/office/powerpoint/2010/main" val="970721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Basics</a:t>
            </a:r>
          </a:p>
          <a:p>
            <a:pPr marL="171450" indent="-171450">
              <a:buFont typeface="Arial"/>
              <a:buChar char="•"/>
            </a:pPr>
            <a:r>
              <a:rPr lang="en-US"/>
              <a:t>  </a:t>
            </a:r>
            <a:r>
              <a:rPr lang="en-US" b="1"/>
              <a:t>Due Dates and Weightings:</a:t>
            </a:r>
            <a:endParaRPr lang="en-US"/>
          </a:p>
          <a:p>
            <a:pPr marL="628650" lvl="1" indent="-171450">
              <a:buFont typeface="Arial"/>
              <a:buChar char="•"/>
            </a:pPr>
            <a:r>
              <a:rPr lang="en-US" i="1"/>
              <a:t>Fundamentals Primers:</a:t>
            </a:r>
            <a:r>
              <a:rPr lang="en-US"/>
              <a:t> Week 3 Lab Time</a:t>
            </a:r>
          </a:p>
          <a:p>
            <a:pPr marL="628650" lvl="1" indent="-171450">
              <a:buFont typeface="Arial"/>
              <a:buChar char="•"/>
            </a:pPr>
            <a:r>
              <a:rPr lang="en-US" i="1"/>
              <a:t>Interim Peer Assessment- Part 1</a:t>
            </a:r>
            <a:r>
              <a:rPr lang="en-US"/>
              <a:t>: Week 5 Sunday @ 11:59 pm</a:t>
            </a:r>
            <a:endParaRPr lang="en-US">
              <a:ea typeface="Calibri" panose="020F0502020204030204"/>
              <a:cs typeface="Calibri" panose="020F0502020204030204"/>
            </a:endParaRPr>
          </a:p>
          <a:p>
            <a:pPr marL="628650" lvl="1" indent="-171450">
              <a:buFont typeface="Arial"/>
              <a:buChar char="•"/>
            </a:pPr>
            <a:r>
              <a:rPr lang="en-US" i="1"/>
              <a:t>Interim Peer Assessment- Part 2</a:t>
            </a:r>
            <a:r>
              <a:rPr lang="en-US"/>
              <a:t>: Week 8 Sunday @ 11:59 pm</a:t>
            </a:r>
            <a:endParaRPr lang="en-US">
              <a:ea typeface="Calibri"/>
              <a:cs typeface="Calibri"/>
            </a:endParaRPr>
          </a:p>
          <a:p>
            <a:pPr marL="628650" lvl="1" indent="-171450">
              <a:buFont typeface="Arial"/>
              <a:buChar char="•"/>
            </a:pPr>
            <a:r>
              <a:rPr lang="en-US" i="1"/>
              <a:t>Teamwork and Collaboration Assessment:</a:t>
            </a:r>
            <a:r>
              <a:rPr lang="en-US"/>
              <a:t> Week 9 Lab Time</a:t>
            </a:r>
            <a:endParaRPr lang="en-US">
              <a:ea typeface="Calibri"/>
              <a:cs typeface="Calibri"/>
            </a:endParaRPr>
          </a:p>
          <a:p>
            <a:pPr marL="628650" lvl="1" indent="-171450">
              <a:buFont typeface="Arial"/>
              <a:buChar char="•"/>
            </a:pPr>
            <a:r>
              <a:rPr lang="en-US" i="1"/>
              <a:t>Final Peer Assessment:</a:t>
            </a:r>
            <a:r>
              <a:rPr lang="en-US" b="1"/>
              <a:t> </a:t>
            </a:r>
            <a:r>
              <a:rPr lang="en-US"/>
              <a:t>Week 10 Sunday @ 11:59 pm</a:t>
            </a:r>
            <a:br>
              <a:rPr lang="en-US">
                <a:cs typeface="+mn-lt"/>
              </a:rPr>
            </a:br>
            <a:endParaRPr lang="en-US"/>
          </a:p>
          <a:p>
            <a:pPr marL="171450" indent="-171450">
              <a:buFont typeface="Arial"/>
              <a:buChar char="•"/>
            </a:pPr>
            <a:r>
              <a:rPr lang="en-US" b="1"/>
              <a:t>Weighting:</a:t>
            </a:r>
            <a:endParaRPr lang="en-US"/>
          </a:p>
          <a:p>
            <a:pPr marL="628650" lvl="1" indent="-171450">
              <a:buFont typeface="Arial"/>
              <a:buChar char="•"/>
            </a:pPr>
            <a:r>
              <a:rPr lang="en-US" i="1"/>
              <a:t>Fundamentals Primers:</a:t>
            </a:r>
            <a:r>
              <a:rPr lang="en-US"/>
              <a:t> 5%</a:t>
            </a:r>
            <a:endParaRPr lang="en-US">
              <a:ea typeface="Calibri"/>
              <a:cs typeface="Calibri"/>
            </a:endParaRPr>
          </a:p>
          <a:p>
            <a:pPr marL="628650" lvl="1" indent="-171450">
              <a:buFont typeface="Arial"/>
              <a:buChar char="•"/>
            </a:pPr>
            <a:r>
              <a:rPr lang="en-US" i="1"/>
              <a:t>Interim Peer Assessment:</a:t>
            </a:r>
            <a:r>
              <a:rPr lang="en-US" b="1"/>
              <a:t> 2</a:t>
            </a:r>
            <a:r>
              <a:rPr lang="en-US"/>
              <a:t>% (1% for each week 5 &amp; 8)</a:t>
            </a:r>
            <a:endParaRPr lang="en-US">
              <a:ea typeface="Calibri"/>
              <a:cs typeface="Calibri"/>
            </a:endParaRPr>
          </a:p>
          <a:p>
            <a:pPr marL="628650" lvl="1" indent="-171450">
              <a:buFont typeface="Arial"/>
              <a:buChar char="•"/>
            </a:pPr>
            <a:r>
              <a:rPr lang="en-US" i="1"/>
              <a:t>Teamwork and Collaboration Assessment:</a:t>
            </a:r>
            <a:r>
              <a:rPr lang="en-US" b="1"/>
              <a:t> </a:t>
            </a:r>
            <a:r>
              <a:rPr lang="en-US"/>
              <a:t>5%</a:t>
            </a:r>
            <a:endParaRPr lang="en-US">
              <a:ea typeface="Calibri"/>
              <a:cs typeface="Calibri"/>
            </a:endParaRPr>
          </a:p>
          <a:p>
            <a:pPr marL="628650" lvl="1" indent="-171450">
              <a:buFont typeface="Arial"/>
              <a:buChar char="•"/>
            </a:pPr>
            <a:r>
              <a:rPr lang="en-US" i="1"/>
              <a:t>Final Peer Assessment:</a:t>
            </a:r>
            <a:r>
              <a:rPr lang="en-US" b="1"/>
              <a:t> </a:t>
            </a:r>
            <a:r>
              <a:rPr lang="en-US"/>
              <a:t>10% with possible scaling of all other assessments</a:t>
            </a:r>
            <a:br>
              <a:rPr lang="en-US">
                <a:cs typeface="+mn-lt"/>
              </a:rPr>
            </a:br>
            <a:endParaRPr lang="en-US"/>
          </a:p>
          <a:p>
            <a:pPr marL="171450" indent="-171450">
              <a:buFont typeface="Arial"/>
              <a:buChar char="•"/>
            </a:pPr>
            <a:r>
              <a:rPr lang="en-US"/>
              <a:t>This assessment item aims to:</a:t>
            </a:r>
            <a:endParaRPr lang="en-US">
              <a:ea typeface="Calibri" panose="020F0502020204030204"/>
              <a:cs typeface="Calibri" panose="020F0502020204030204"/>
            </a:endParaRPr>
          </a:p>
          <a:p>
            <a:pPr marL="171450" indent="-171450">
              <a:buFont typeface="Arial"/>
              <a:buChar char="•"/>
            </a:pPr>
            <a:r>
              <a:rPr lang="en-US"/>
              <a:t>Assess how you work collaboratively as a team</a:t>
            </a:r>
            <a:endParaRPr lang="en-US">
              <a:ea typeface="Calibri" panose="020F0502020204030204"/>
              <a:cs typeface="Calibri" panose="020F0502020204030204"/>
            </a:endParaRPr>
          </a:p>
          <a:p>
            <a:pPr marL="171450" indent="-171450">
              <a:buFont typeface="Arial"/>
              <a:buChar char="•"/>
            </a:pPr>
            <a:r>
              <a:rPr lang="en-US"/>
              <a:t>Ensure you have the prerequisite skills to clearly articulate technical information in both written and spoken mediums</a:t>
            </a:r>
            <a:endParaRPr lang="en-US">
              <a:ea typeface="Calibri" panose="020F0502020204030204"/>
              <a:cs typeface="Calibri" panose="020F0502020204030204"/>
            </a:endParaRPr>
          </a:p>
          <a:p>
            <a:pPr marL="171450" indent="-171450">
              <a:buFont typeface="Arial"/>
              <a:buChar char="•"/>
            </a:pPr>
            <a:r>
              <a:rPr lang="en-US"/>
              <a:t>Assess individual contributions through a peer assessment</a:t>
            </a:r>
            <a:endParaRPr lang="en-US">
              <a:ea typeface="Calibri"/>
              <a:cs typeface="Calibri"/>
            </a:endParaRPr>
          </a:p>
          <a:p>
            <a:pPr marL="171450" indent="-171450">
              <a:buFont typeface="Arial"/>
              <a:buChar char="•"/>
            </a:pPr>
            <a:endParaRPr lang="en-US">
              <a:ea typeface="Calibri"/>
              <a:cs typeface="Calibri"/>
            </a:endParaRPr>
          </a:p>
          <a:p>
            <a:pPr>
              <a:buFont typeface="Arial"/>
              <a:buChar char="•"/>
            </a:pPr>
            <a:r>
              <a:rPr lang="en-US"/>
              <a:t>You will need to show your tutor that you have completed </a:t>
            </a:r>
            <a:r>
              <a:rPr lang="en-US" b="1"/>
              <a:t>all</a:t>
            </a:r>
            <a:r>
              <a:rPr lang="en-US"/>
              <a:t> of the above during your </a:t>
            </a:r>
            <a:r>
              <a:rPr lang="en-US" b="1"/>
              <a:t>Week 3 Lab Time.</a:t>
            </a:r>
            <a:endParaRPr lang="en-US">
              <a:ea typeface="Calibri"/>
              <a:cs typeface="Calibri"/>
            </a:endParaRPr>
          </a:p>
          <a:p>
            <a:pPr lvl="1">
              <a:buFont typeface="Arial"/>
              <a:buChar char="•"/>
            </a:pPr>
            <a:r>
              <a:rPr lang="en-US" b="1"/>
              <a:t>No submission is necessary. Your tutor will assess your work during the lab.</a:t>
            </a:r>
            <a:br>
              <a:rPr lang="en-US" b="1">
                <a:cs typeface="+mn-lt"/>
              </a:rPr>
            </a:br>
            <a:endParaRPr lang="en-US" b="1"/>
          </a:p>
          <a:p>
            <a:pPr>
              <a:buFont typeface="Arial"/>
              <a:buChar char="•"/>
            </a:pPr>
            <a:r>
              <a:rPr lang="en-US"/>
              <a:t>If you need any clarifications on the above, please ask your tutor or make a forum post.</a:t>
            </a:r>
            <a:endParaRPr lang="en-US">
              <a:ea typeface="Calibri"/>
              <a:cs typeface="Calibri"/>
            </a:endParaRPr>
          </a:p>
          <a:p>
            <a:pPr>
              <a:buFont typeface="Arial"/>
              <a:buChar char="•"/>
            </a:pPr>
            <a:r>
              <a:rPr lang="en-US" b="1"/>
              <a:t>Each of the above will be marked individually</a:t>
            </a:r>
            <a:r>
              <a:rPr lang="en-US"/>
              <a:t>. It is essential that each person in the group has completed their individual tasks and attend their Week 3 Lab to get it marked off.</a:t>
            </a:r>
            <a:endParaRPr lang="en-US">
              <a:ea typeface="Calibri"/>
              <a:cs typeface="Calibri"/>
            </a:endParaRPr>
          </a:p>
          <a:p>
            <a:pPr lvl="1">
              <a:buFont typeface="Arial"/>
              <a:buChar char="•"/>
            </a:pPr>
            <a:r>
              <a:rPr lang="en-US"/>
              <a:t>Alternative arrangements will be made if Special Consideration is approved.</a:t>
            </a:r>
            <a:endParaRPr lang="en-US">
              <a:ea typeface="Calibri"/>
              <a:cs typeface="Calibri"/>
            </a:endParaRPr>
          </a:p>
          <a:p>
            <a:pPr marL="171450" indent="-171450">
              <a:buFont typeface="Arial"/>
              <a:buChar char="•"/>
            </a:pPr>
            <a:endParaRPr lang="en-US">
              <a:ea typeface="Calibri"/>
              <a:cs typeface="Calibri"/>
            </a:endParaRPr>
          </a:p>
          <a:p>
            <a:br>
              <a:rPr lang="en-US"/>
            </a:br>
            <a:endParaRPr lang="en-US"/>
          </a:p>
        </p:txBody>
      </p:sp>
      <p:sp>
        <p:nvSpPr>
          <p:cNvPr id="4" name="Slide Number Placeholder 3"/>
          <p:cNvSpPr>
            <a:spLocks noGrp="1"/>
          </p:cNvSpPr>
          <p:nvPr>
            <p:ph type="sldNum" sz="quarter" idx="5"/>
          </p:nvPr>
        </p:nvSpPr>
        <p:spPr/>
        <p:txBody>
          <a:bodyPr/>
          <a:lstStyle/>
          <a:p>
            <a:fld id="{F5EC800C-BF71-45F3-ACEA-1F3FCDCC82D8}" type="slidenum">
              <a:t>26</a:t>
            </a:fld>
            <a:endParaRPr lang="en-US"/>
          </a:p>
        </p:txBody>
      </p:sp>
    </p:spTree>
    <p:extLst>
      <p:ext uri="{BB962C8B-B14F-4D97-AF65-F5344CB8AC3E}">
        <p14:creationId xmlns:p14="http://schemas.microsoft.com/office/powerpoint/2010/main" val="1512503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678E6-EB6F-39D7-0E91-A17814146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BC5F14-9D0A-4C25-E053-823C1696DE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EADFAF-8265-E0C8-1D7F-B657D103C8EE}"/>
              </a:ext>
            </a:extLst>
          </p:cNvPr>
          <p:cNvSpPr>
            <a:spLocks noGrp="1"/>
          </p:cNvSpPr>
          <p:nvPr>
            <p:ph type="body" idx="1"/>
          </p:nvPr>
        </p:nvSpPr>
        <p:spPr/>
        <p:txBody>
          <a:bodyPr/>
          <a:lstStyle/>
          <a:p>
            <a:r>
              <a:rPr lang="en-US"/>
              <a:t>Basics</a:t>
            </a:r>
          </a:p>
          <a:p>
            <a:pPr marL="171450" indent="-171450">
              <a:buFont typeface="Arial"/>
              <a:buChar char="•"/>
            </a:pPr>
            <a:r>
              <a:rPr lang="en-US"/>
              <a:t>  </a:t>
            </a:r>
            <a:r>
              <a:rPr lang="en-US" b="1"/>
              <a:t>Due Dates and Weightings:</a:t>
            </a:r>
            <a:endParaRPr lang="en-US"/>
          </a:p>
          <a:p>
            <a:pPr marL="628650" lvl="1" indent="-171450">
              <a:buFont typeface="Arial"/>
              <a:buChar char="•"/>
            </a:pPr>
            <a:r>
              <a:rPr lang="en-US" i="1"/>
              <a:t>Fundamentals Primers:</a:t>
            </a:r>
            <a:r>
              <a:rPr lang="en-US"/>
              <a:t> Week 3 Lab Time</a:t>
            </a:r>
            <a:endParaRPr lang="en-US">
              <a:ea typeface="Calibri"/>
              <a:cs typeface="Calibri"/>
            </a:endParaRPr>
          </a:p>
          <a:p>
            <a:pPr marL="628650" lvl="1" indent="-171450">
              <a:buFont typeface="Arial"/>
              <a:buChar char="•"/>
            </a:pPr>
            <a:r>
              <a:rPr lang="en-US" i="1"/>
              <a:t>Interim Peer Assessment</a:t>
            </a:r>
            <a:r>
              <a:rPr lang="en-US"/>
              <a:t>: Week 7 Lab Time</a:t>
            </a:r>
            <a:br>
              <a:rPr lang="en-US">
                <a:cs typeface="+mn-lt"/>
              </a:rPr>
            </a:br>
            <a:endParaRPr lang="en-US"/>
          </a:p>
          <a:p>
            <a:pPr marL="628650" lvl="1" indent="-171450">
              <a:buFont typeface="Arial"/>
              <a:buChar char="•"/>
            </a:pPr>
            <a:r>
              <a:rPr lang="en-US" i="1"/>
              <a:t>Teamwork and Collaboration Assessment:</a:t>
            </a:r>
            <a:r>
              <a:rPr lang="en-US"/>
              <a:t> Week 9 Lab Time</a:t>
            </a:r>
            <a:endParaRPr lang="en-US">
              <a:ea typeface="Calibri"/>
              <a:cs typeface="Calibri"/>
            </a:endParaRPr>
          </a:p>
          <a:p>
            <a:pPr marL="628650" lvl="1" indent="-171450">
              <a:buFont typeface="Arial"/>
              <a:buChar char="•"/>
            </a:pPr>
            <a:r>
              <a:rPr lang="en-US" i="1"/>
              <a:t>Final Peer Assessment:</a:t>
            </a:r>
            <a:r>
              <a:rPr lang="en-US" b="1"/>
              <a:t> </a:t>
            </a:r>
            <a:r>
              <a:rPr lang="en-US"/>
              <a:t>Week 10 Sunday (17 November 2024) @ 11:59 pm</a:t>
            </a:r>
            <a:br>
              <a:rPr lang="en-US">
                <a:cs typeface="+mn-lt"/>
              </a:rPr>
            </a:br>
            <a:endParaRPr lang="en-US"/>
          </a:p>
          <a:p>
            <a:pPr marL="171450" indent="-171450">
              <a:buFont typeface="Arial"/>
              <a:buChar char="•"/>
            </a:pPr>
            <a:r>
              <a:rPr lang="en-US" b="1"/>
              <a:t>Weighting:</a:t>
            </a:r>
            <a:endParaRPr lang="en-US"/>
          </a:p>
          <a:p>
            <a:pPr marL="628650" lvl="1" indent="-171450">
              <a:buFont typeface="Arial"/>
              <a:buChar char="•"/>
            </a:pPr>
            <a:r>
              <a:rPr lang="en-US" i="1"/>
              <a:t>Fundamentals Primers:</a:t>
            </a:r>
            <a:r>
              <a:rPr lang="en-US"/>
              <a:t> 5%</a:t>
            </a:r>
            <a:endParaRPr lang="en-US">
              <a:ea typeface="Calibri"/>
              <a:cs typeface="Calibri"/>
            </a:endParaRPr>
          </a:p>
          <a:p>
            <a:pPr marL="628650" lvl="1" indent="-171450">
              <a:buFont typeface="Arial"/>
              <a:buChar char="•"/>
            </a:pPr>
            <a:r>
              <a:rPr lang="en-US" i="1"/>
              <a:t>Interim Peer Assessment:</a:t>
            </a:r>
            <a:r>
              <a:rPr lang="en-US" b="1"/>
              <a:t> </a:t>
            </a:r>
            <a:r>
              <a:rPr lang="en-US"/>
              <a:t>0%</a:t>
            </a:r>
            <a:endParaRPr lang="en-US">
              <a:ea typeface="Calibri"/>
              <a:cs typeface="Calibri"/>
            </a:endParaRPr>
          </a:p>
          <a:p>
            <a:pPr marL="628650" lvl="1" indent="-171450">
              <a:buFont typeface="Arial"/>
              <a:buChar char="•"/>
            </a:pPr>
            <a:r>
              <a:rPr lang="en-US" i="1"/>
              <a:t>Teamwork and Collaboration Assessment:</a:t>
            </a:r>
            <a:r>
              <a:rPr lang="en-US" b="1"/>
              <a:t> </a:t>
            </a:r>
            <a:r>
              <a:rPr lang="en-US"/>
              <a:t>5%</a:t>
            </a:r>
            <a:endParaRPr lang="en-US">
              <a:ea typeface="Calibri"/>
              <a:cs typeface="Calibri"/>
            </a:endParaRPr>
          </a:p>
          <a:p>
            <a:pPr marL="628650" lvl="1" indent="-171450">
              <a:buFont typeface="Arial"/>
              <a:buChar char="•"/>
            </a:pPr>
            <a:r>
              <a:rPr lang="en-US" i="1"/>
              <a:t>Final Peer Assessment:</a:t>
            </a:r>
            <a:r>
              <a:rPr lang="en-US" b="1"/>
              <a:t> </a:t>
            </a:r>
            <a:r>
              <a:rPr lang="en-US"/>
              <a:t>10% with possible scaling of all other assessments</a:t>
            </a:r>
            <a:br>
              <a:rPr lang="en-US">
                <a:cs typeface="+mn-lt"/>
              </a:rPr>
            </a:br>
            <a:endParaRPr lang="en-US"/>
          </a:p>
          <a:p>
            <a:pPr marL="171450" indent="-171450">
              <a:buFont typeface="Arial"/>
              <a:buChar char="•"/>
            </a:pPr>
            <a:r>
              <a:rPr lang="en-US"/>
              <a:t>This assessment item aims to:</a:t>
            </a:r>
            <a:endParaRPr lang="en-US">
              <a:ea typeface="Calibri" panose="020F0502020204030204"/>
              <a:cs typeface="Calibri" panose="020F0502020204030204"/>
            </a:endParaRPr>
          </a:p>
          <a:p>
            <a:pPr marL="171450" indent="-171450">
              <a:buFont typeface="Arial"/>
              <a:buChar char="•"/>
            </a:pPr>
            <a:r>
              <a:rPr lang="en-US"/>
              <a:t>Assess how you work collaboratively as a team</a:t>
            </a:r>
            <a:endParaRPr lang="en-US">
              <a:ea typeface="Calibri" panose="020F0502020204030204"/>
              <a:cs typeface="Calibri" panose="020F0502020204030204"/>
            </a:endParaRPr>
          </a:p>
          <a:p>
            <a:pPr marL="171450" indent="-171450">
              <a:buFont typeface="Arial"/>
              <a:buChar char="•"/>
            </a:pPr>
            <a:r>
              <a:rPr lang="en-US"/>
              <a:t>Ensure you have the prerequisite skills to clearly articulate technical information in both written and spoken mediums</a:t>
            </a:r>
            <a:endParaRPr lang="en-US">
              <a:ea typeface="Calibri" panose="020F0502020204030204"/>
              <a:cs typeface="Calibri" panose="020F0502020204030204"/>
            </a:endParaRPr>
          </a:p>
          <a:p>
            <a:pPr marL="171450" indent="-171450">
              <a:buFont typeface="Arial"/>
              <a:buChar char="•"/>
            </a:pPr>
            <a:r>
              <a:rPr lang="en-US"/>
              <a:t>Assess individual contributions through a peer assessment</a:t>
            </a:r>
            <a:endParaRPr lang="en-US">
              <a:ea typeface="Calibri"/>
              <a:cs typeface="Calibri"/>
            </a:endParaRPr>
          </a:p>
          <a:p>
            <a:pPr marL="171450" indent="-171450">
              <a:buFont typeface="Arial"/>
              <a:buChar char="•"/>
            </a:pPr>
            <a:endParaRPr lang="en-US">
              <a:ea typeface="Calibri"/>
              <a:cs typeface="Calibri"/>
            </a:endParaRPr>
          </a:p>
          <a:p>
            <a:pPr>
              <a:buFont typeface="Arial"/>
              <a:buChar char="•"/>
            </a:pPr>
            <a:r>
              <a:rPr lang="en-US"/>
              <a:t>You will need to show your tutor that you have completed </a:t>
            </a:r>
            <a:r>
              <a:rPr lang="en-US" b="1"/>
              <a:t>all</a:t>
            </a:r>
            <a:r>
              <a:rPr lang="en-US"/>
              <a:t> of the above during your </a:t>
            </a:r>
            <a:r>
              <a:rPr lang="en-US" b="1"/>
              <a:t>Week 3 Lab Time.</a:t>
            </a:r>
            <a:endParaRPr lang="en-US">
              <a:ea typeface="Calibri"/>
              <a:cs typeface="Calibri"/>
            </a:endParaRPr>
          </a:p>
          <a:p>
            <a:pPr lvl="1">
              <a:buFont typeface="Arial"/>
              <a:buChar char="•"/>
            </a:pPr>
            <a:r>
              <a:rPr lang="en-US" b="1"/>
              <a:t>No submission is necessary. Your tutor will assess your work during the lab.</a:t>
            </a:r>
            <a:br>
              <a:rPr lang="en-US" b="1">
                <a:cs typeface="+mn-lt"/>
              </a:rPr>
            </a:br>
            <a:endParaRPr lang="en-US" b="1"/>
          </a:p>
          <a:p>
            <a:pPr>
              <a:buFont typeface="Arial"/>
              <a:buChar char="•"/>
            </a:pPr>
            <a:r>
              <a:rPr lang="en-US"/>
              <a:t>If you need any clarifications on the above, please ask your tutor or make a forum post.</a:t>
            </a:r>
            <a:endParaRPr lang="en-US">
              <a:ea typeface="Calibri"/>
              <a:cs typeface="Calibri"/>
            </a:endParaRPr>
          </a:p>
          <a:p>
            <a:pPr>
              <a:buFont typeface="Arial"/>
              <a:buChar char="•"/>
            </a:pPr>
            <a:r>
              <a:rPr lang="en-US" b="1"/>
              <a:t>Each of the above will be marked individually</a:t>
            </a:r>
            <a:r>
              <a:rPr lang="en-US"/>
              <a:t>. It is essential that each person in the group has completed their individual tasks and attend their Week 3 Lab to get it marked off.</a:t>
            </a:r>
            <a:endParaRPr lang="en-US">
              <a:ea typeface="Calibri"/>
              <a:cs typeface="Calibri"/>
            </a:endParaRPr>
          </a:p>
          <a:p>
            <a:pPr lvl="1">
              <a:buFont typeface="Arial"/>
              <a:buChar char="•"/>
            </a:pPr>
            <a:r>
              <a:rPr lang="en-US"/>
              <a:t>Alternative arrangements will be made if Special Consideration is approved.</a:t>
            </a:r>
            <a:endParaRPr lang="en-US">
              <a:ea typeface="Calibri"/>
              <a:cs typeface="Calibri"/>
            </a:endParaRPr>
          </a:p>
          <a:p>
            <a:pPr marL="171450" indent="-171450">
              <a:buFont typeface="Arial"/>
              <a:buChar char="•"/>
            </a:pPr>
            <a:endParaRPr lang="en-US">
              <a:ea typeface="Calibri"/>
              <a:cs typeface="Calibri"/>
            </a:endParaRPr>
          </a:p>
          <a:p>
            <a:br>
              <a:rPr lang="en-US"/>
            </a:br>
            <a:endParaRPr lang="en-US"/>
          </a:p>
        </p:txBody>
      </p:sp>
      <p:sp>
        <p:nvSpPr>
          <p:cNvPr id="4" name="Slide Number Placeholder 3">
            <a:extLst>
              <a:ext uri="{FF2B5EF4-FFF2-40B4-BE49-F238E27FC236}">
                <a16:creationId xmlns:a16="http://schemas.microsoft.com/office/drawing/2014/main" id="{23195D3E-AF3A-F181-EDB4-46A7EB54D54E}"/>
              </a:ext>
            </a:extLst>
          </p:cNvPr>
          <p:cNvSpPr>
            <a:spLocks noGrp="1"/>
          </p:cNvSpPr>
          <p:nvPr>
            <p:ph type="sldNum" sz="quarter" idx="5"/>
          </p:nvPr>
        </p:nvSpPr>
        <p:spPr/>
        <p:txBody>
          <a:bodyPr/>
          <a:lstStyle/>
          <a:p>
            <a:fld id="{F5EC800C-BF71-45F3-ACEA-1F3FCDCC82D8}" type="slidenum">
              <a:t>27</a:t>
            </a:fld>
            <a:endParaRPr lang="en-US"/>
          </a:p>
        </p:txBody>
      </p:sp>
    </p:spTree>
    <p:extLst>
      <p:ext uri="{BB962C8B-B14F-4D97-AF65-F5344CB8AC3E}">
        <p14:creationId xmlns:p14="http://schemas.microsoft.com/office/powerpoint/2010/main" val="5213879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Basics</a:t>
            </a:r>
          </a:p>
          <a:p>
            <a:r>
              <a:rPr lang="en-AU"/>
              <a:t>·         </a:t>
            </a:r>
            <a:r>
              <a:rPr lang="en-AU" b="1"/>
              <a:t>Due Date: </a:t>
            </a:r>
            <a:r>
              <a:rPr lang="en-AU"/>
              <a:t>Week 3 Sunday (29 September 2024) @ 9:00pm. Late submission attracts a penalty of 5% per day (i.e. 0.5 marks will be deducted per day).</a:t>
            </a:r>
            <a:br>
              <a:rPr lang="en-AU">
                <a:cs typeface="+mn-lt"/>
              </a:rPr>
            </a:br>
            <a:endParaRPr lang="en-AU"/>
          </a:p>
          <a:p>
            <a:r>
              <a:rPr lang="en-AU"/>
              <a:t>·         </a:t>
            </a:r>
            <a:r>
              <a:rPr lang="en-AU" b="1"/>
              <a:t>Weighting: </a:t>
            </a:r>
            <a:r>
              <a:rPr lang="en-AU"/>
              <a:t>10%</a:t>
            </a:r>
            <a:endParaRPr lang="en-AU">
              <a:ea typeface="Calibri"/>
              <a:cs typeface="Calibri"/>
            </a:endParaRPr>
          </a:p>
          <a:p>
            <a:r>
              <a:rPr lang="en-AU"/>
              <a:t>·         </a:t>
            </a:r>
            <a:r>
              <a:rPr lang="en-AU" b="1"/>
              <a:t>Submission: </a:t>
            </a:r>
            <a:r>
              <a:rPr lang="en-AU"/>
              <a:t>Submission is via Turnitin on Moodle. Please follow the instructions laid out on Moodle.</a:t>
            </a:r>
            <a:endParaRPr lang="en-US"/>
          </a:p>
          <a:p>
            <a:r>
              <a:rPr lang="en-AU"/>
              <a:t>·         The project proposal should be self-contained. i.e. </a:t>
            </a:r>
            <a:r>
              <a:rPr lang="en-AU" b="1"/>
              <a:t>no content should be outside of the report and simply linked to</a:t>
            </a:r>
            <a:r>
              <a:rPr lang="en-AU"/>
              <a:t>.</a:t>
            </a:r>
            <a:endParaRPr lang="en-US"/>
          </a:p>
          <a:p>
            <a:r>
              <a:rPr lang="en-AU"/>
              <a:t>Purpose</a:t>
            </a:r>
            <a:endParaRPr lang="en-US"/>
          </a:p>
          <a:p>
            <a:r>
              <a:rPr lang="en-AU"/>
              <a:t>·         The main purpose of your proposal is to</a:t>
            </a:r>
            <a:endParaRPr lang="en-US"/>
          </a:p>
          <a:p>
            <a:r>
              <a:rPr lang="en-AU"/>
              <a:t>1.    Identify and research the problem you are solving.</a:t>
            </a:r>
            <a:endParaRPr lang="en-AU">
              <a:ea typeface="Calibri"/>
              <a:cs typeface="Calibri"/>
            </a:endParaRPr>
          </a:p>
          <a:p>
            <a:r>
              <a:rPr lang="en-AU"/>
              <a:t>2.    Propose a solution based on the research you perform and justify how your solution is unique and overcomes problems you identify in existing systems.3.    Set out the project management that you will use for the duration of the project (user stories, sprint milestones, project objectives).</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F5EC800C-BF71-45F3-ACEA-1F3FCDCC82D8}" type="slidenum">
              <a:t>28</a:t>
            </a:fld>
            <a:endParaRPr lang="en-US"/>
          </a:p>
        </p:txBody>
      </p:sp>
    </p:spTree>
    <p:extLst>
      <p:ext uri="{BB962C8B-B14F-4D97-AF65-F5344CB8AC3E}">
        <p14:creationId xmlns:p14="http://schemas.microsoft.com/office/powerpoint/2010/main" val="1853630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b="1"/>
              <a:t>Progressive Demo A </a:t>
            </a:r>
            <a:r>
              <a:rPr lang="en-US"/>
              <a:t>(during </a:t>
            </a:r>
            <a:r>
              <a:rPr lang="en-US" b="1"/>
              <a:t>Week 5 Lab Time</a:t>
            </a:r>
            <a:r>
              <a:rPr lang="en-US"/>
              <a:t>) (worth </a:t>
            </a:r>
            <a:r>
              <a:rPr lang="en-US" b="1"/>
              <a:t>2.5%</a:t>
            </a:r>
            <a:r>
              <a:rPr lang="en-US"/>
              <a:t>)</a:t>
            </a:r>
          </a:p>
          <a:p>
            <a:pPr marL="171450" indent="-171450">
              <a:buFont typeface="Arial"/>
              <a:buChar char="•"/>
            </a:pPr>
            <a:r>
              <a:rPr lang="en-US"/>
              <a:t>The demo should be between </a:t>
            </a:r>
            <a:r>
              <a:rPr lang="en-US" b="1"/>
              <a:t>10-12 minutes</a:t>
            </a:r>
            <a:endParaRPr lang="en-AU"/>
          </a:p>
          <a:p>
            <a:pPr marL="628650" lvl="1" indent="-171450">
              <a:buFont typeface="Arial"/>
              <a:buChar char="•"/>
            </a:pPr>
            <a:r>
              <a:rPr lang="en-US"/>
              <a:t>You may be penalised if your presentation is too short and does not go into enough depth</a:t>
            </a:r>
            <a:endParaRPr lang="en-AU"/>
          </a:p>
          <a:p>
            <a:pPr marL="628650" lvl="1" indent="-171450">
              <a:buFont typeface="Arial"/>
              <a:buChar char="•"/>
            </a:pPr>
            <a:r>
              <a:rPr lang="en-US"/>
              <a:t>You will be cut off at 12 minutes (hard-limit)</a:t>
            </a:r>
          </a:p>
          <a:p>
            <a:pPr marL="171450" indent="-171450">
              <a:buFont typeface="Arial"/>
              <a:buChar char="•"/>
            </a:pPr>
            <a:r>
              <a:rPr lang="en-US"/>
              <a:t>Make sure you are ready to demo your project during your lab and that any necessary preparations are conducted before the lab</a:t>
            </a:r>
            <a:endParaRPr lang="en-AU"/>
          </a:p>
          <a:p>
            <a:pPr marL="171450" indent="-171450">
              <a:buFont typeface="Arial"/>
              <a:buChar char="•"/>
            </a:pPr>
            <a:r>
              <a:rPr lang="en-US"/>
              <a:t>You must submit a recording of your demo by </a:t>
            </a:r>
            <a:r>
              <a:rPr lang="en-US" b="1"/>
              <a:t>Sunday Week 5 (30 June) @ 9pm</a:t>
            </a:r>
            <a:endParaRPr lang="en-AU"/>
          </a:p>
          <a:p>
            <a:pPr marL="628650" lvl="1" indent="-171450">
              <a:buFont typeface="Arial"/>
              <a:buChar char="•"/>
            </a:pPr>
            <a:r>
              <a:rPr lang="en-US"/>
              <a:t>This will not be marked so please make minimal edits to the recording</a:t>
            </a:r>
            <a:endParaRPr lang="en-AU"/>
          </a:p>
          <a:p>
            <a:pPr marL="628650" lvl="1" indent="-171450">
              <a:buFont typeface="Arial"/>
              <a:buChar char="•"/>
            </a:pPr>
            <a:r>
              <a:rPr lang="en-US"/>
              <a:t>The easiest way to record the demo is to setup a zoom meeting when presenting and record that with screensharing on</a:t>
            </a:r>
            <a:endParaRPr lang="en-US">
              <a:ea typeface="Calibri"/>
              <a:cs typeface="Calibri"/>
            </a:endParaRPr>
          </a:p>
          <a:p>
            <a:pPr marL="171450" indent="-171450">
              <a:buFont typeface="Arial"/>
              <a:buChar char="•"/>
            </a:pPr>
            <a:r>
              <a:rPr lang="en-US"/>
              <a:t>You must have multiple members of the team speaking. Every person does not have to speak, however, at least 2-3 people should have relatively equal speaking time</a:t>
            </a:r>
            <a:endParaRPr lang="en-AU"/>
          </a:p>
          <a:p>
            <a:pPr marL="171450" indent="-171450">
              <a:buFont typeface="Arial"/>
              <a:buChar char="•"/>
            </a:pPr>
            <a:r>
              <a:rPr lang="en-AU" b="1"/>
              <a:t>You must be present during the demo even if you are not speaking otherwise you will receive a mark of 0.</a:t>
            </a:r>
            <a:br>
              <a:rPr lang="en-AU" b="1">
                <a:cs typeface="+mn-lt"/>
              </a:rPr>
            </a:br>
            <a:endParaRPr lang="en-AU" b="1"/>
          </a:p>
          <a:p>
            <a:r>
              <a:rPr lang="en-US"/>
              <a:t>The main purpose of your demo is to</a:t>
            </a:r>
            <a:br>
              <a:rPr lang="en-US">
                <a:cs typeface="+mn-lt"/>
              </a:rPr>
            </a:br>
            <a:endParaRPr lang="en-US"/>
          </a:p>
          <a:p>
            <a:pPr marL="171450" indent="-171450">
              <a:buFont typeface="Arial"/>
              <a:buChar char="•"/>
            </a:pPr>
            <a:r>
              <a:rPr lang="en-US"/>
              <a:t>Showcase the work you have done in Sprint 1 to your tutor and peers</a:t>
            </a:r>
            <a:endParaRPr lang="en-AU"/>
          </a:p>
          <a:p>
            <a:pPr marL="171450" indent="-171450">
              <a:buFont typeface="Arial"/>
              <a:buChar char="•"/>
            </a:pPr>
            <a:r>
              <a:rPr lang="en-US"/>
              <a:t>Receive feedback on progress that you must implement in future sprints</a:t>
            </a:r>
            <a:endParaRPr lang="en-AU"/>
          </a:p>
          <a:p>
            <a:pPr marL="171450" indent="-171450">
              <a:buFont typeface="Arial"/>
              <a:buChar char="•"/>
            </a:pPr>
            <a:r>
              <a:rPr lang="en-US"/>
              <a:t>Justify that not only is your project well-made but is also an effective solution to the given problem</a:t>
            </a:r>
            <a:endParaRPr lang="en-US">
              <a:ea typeface="Calibri"/>
              <a:cs typeface="Calibri"/>
            </a:endParaRPr>
          </a:p>
          <a:p>
            <a:endParaRPr lang="en-AU">
              <a:ea typeface="Calibri"/>
              <a:cs typeface="Calibri"/>
            </a:endParaRPr>
          </a:p>
        </p:txBody>
      </p:sp>
      <p:sp>
        <p:nvSpPr>
          <p:cNvPr id="4" name="Slide Number Placeholder 3"/>
          <p:cNvSpPr>
            <a:spLocks noGrp="1"/>
          </p:cNvSpPr>
          <p:nvPr>
            <p:ph type="sldNum" sz="quarter" idx="5"/>
          </p:nvPr>
        </p:nvSpPr>
        <p:spPr/>
        <p:txBody>
          <a:bodyPr/>
          <a:lstStyle/>
          <a:p>
            <a:fld id="{F5EC800C-BF71-45F3-ACEA-1F3FCDCC82D8}" type="slidenum">
              <a:t>29</a:t>
            </a:fld>
            <a:endParaRPr lang="en-US"/>
          </a:p>
        </p:txBody>
      </p:sp>
    </p:spTree>
    <p:extLst>
      <p:ext uri="{BB962C8B-B14F-4D97-AF65-F5344CB8AC3E}">
        <p14:creationId xmlns:p14="http://schemas.microsoft.com/office/powerpoint/2010/main" val="2617395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39208-AC7D-23FD-3239-EC4BB2625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65FFBE-0E51-8693-8A16-EDA4FC6FC8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21F377-94CD-B63C-AEB4-849033EACA8C}"/>
              </a:ext>
            </a:extLst>
          </p:cNvPr>
          <p:cNvSpPr>
            <a:spLocks noGrp="1"/>
          </p:cNvSpPr>
          <p:nvPr>
            <p:ph type="body" idx="1"/>
          </p:nvPr>
        </p:nvSpPr>
        <p:spPr/>
        <p:txBody>
          <a:bodyPr/>
          <a:lstStyle/>
          <a:p>
            <a:pPr marL="171450" indent="-171450">
              <a:buFont typeface="Arial"/>
              <a:buChar char="•"/>
            </a:pPr>
            <a:r>
              <a:rPr lang="en-US" b="1"/>
              <a:t>Progressive Demo A </a:t>
            </a:r>
            <a:r>
              <a:rPr lang="en-US"/>
              <a:t>(during </a:t>
            </a:r>
            <a:r>
              <a:rPr lang="en-US" b="1"/>
              <a:t>Week 5 Lab Time</a:t>
            </a:r>
            <a:r>
              <a:rPr lang="en-US"/>
              <a:t>) (worth </a:t>
            </a:r>
            <a:r>
              <a:rPr lang="en-US" b="1"/>
              <a:t>2.5%</a:t>
            </a:r>
            <a:r>
              <a:rPr lang="en-US"/>
              <a:t>)</a:t>
            </a:r>
          </a:p>
          <a:p>
            <a:pPr marL="171450" indent="-171450">
              <a:buFont typeface="Arial"/>
              <a:buChar char="•"/>
            </a:pPr>
            <a:r>
              <a:rPr lang="en-US"/>
              <a:t>The demo should be between </a:t>
            </a:r>
            <a:r>
              <a:rPr lang="en-US" b="1"/>
              <a:t>10-12 minutes</a:t>
            </a:r>
            <a:endParaRPr lang="en-AU"/>
          </a:p>
          <a:p>
            <a:pPr marL="628650" lvl="1" indent="-171450">
              <a:buFont typeface="Arial"/>
              <a:buChar char="•"/>
            </a:pPr>
            <a:r>
              <a:rPr lang="en-US"/>
              <a:t>You may be penalised if your presentation is too short and does not go into enough depth</a:t>
            </a:r>
            <a:endParaRPr lang="en-AU"/>
          </a:p>
          <a:p>
            <a:pPr marL="628650" lvl="1" indent="-171450">
              <a:buFont typeface="Arial"/>
              <a:buChar char="•"/>
            </a:pPr>
            <a:r>
              <a:rPr lang="en-US"/>
              <a:t>You will be cut off at 12 minutes (hard-limit)</a:t>
            </a:r>
          </a:p>
          <a:p>
            <a:pPr marL="171450" indent="-171450">
              <a:buFont typeface="Arial"/>
              <a:buChar char="•"/>
            </a:pPr>
            <a:r>
              <a:rPr lang="en-US"/>
              <a:t>Make sure you are ready to demo your project during your lab and that any necessary preparations are conducted before the lab</a:t>
            </a:r>
            <a:endParaRPr lang="en-AU"/>
          </a:p>
          <a:p>
            <a:pPr marL="171450" indent="-171450">
              <a:buFont typeface="Arial"/>
              <a:buChar char="•"/>
            </a:pPr>
            <a:r>
              <a:rPr lang="en-US"/>
              <a:t>You must submit a recording of your demo by </a:t>
            </a:r>
            <a:r>
              <a:rPr lang="en-US" b="1"/>
              <a:t>Sunday Week 5 (30 June) @ 9pm</a:t>
            </a:r>
            <a:endParaRPr lang="en-AU"/>
          </a:p>
          <a:p>
            <a:pPr marL="628650" lvl="1" indent="-171450">
              <a:buFont typeface="Arial"/>
              <a:buChar char="•"/>
            </a:pPr>
            <a:r>
              <a:rPr lang="en-US"/>
              <a:t>This will not be marked so please make minimal edits to the recording</a:t>
            </a:r>
            <a:endParaRPr lang="en-AU"/>
          </a:p>
          <a:p>
            <a:pPr marL="628650" lvl="1" indent="-171450">
              <a:buFont typeface="Arial"/>
              <a:buChar char="•"/>
            </a:pPr>
            <a:r>
              <a:rPr lang="en-US"/>
              <a:t>The easiest way to record the demo is to setup a zoom meeting when presenting and record that with screensharing on</a:t>
            </a:r>
            <a:endParaRPr lang="en-US">
              <a:ea typeface="Calibri"/>
              <a:cs typeface="Calibri"/>
            </a:endParaRPr>
          </a:p>
          <a:p>
            <a:pPr marL="171450" indent="-171450">
              <a:buFont typeface="Arial"/>
              <a:buChar char="•"/>
            </a:pPr>
            <a:r>
              <a:rPr lang="en-US"/>
              <a:t>You must have multiple members of the team speaking. Every person does not have to speak, however, at least 2-3 people should have relatively equal speaking time</a:t>
            </a:r>
            <a:endParaRPr lang="en-AU"/>
          </a:p>
          <a:p>
            <a:pPr marL="171450" indent="-171450">
              <a:buFont typeface="Arial"/>
              <a:buChar char="•"/>
            </a:pPr>
            <a:r>
              <a:rPr lang="en-AU" b="1"/>
              <a:t>You must be present during the demo even if you are not speaking otherwise you will receive a mark of 0.</a:t>
            </a:r>
            <a:br>
              <a:rPr lang="en-AU" b="1">
                <a:cs typeface="+mn-lt"/>
              </a:rPr>
            </a:br>
            <a:endParaRPr lang="en-AU" b="1"/>
          </a:p>
          <a:p>
            <a:r>
              <a:rPr lang="en-US"/>
              <a:t>The main purpose of your demo is to</a:t>
            </a:r>
            <a:br>
              <a:rPr lang="en-US">
                <a:cs typeface="+mn-lt"/>
              </a:rPr>
            </a:br>
            <a:endParaRPr lang="en-US"/>
          </a:p>
          <a:p>
            <a:pPr marL="171450" indent="-171450">
              <a:buFont typeface="Arial"/>
              <a:buChar char="•"/>
            </a:pPr>
            <a:r>
              <a:rPr lang="en-US"/>
              <a:t>Showcase the work you have done in Sprint 1 to your tutor and peers</a:t>
            </a:r>
            <a:endParaRPr lang="en-AU"/>
          </a:p>
          <a:p>
            <a:pPr marL="171450" indent="-171450">
              <a:buFont typeface="Arial"/>
              <a:buChar char="•"/>
            </a:pPr>
            <a:r>
              <a:rPr lang="en-US"/>
              <a:t>Receive feedback on progress that you must implement in future sprints</a:t>
            </a:r>
            <a:endParaRPr lang="en-AU"/>
          </a:p>
          <a:p>
            <a:pPr marL="171450" indent="-171450">
              <a:buFont typeface="Arial"/>
              <a:buChar char="•"/>
            </a:pPr>
            <a:r>
              <a:rPr lang="en-US"/>
              <a:t>Justify that not only is your project well-made but is also an effective solution to the given problem</a:t>
            </a:r>
            <a:endParaRPr lang="en-US">
              <a:ea typeface="Calibri"/>
              <a:cs typeface="Calibri"/>
            </a:endParaRPr>
          </a:p>
          <a:p>
            <a:endParaRPr lang="en-AU">
              <a:ea typeface="Calibri"/>
              <a:cs typeface="Calibri"/>
            </a:endParaRPr>
          </a:p>
        </p:txBody>
      </p:sp>
      <p:sp>
        <p:nvSpPr>
          <p:cNvPr id="4" name="Slide Number Placeholder 3">
            <a:extLst>
              <a:ext uri="{FF2B5EF4-FFF2-40B4-BE49-F238E27FC236}">
                <a16:creationId xmlns:a16="http://schemas.microsoft.com/office/drawing/2014/main" id="{2BFA7B53-CD4A-F4A2-13DC-E1A73928E281}"/>
              </a:ext>
            </a:extLst>
          </p:cNvPr>
          <p:cNvSpPr>
            <a:spLocks noGrp="1"/>
          </p:cNvSpPr>
          <p:nvPr>
            <p:ph type="sldNum" sz="quarter" idx="5"/>
          </p:nvPr>
        </p:nvSpPr>
        <p:spPr/>
        <p:txBody>
          <a:bodyPr/>
          <a:lstStyle/>
          <a:p>
            <a:fld id="{F5EC800C-BF71-45F3-ACEA-1F3FCDCC82D8}" type="slidenum">
              <a:t>30</a:t>
            </a:fld>
            <a:endParaRPr lang="en-US"/>
          </a:p>
        </p:txBody>
      </p:sp>
    </p:spTree>
    <p:extLst>
      <p:ext uri="{BB962C8B-B14F-4D97-AF65-F5344CB8AC3E}">
        <p14:creationId xmlns:p14="http://schemas.microsoft.com/office/powerpoint/2010/main" val="2816263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a:buChar char="•"/>
            </a:pPr>
            <a:r>
              <a:rPr lang="en-US" b="1"/>
              <a:t>Due Date: </a:t>
            </a:r>
            <a:r>
              <a:rPr lang="en-US"/>
              <a:t>Sunday Week 10 (4 August) @ 9.00pm</a:t>
            </a:r>
          </a:p>
          <a:p>
            <a:pPr>
              <a:buFont typeface="Arial"/>
              <a:buChar char="•"/>
            </a:pPr>
            <a:r>
              <a:rPr lang="en-US" b="1"/>
              <a:t>Weighting: </a:t>
            </a:r>
            <a:r>
              <a:rPr lang="en-US"/>
              <a:t>20%</a:t>
            </a:r>
            <a:endParaRPr lang="en-AU"/>
          </a:p>
          <a:p>
            <a:pPr>
              <a:buFont typeface="Arial"/>
              <a:buChar char="•"/>
            </a:pPr>
            <a:r>
              <a:rPr lang="en-US" b="1"/>
              <a:t>Assessment Criteria: </a:t>
            </a:r>
            <a:r>
              <a:rPr lang="en-US"/>
              <a:t>This assessment assesses the quality of the system you have delivered, including</a:t>
            </a:r>
            <a:endParaRPr lang="en-AU"/>
          </a:p>
          <a:p>
            <a:pPr lvl="1">
              <a:buFont typeface="Arial"/>
              <a:buChar char="•"/>
            </a:pPr>
            <a:r>
              <a:rPr lang="en-US"/>
              <a:t>the system’s level of </a:t>
            </a:r>
            <a:r>
              <a:rPr lang="en-US" i="1"/>
              <a:t>completeness</a:t>
            </a:r>
            <a:r>
              <a:rPr lang="en-US"/>
              <a:t>, considered against</a:t>
            </a:r>
          </a:p>
          <a:p>
            <a:pPr lvl="2">
              <a:buFont typeface="Arial"/>
              <a:buChar char="•"/>
            </a:pPr>
            <a:r>
              <a:rPr lang="en-US"/>
              <a:t>your own proposal objectives,</a:t>
            </a:r>
          </a:p>
          <a:p>
            <a:pPr lvl="2">
              <a:buFont typeface="Arial"/>
              <a:buChar char="•"/>
            </a:pPr>
            <a:r>
              <a:rPr lang="en-US"/>
              <a:t>the original project specification, and</a:t>
            </a:r>
          </a:p>
          <a:p>
            <a:pPr lvl="2">
              <a:buFont typeface="Arial"/>
              <a:buChar char="•"/>
            </a:pPr>
            <a:r>
              <a:rPr lang="en-US"/>
              <a:t>any client requirements (such as changes from the weekly meetings or sprint reviews/demos),</a:t>
            </a:r>
            <a:br>
              <a:rPr lang="en-US"/>
            </a:br>
            <a:endParaRPr lang="en-US"/>
          </a:p>
          <a:p>
            <a:pPr lvl="1">
              <a:buFont typeface="Arial"/>
              <a:buChar char="•"/>
            </a:pPr>
            <a:r>
              <a:rPr lang="en-US"/>
              <a:t>the system’s </a:t>
            </a:r>
            <a:r>
              <a:rPr lang="en-US" i="1"/>
              <a:t>robustness</a:t>
            </a:r>
            <a:r>
              <a:rPr lang="en-US"/>
              <a:t>,</a:t>
            </a:r>
          </a:p>
          <a:p>
            <a:pPr lvl="1">
              <a:buFont typeface="Arial"/>
              <a:buChar char="•"/>
            </a:pPr>
            <a:r>
              <a:rPr lang="en-US"/>
              <a:t>whether the system has </a:t>
            </a:r>
            <a:r>
              <a:rPr lang="en-US" i="1"/>
              <a:t>high technical quality</a:t>
            </a:r>
            <a:r>
              <a:rPr lang="en-US"/>
              <a:t>, in the sense that it</a:t>
            </a:r>
          </a:p>
          <a:p>
            <a:pPr lvl="2">
              <a:buFont typeface="Arial"/>
              <a:buChar char="•"/>
            </a:pPr>
            <a:r>
              <a:rPr lang="en-US"/>
              <a:t>shows well-considered design,</a:t>
            </a:r>
            <a:endParaRPr lang="en-AU"/>
          </a:p>
          <a:p>
            <a:pPr lvl="2">
              <a:buFont typeface="Arial"/>
              <a:buChar char="•"/>
            </a:pPr>
            <a:r>
              <a:rPr lang="en-US"/>
              <a:t>demonstrates acceptable technical quality in terms of functional and non-functional requirements (e.g., performance, scalability, security) as stated in the requirements, raised by the client or applicable to the nature of the project</a:t>
            </a:r>
          </a:p>
          <a:p>
            <a:pPr lvl="2">
              <a:buFont typeface="Arial"/>
              <a:buChar char="•"/>
            </a:pPr>
            <a:r>
              <a:rPr lang="en-US"/>
              <a:t>shows technical skill, such as through the implementation of non-trivial algorithms or similar,</a:t>
            </a:r>
            <a:endParaRPr lang="en-AU"/>
          </a:p>
          <a:p>
            <a:pPr lvl="1">
              <a:buFont typeface="Arial"/>
              <a:buChar char="•"/>
            </a:pPr>
            <a:r>
              <a:rPr lang="en-US"/>
              <a:t>whether the codebase has good </a:t>
            </a:r>
            <a:r>
              <a:rPr lang="en-US" i="1"/>
              <a:t>style</a:t>
            </a:r>
            <a:r>
              <a:rPr lang="en-US"/>
              <a:t> and </a:t>
            </a:r>
            <a:r>
              <a:rPr lang="en-US" i="1"/>
              <a:t>testing </a:t>
            </a:r>
            <a:r>
              <a:rPr lang="en-US"/>
              <a:t>in that</a:t>
            </a:r>
          </a:p>
          <a:p>
            <a:pPr lvl="2">
              <a:buFont typeface="Arial"/>
              <a:buChar char="•"/>
            </a:pPr>
            <a:r>
              <a:rPr lang="en-US"/>
              <a:t>it is well-structured, readable, and well-documented,</a:t>
            </a:r>
          </a:p>
          <a:p>
            <a:pPr lvl="2">
              <a:buFont typeface="Arial"/>
              <a:buChar char="•"/>
            </a:pPr>
            <a:r>
              <a:rPr lang="en-US"/>
              <a:t>there is evidence of robust testing, and</a:t>
            </a:r>
          </a:p>
          <a:p>
            <a:pPr lvl="1">
              <a:buFont typeface="Arial"/>
              <a:buChar char="•"/>
            </a:pPr>
            <a:r>
              <a:rPr lang="en-US"/>
              <a:t>the system’s </a:t>
            </a:r>
            <a:r>
              <a:rPr lang="en-US" i="1"/>
              <a:t>user interface</a:t>
            </a:r>
            <a:r>
              <a:rPr lang="en-US"/>
              <a:t>.</a:t>
            </a:r>
          </a:p>
          <a:p>
            <a:pPr>
              <a:buFont typeface="Arial"/>
              <a:buChar char="•"/>
            </a:pPr>
            <a:r>
              <a:rPr lang="en-US" b="1"/>
              <a:t>Requirement to use Docker: </a:t>
            </a:r>
            <a:r>
              <a:rPr lang="en-US"/>
              <a:t>Generally, the final system must run in a Docker container:</a:t>
            </a:r>
            <a:endParaRPr lang="en-AU"/>
          </a:p>
          <a:p>
            <a:pPr lvl="1">
              <a:buFont typeface="Arial"/>
              <a:buChar char="•"/>
            </a:pPr>
            <a:r>
              <a:rPr lang="en-US"/>
              <a:t>Instructions on how to build your image and run the container must be provided in your Project Report under the relevant section.</a:t>
            </a:r>
          </a:p>
          <a:p>
            <a:pPr lvl="1">
              <a:buFont typeface="Arial"/>
              <a:buChar char="•"/>
            </a:pPr>
            <a:r>
              <a:rPr lang="en-US" b="1"/>
              <a:t>If your project or part of your project cannot reasonably be containerised in Docker (e.g. it is a mobile app that must run in an emulator or mobile device)</a:t>
            </a:r>
            <a:r>
              <a:rPr lang="en-US"/>
              <a:t> </a:t>
            </a:r>
            <a:r>
              <a:rPr lang="en-US" b="1"/>
              <a:t>you must make arrangements with your tutor on how to test your project before the end of Week 8.</a:t>
            </a:r>
            <a:endParaRPr lang="en-US"/>
          </a:p>
          <a:p>
            <a:pPr lvl="1">
              <a:buFont typeface="Arial"/>
              <a:buChar char="•"/>
            </a:pPr>
            <a:r>
              <a:rPr lang="en-US"/>
              <a:t>Your tutor may waive the requirement to use Docker and use other testing arrangements at their discretion.</a:t>
            </a:r>
            <a:endParaRPr lang="en-AU"/>
          </a:p>
          <a:p>
            <a:pPr lvl="1">
              <a:buFont typeface="Arial"/>
              <a:buChar char="•"/>
            </a:pPr>
            <a:r>
              <a:rPr lang="en-US"/>
              <a:t>Generally, the system should, to the maximum extent possible, be containerised in Docker. For example, while the mobile app itself may not be able to be containerised, the system’s backend may be containerised in Docker.</a:t>
            </a:r>
          </a:p>
          <a:p>
            <a:pPr marL="171450" indent="-171450">
              <a:buFont typeface="Arial"/>
              <a:buChar char="•"/>
            </a:pPr>
            <a:endParaRPr lang="en-US">
              <a:ea typeface="Calibri"/>
              <a:cs typeface="Calibri"/>
            </a:endParaRPr>
          </a:p>
        </p:txBody>
      </p:sp>
      <p:sp>
        <p:nvSpPr>
          <p:cNvPr id="4" name="Slide Number Placeholder 3"/>
          <p:cNvSpPr>
            <a:spLocks noGrp="1"/>
          </p:cNvSpPr>
          <p:nvPr>
            <p:ph type="sldNum" sz="quarter" idx="5"/>
          </p:nvPr>
        </p:nvSpPr>
        <p:spPr/>
        <p:txBody>
          <a:bodyPr/>
          <a:lstStyle/>
          <a:p>
            <a:fld id="{F5EC800C-BF71-45F3-ACEA-1F3FCDCC82D8}" type="slidenum">
              <a:t>31</a:t>
            </a:fld>
            <a:endParaRPr lang="en-US"/>
          </a:p>
        </p:txBody>
      </p:sp>
    </p:spTree>
    <p:extLst>
      <p:ext uri="{BB962C8B-B14F-4D97-AF65-F5344CB8AC3E}">
        <p14:creationId xmlns:p14="http://schemas.microsoft.com/office/powerpoint/2010/main" val="849622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F4C3D-634A-1D57-D373-6842C9E01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7E5DF7-81E6-3F8D-EAC4-FE1047D84E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7BB40-FF94-A763-649A-C534CEC40789}"/>
              </a:ext>
            </a:extLst>
          </p:cNvPr>
          <p:cNvSpPr>
            <a:spLocks noGrp="1"/>
          </p:cNvSpPr>
          <p:nvPr>
            <p:ph type="body" idx="1"/>
          </p:nvPr>
        </p:nvSpPr>
        <p:spPr/>
        <p:txBody>
          <a:bodyPr/>
          <a:lstStyle/>
          <a:p>
            <a:pPr>
              <a:buFont typeface="Arial"/>
              <a:buChar char="•"/>
            </a:pPr>
            <a:r>
              <a:rPr lang="en-US" b="1"/>
              <a:t>Due Date: </a:t>
            </a:r>
            <a:r>
              <a:rPr lang="en-US"/>
              <a:t>Sunday Week 10 (4 August) @ 9.00pm</a:t>
            </a:r>
          </a:p>
          <a:p>
            <a:pPr>
              <a:buFont typeface="Arial"/>
              <a:buChar char="•"/>
            </a:pPr>
            <a:r>
              <a:rPr lang="en-US" b="1"/>
              <a:t>Weighting: </a:t>
            </a:r>
            <a:r>
              <a:rPr lang="en-US"/>
              <a:t>20%</a:t>
            </a:r>
            <a:endParaRPr lang="en-AU"/>
          </a:p>
          <a:p>
            <a:pPr>
              <a:buFont typeface="Arial"/>
              <a:buChar char="•"/>
            </a:pPr>
            <a:r>
              <a:rPr lang="en-US" b="1"/>
              <a:t>Assessment Criteria: </a:t>
            </a:r>
            <a:r>
              <a:rPr lang="en-US"/>
              <a:t>This assessment assesses the quality of the system you have delivered, including</a:t>
            </a:r>
            <a:endParaRPr lang="en-AU"/>
          </a:p>
          <a:p>
            <a:pPr lvl="1">
              <a:buFont typeface="Arial"/>
              <a:buChar char="•"/>
            </a:pPr>
            <a:r>
              <a:rPr lang="en-US"/>
              <a:t>the system’s level of </a:t>
            </a:r>
            <a:r>
              <a:rPr lang="en-US" i="1"/>
              <a:t>completeness</a:t>
            </a:r>
            <a:r>
              <a:rPr lang="en-US"/>
              <a:t>, considered against</a:t>
            </a:r>
          </a:p>
          <a:p>
            <a:pPr lvl="2">
              <a:buFont typeface="Arial"/>
              <a:buChar char="•"/>
            </a:pPr>
            <a:r>
              <a:rPr lang="en-US"/>
              <a:t>your own proposal objectives,</a:t>
            </a:r>
          </a:p>
          <a:p>
            <a:pPr lvl="2">
              <a:buFont typeface="Arial"/>
              <a:buChar char="•"/>
            </a:pPr>
            <a:r>
              <a:rPr lang="en-US"/>
              <a:t>the original project specification, and</a:t>
            </a:r>
          </a:p>
          <a:p>
            <a:pPr lvl="2">
              <a:buFont typeface="Arial"/>
              <a:buChar char="•"/>
            </a:pPr>
            <a:r>
              <a:rPr lang="en-US"/>
              <a:t>any client requirements (such as changes from the weekly meetings or sprint reviews/demos),</a:t>
            </a:r>
            <a:br>
              <a:rPr lang="en-US"/>
            </a:br>
            <a:endParaRPr lang="en-US"/>
          </a:p>
          <a:p>
            <a:pPr lvl="1">
              <a:buFont typeface="Arial"/>
              <a:buChar char="•"/>
            </a:pPr>
            <a:r>
              <a:rPr lang="en-US"/>
              <a:t>the system’s </a:t>
            </a:r>
            <a:r>
              <a:rPr lang="en-US" i="1"/>
              <a:t>robustness</a:t>
            </a:r>
            <a:r>
              <a:rPr lang="en-US"/>
              <a:t>,</a:t>
            </a:r>
          </a:p>
          <a:p>
            <a:pPr lvl="1">
              <a:buFont typeface="Arial"/>
              <a:buChar char="•"/>
            </a:pPr>
            <a:r>
              <a:rPr lang="en-US"/>
              <a:t>whether the system has </a:t>
            </a:r>
            <a:r>
              <a:rPr lang="en-US" i="1"/>
              <a:t>high technical quality</a:t>
            </a:r>
            <a:r>
              <a:rPr lang="en-US"/>
              <a:t>, in the sense that it</a:t>
            </a:r>
          </a:p>
          <a:p>
            <a:pPr lvl="2">
              <a:buFont typeface="Arial"/>
              <a:buChar char="•"/>
            </a:pPr>
            <a:r>
              <a:rPr lang="en-US"/>
              <a:t>shows well-considered design,</a:t>
            </a:r>
            <a:endParaRPr lang="en-AU"/>
          </a:p>
          <a:p>
            <a:pPr lvl="2">
              <a:buFont typeface="Arial"/>
              <a:buChar char="•"/>
            </a:pPr>
            <a:r>
              <a:rPr lang="en-US"/>
              <a:t>demonstrates acceptable technical quality in terms of functional and non-functional requirements (e.g., performance, scalability, security) as stated in the requirements, raised by the client or applicable to the nature of the project</a:t>
            </a:r>
          </a:p>
          <a:p>
            <a:pPr lvl="2">
              <a:buFont typeface="Arial"/>
              <a:buChar char="•"/>
            </a:pPr>
            <a:r>
              <a:rPr lang="en-US"/>
              <a:t>shows technical skill, such as through the implementation of non-trivial algorithms or similar,</a:t>
            </a:r>
            <a:endParaRPr lang="en-AU"/>
          </a:p>
          <a:p>
            <a:pPr lvl="1">
              <a:buFont typeface="Arial"/>
              <a:buChar char="•"/>
            </a:pPr>
            <a:r>
              <a:rPr lang="en-US"/>
              <a:t>whether the codebase has good </a:t>
            </a:r>
            <a:r>
              <a:rPr lang="en-US" i="1"/>
              <a:t>style</a:t>
            </a:r>
            <a:r>
              <a:rPr lang="en-US"/>
              <a:t> and </a:t>
            </a:r>
            <a:r>
              <a:rPr lang="en-US" i="1"/>
              <a:t>testing </a:t>
            </a:r>
            <a:r>
              <a:rPr lang="en-US"/>
              <a:t>in that</a:t>
            </a:r>
          </a:p>
          <a:p>
            <a:pPr lvl="2">
              <a:buFont typeface="Arial"/>
              <a:buChar char="•"/>
            </a:pPr>
            <a:r>
              <a:rPr lang="en-US"/>
              <a:t>it is well-structured, readable, and well-documented,</a:t>
            </a:r>
          </a:p>
          <a:p>
            <a:pPr lvl="2">
              <a:buFont typeface="Arial"/>
              <a:buChar char="•"/>
            </a:pPr>
            <a:r>
              <a:rPr lang="en-US"/>
              <a:t>there is evidence of robust testing, and</a:t>
            </a:r>
          </a:p>
          <a:p>
            <a:pPr lvl="1">
              <a:buFont typeface="Arial"/>
              <a:buChar char="•"/>
            </a:pPr>
            <a:r>
              <a:rPr lang="en-US"/>
              <a:t>the system’s </a:t>
            </a:r>
            <a:r>
              <a:rPr lang="en-US" i="1"/>
              <a:t>user interface</a:t>
            </a:r>
            <a:r>
              <a:rPr lang="en-US"/>
              <a:t>.</a:t>
            </a:r>
          </a:p>
          <a:p>
            <a:pPr>
              <a:buFont typeface="Arial"/>
              <a:buChar char="•"/>
            </a:pPr>
            <a:r>
              <a:rPr lang="en-US" b="1"/>
              <a:t>Requirement to use Docker: </a:t>
            </a:r>
            <a:r>
              <a:rPr lang="en-US"/>
              <a:t>Generally, the final system must run in a Docker container:</a:t>
            </a:r>
            <a:endParaRPr lang="en-AU"/>
          </a:p>
          <a:p>
            <a:pPr lvl="1">
              <a:buFont typeface="Arial"/>
              <a:buChar char="•"/>
            </a:pPr>
            <a:r>
              <a:rPr lang="en-US"/>
              <a:t>Instructions on how to build your image and run the container must be provided in your Project Report under the relevant section.</a:t>
            </a:r>
          </a:p>
          <a:p>
            <a:pPr lvl="1">
              <a:buFont typeface="Arial"/>
              <a:buChar char="•"/>
            </a:pPr>
            <a:r>
              <a:rPr lang="en-US" b="1"/>
              <a:t>If your project or part of your project cannot reasonably be containerised in Docker (e.g. it is a mobile app that must run in an emulator or mobile device)</a:t>
            </a:r>
            <a:r>
              <a:rPr lang="en-US"/>
              <a:t> </a:t>
            </a:r>
            <a:r>
              <a:rPr lang="en-US" b="1"/>
              <a:t>you must make arrangements with your tutor on how to test your project before the end of Week 8.</a:t>
            </a:r>
            <a:endParaRPr lang="en-US"/>
          </a:p>
          <a:p>
            <a:pPr lvl="1">
              <a:buFont typeface="Arial"/>
              <a:buChar char="•"/>
            </a:pPr>
            <a:r>
              <a:rPr lang="en-US"/>
              <a:t>Your tutor may waive the requirement to use Docker and use other testing arrangements at their discretion.</a:t>
            </a:r>
            <a:endParaRPr lang="en-AU"/>
          </a:p>
          <a:p>
            <a:pPr lvl="1">
              <a:buFont typeface="Arial"/>
              <a:buChar char="•"/>
            </a:pPr>
            <a:r>
              <a:rPr lang="en-US"/>
              <a:t>Generally, the system should, to the maximum extent possible, be containerised in Docker. For example, while the mobile app itself may not be able to be containerised, the system’s backend may be containerised in Docker.</a:t>
            </a:r>
          </a:p>
          <a:p>
            <a:pPr marL="171450" indent="-171450">
              <a:buFont typeface="Arial"/>
              <a:buChar char="•"/>
            </a:pPr>
            <a:endParaRPr lang="en-US">
              <a:ea typeface="Calibri"/>
              <a:cs typeface="Calibri"/>
            </a:endParaRPr>
          </a:p>
        </p:txBody>
      </p:sp>
      <p:sp>
        <p:nvSpPr>
          <p:cNvPr id="4" name="Slide Number Placeholder 3">
            <a:extLst>
              <a:ext uri="{FF2B5EF4-FFF2-40B4-BE49-F238E27FC236}">
                <a16:creationId xmlns:a16="http://schemas.microsoft.com/office/drawing/2014/main" id="{D164597E-95F6-174F-59C1-7B5E0A91FE0B}"/>
              </a:ext>
            </a:extLst>
          </p:cNvPr>
          <p:cNvSpPr>
            <a:spLocks noGrp="1"/>
          </p:cNvSpPr>
          <p:nvPr>
            <p:ph type="sldNum" sz="quarter" idx="5"/>
          </p:nvPr>
        </p:nvSpPr>
        <p:spPr/>
        <p:txBody>
          <a:bodyPr/>
          <a:lstStyle/>
          <a:p>
            <a:fld id="{F5EC800C-BF71-45F3-ACEA-1F3FCDCC82D8}" type="slidenum">
              <a:t>32</a:t>
            </a:fld>
            <a:endParaRPr lang="en-US"/>
          </a:p>
        </p:txBody>
      </p:sp>
    </p:spTree>
    <p:extLst>
      <p:ext uri="{BB962C8B-B14F-4D97-AF65-F5344CB8AC3E}">
        <p14:creationId xmlns:p14="http://schemas.microsoft.com/office/powerpoint/2010/main" val="1287158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B844B-F4D3-5FF5-5D69-659630CBB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35E3-B54A-C374-4BE0-4FA0976087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093399-93AC-5747-7853-84E9C995984C}"/>
              </a:ext>
            </a:extLst>
          </p:cNvPr>
          <p:cNvSpPr>
            <a:spLocks noGrp="1"/>
          </p:cNvSpPr>
          <p:nvPr>
            <p:ph type="body" idx="1"/>
          </p:nvPr>
        </p:nvSpPr>
        <p:spPr/>
        <p:txBody>
          <a:bodyPr/>
          <a:lstStyle/>
          <a:p>
            <a:pPr>
              <a:buFont typeface="Arial"/>
              <a:buChar char="•"/>
            </a:pPr>
            <a:r>
              <a:rPr lang="en-US" b="1"/>
              <a:t>Due Date: </a:t>
            </a:r>
            <a:r>
              <a:rPr lang="en-US"/>
              <a:t>Sunday Week 10 (4 August) @ 9.00pm</a:t>
            </a:r>
          </a:p>
          <a:p>
            <a:pPr>
              <a:buFont typeface="Arial"/>
              <a:buChar char="•"/>
            </a:pPr>
            <a:r>
              <a:rPr lang="en-US" b="1"/>
              <a:t>Weighting: </a:t>
            </a:r>
            <a:r>
              <a:rPr lang="en-US"/>
              <a:t>20%</a:t>
            </a:r>
            <a:endParaRPr lang="en-AU"/>
          </a:p>
          <a:p>
            <a:pPr>
              <a:buFont typeface="Arial"/>
              <a:buChar char="•"/>
            </a:pPr>
            <a:r>
              <a:rPr lang="en-US" b="1"/>
              <a:t>Assessment Criteria: </a:t>
            </a:r>
            <a:r>
              <a:rPr lang="en-US"/>
              <a:t>This assessment assesses the quality of the system you have delivered, including</a:t>
            </a:r>
            <a:endParaRPr lang="en-AU"/>
          </a:p>
          <a:p>
            <a:pPr lvl="1">
              <a:buFont typeface="Arial"/>
              <a:buChar char="•"/>
            </a:pPr>
            <a:r>
              <a:rPr lang="en-US"/>
              <a:t>the system’s level of </a:t>
            </a:r>
            <a:r>
              <a:rPr lang="en-US" i="1"/>
              <a:t>completeness</a:t>
            </a:r>
            <a:r>
              <a:rPr lang="en-US"/>
              <a:t>, considered against</a:t>
            </a:r>
          </a:p>
          <a:p>
            <a:pPr lvl="2">
              <a:buFont typeface="Arial"/>
              <a:buChar char="•"/>
            </a:pPr>
            <a:r>
              <a:rPr lang="en-US"/>
              <a:t>your own proposal objectives,</a:t>
            </a:r>
          </a:p>
          <a:p>
            <a:pPr lvl="2">
              <a:buFont typeface="Arial"/>
              <a:buChar char="•"/>
            </a:pPr>
            <a:r>
              <a:rPr lang="en-US"/>
              <a:t>the original project specification, and</a:t>
            </a:r>
          </a:p>
          <a:p>
            <a:pPr lvl="2">
              <a:buFont typeface="Arial"/>
              <a:buChar char="•"/>
            </a:pPr>
            <a:r>
              <a:rPr lang="en-US"/>
              <a:t>any client requirements (such as changes from the weekly meetings or sprint reviews/demos),</a:t>
            </a:r>
            <a:br>
              <a:rPr lang="en-US"/>
            </a:br>
            <a:endParaRPr lang="en-US"/>
          </a:p>
          <a:p>
            <a:pPr lvl="1">
              <a:buFont typeface="Arial"/>
              <a:buChar char="•"/>
            </a:pPr>
            <a:r>
              <a:rPr lang="en-US"/>
              <a:t>the system’s </a:t>
            </a:r>
            <a:r>
              <a:rPr lang="en-US" i="1"/>
              <a:t>robustness</a:t>
            </a:r>
            <a:r>
              <a:rPr lang="en-US"/>
              <a:t>,</a:t>
            </a:r>
          </a:p>
          <a:p>
            <a:pPr lvl="1">
              <a:buFont typeface="Arial"/>
              <a:buChar char="•"/>
            </a:pPr>
            <a:r>
              <a:rPr lang="en-US"/>
              <a:t>whether the system has </a:t>
            </a:r>
            <a:r>
              <a:rPr lang="en-US" i="1"/>
              <a:t>high technical quality</a:t>
            </a:r>
            <a:r>
              <a:rPr lang="en-US"/>
              <a:t>, in the sense that it</a:t>
            </a:r>
          </a:p>
          <a:p>
            <a:pPr lvl="2">
              <a:buFont typeface="Arial"/>
              <a:buChar char="•"/>
            </a:pPr>
            <a:r>
              <a:rPr lang="en-US"/>
              <a:t>shows well-considered design,</a:t>
            </a:r>
            <a:endParaRPr lang="en-AU"/>
          </a:p>
          <a:p>
            <a:pPr lvl="2">
              <a:buFont typeface="Arial"/>
              <a:buChar char="•"/>
            </a:pPr>
            <a:r>
              <a:rPr lang="en-US"/>
              <a:t>demonstrates acceptable technical quality in terms of functional and non-functional requirements (e.g., performance, scalability, security) as stated in the requirements, raised by the client or applicable to the nature of the project</a:t>
            </a:r>
          </a:p>
          <a:p>
            <a:pPr lvl="2">
              <a:buFont typeface="Arial"/>
              <a:buChar char="•"/>
            </a:pPr>
            <a:r>
              <a:rPr lang="en-US"/>
              <a:t>shows technical skill, such as through the implementation of non-trivial algorithms or similar,</a:t>
            </a:r>
            <a:endParaRPr lang="en-AU"/>
          </a:p>
          <a:p>
            <a:pPr lvl="1">
              <a:buFont typeface="Arial"/>
              <a:buChar char="•"/>
            </a:pPr>
            <a:r>
              <a:rPr lang="en-US"/>
              <a:t>whether the codebase has good </a:t>
            </a:r>
            <a:r>
              <a:rPr lang="en-US" i="1"/>
              <a:t>style</a:t>
            </a:r>
            <a:r>
              <a:rPr lang="en-US"/>
              <a:t> and </a:t>
            </a:r>
            <a:r>
              <a:rPr lang="en-US" i="1"/>
              <a:t>testing </a:t>
            </a:r>
            <a:r>
              <a:rPr lang="en-US"/>
              <a:t>in that</a:t>
            </a:r>
          </a:p>
          <a:p>
            <a:pPr lvl="2">
              <a:buFont typeface="Arial"/>
              <a:buChar char="•"/>
            </a:pPr>
            <a:r>
              <a:rPr lang="en-US"/>
              <a:t>it is well-structured, readable, and well-documented,</a:t>
            </a:r>
          </a:p>
          <a:p>
            <a:pPr lvl="2">
              <a:buFont typeface="Arial"/>
              <a:buChar char="•"/>
            </a:pPr>
            <a:r>
              <a:rPr lang="en-US"/>
              <a:t>there is evidence of robust testing, and</a:t>
            </a:r>
          </a:p>
          <a:p>
            <a:pPr lvl="1">
              <a:buFont typeface="Arial"/>
              <a:buChar char="•"/>
            </a:pPr>
            <a:r>
              <a:rPr lang="en-US"/>
              <a:t>the system’s </a:t>
            </a:r>
            <a:r>
              <a:rPr lang="en-US" i="1"/>
              <a:t>user interface</a:t>
            </a:r>
            <a:r>
              <a:rPr lang="en-US"/>
              <a:t>.</a:t>
            </a:r>
          </a:p>
          <a:p>
            <a:pPr>
              <a:buFont typeface="Arial"/>
              <a:buChar char="•"/>
            </a:pPr>
            <a:r>
              <a:rPr lang="en-US" b="1"/>
              <a:t>Requirement to use Docker: </a:t>
            </a:r>
            <a:r>
              <a:rPr lang="en-US"/>
              <a:t>Generally, the final system must run in a Docker container:</a:t>
            </a:r>
            <a:endParaRPr lang="en-AU"/>
          </a:p>
          <a:p>
            <a:pPr lvl="1">
              <a:buFont typeface="Arial"/>
              <a:buChar char="•"/>
            </a:pPr>
            <a:r>
              <a:rPr lang="en-US"/>
              <a:t>Instructions on how to build your image and run the container must be provided in your Project Report under the relevant section.</a:t>
            </a:r>
          </a:p>
          <a:p>
            <a:pPr lvl="1">
              <a:buFont typeface="Arial"/>
              <a:buChar char="•"/>
            </a:pPr>
            <a:r>
              <a:rPr lang="en-US" b="1"/>
              <a:t>If your project or part of your project cannot reasonably be containerised in Docker (e.g. it is a mobile app that must run in an emulator or mobile device)</a:t>
            </a:r>
            <a:r>
              <a:rPr lang="en-US"/>
              <a:t> </a:t>
            </a:r>
            <a:r>
              <a:rPr lang="en-US" b="1"/>
              <a:t>you must make arrangements with your tutor on how to test your project before the end of Week 8.</a:t>
            </a:r>
            <a:endParaRPr lang="en-US"/>
          </a:p>
          <a:p>
            <a:pPr lvl="1">
              <a:buFont typeface="Arial"/>
              <a:buChar char="•"/>
            </a:pPr>
            <a:r>
              <a:rPr lang="en-US"/>
              <a:t>Your tutor may waive the requirement to use Docker and use other testing arrangements at their discretion.</a:t>
            </a:r>
            <a:endParaRPr lang="en-AU"/>
          </a:p>
          <a:p>
            <a:pPr lvl="1">
              <a:buFont typeface="Arial"/>
              <a:buChar char="•"/>
            </a:pPr>
            <a:r>
              <a:rPr lang="en-US"/>
              <a:t>Generally, the system should, to the maximum extent possible, be containerised in Docker. For example, while the mobile app itself may not be able to be containerised, the system’s backend may be containerised in Docker.</a:t>
            </a:r>
          </a:p>
          <a:p>
            <a:pPr marL="171450" indent="-171450">
              <a:buFont typeface="Arial"/>
              <a:buChar char="•"/>
            </a:pPr>
            <a:endParaRPr lang="en-US">
              <a:ea typeface="Calibri"/>
              <a:cs typeface="Calibri"/>
            </a:endParaRPr>
          </a:p>
        </p:txBody>
      </p:sp>
      <p:sp>
        <p:nvSpPr>
          <p:cNvPr id="4" name="Slide Number Placeholder 3">
            <a:extLst>
              <a:ext uri="{FF2B5EF4-FFF2-40B4-BE49-F238E27FC236}">
                <a16:creationId xmlns:a16="http://schemas.microsoft.com/office/drawing/2014/main" id="{C67D1ED1-38DD-C588-76FD-4D440D0E94E5}"/>
              </a:ext>
            </a:extLst>
          </p:cNvPr>
          <p:cNvSpPr>
            <a:spLocks noGrp="1"/>
          </p:cNvSpPr>
          <p:nvPr>
            <p:ph type="sldNum" sz="quarter" idx="5"/>
          </p:nvPr>
        </p:nvSpPr>
        <p:spPr/>
        <p:txBody>
          <a:bodyPr/>
          <a:lstStyle/>
          <a:p>
            <a:fld id="{F5EC800C-BF71-45F3-ACEA-1F3FCDCC82D8}" type="slidenum">
              <a:t>33</a:t>
            </a:fld>
            <a:endParaRPr lang="en-US"/>
          </a:p>
        </p:txBody>
      </p:sp>
    </p:spTree>
    <p:extLst>
      <p:ext uri="{BB962C8B-B14F-4D97-AF65-F5344CB8AC3E}">
        <p14:creationId xmlns:p14="http://schemas.microsoft.com/office/powerpoint/2010/main" val="1596988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b="1"/>
              <a:t>Simple Editing Assistance</a:t>
            </a:r>
            <a:endParaRPr lang="en-US"/>
          </a:p>
          <a:p>
            <a:pPr marL="171450" indent="-171450">
              <a:buFont typeface="Arial"/>
              <a:buChar char="•"/>
            </a:pPr>
            <a:r>
              <a:rPr lang="en-US" b="1"/>
              <a:t>In completing this assessment, you are permitted to use standard editing and referencing functions in the software you use to complete your assessment. These functions are described below. You must not use any functions that generate or paraphrase passages of text or other media, whether based on your own work or not.</a:t>
            </a:r>
            <a:br>
              <a:rPr lang="en-US" b="1"/>
            </a:br>
            <a:r>
              <a:rPr lang="en-US" b="1"/>
              <a:t>If your Convenor has concerns that your submission contains passages of AI-generated text or media, you may be asked to account for your work. If you are unable to satisfactorily demonstrate your understanding of your submission you may be referred to UNSW Conduct &amp; Integrity Office for investigation for academic misconduct and possible penalties.</a:t>
            </a:r>
            <a:br>
              <a:rPr lang="en-US" b="1"/>
            </a:br>
            <a:r>
              <a:rPr lang="en-US" b="1"/>
              <a:t>For more information on Generative AI and permitted use please see here, opens in a new window.</a:t>
            </a:r>
            <a:endParaRPr lang="en-US"/>
          </a:p>
          <a:p>
            <a:pPr marL="171450" indent="-171450">
              <a:buFont typeface="Arial"/>
              <a:buChar char="•"/>
            </a:pPr>
            <a:endParaRPr lang="en-US"/>
          </a:p>
          <a:p>
            <a:pPr>
              <a:buFont typeface="Arial"/>
              <a:buChar char="•"/>
            </a:pPr>
            <a:endParaRPr lang="en-US">
              <a:ea typeface="Calibri"/>
              <a:cs typeface="Calibri"/>
            </a:endParaRPr>
          </a:p>
        </p:txBody>
      </p:sp>
      <p:sp>
        <p:nvSpPr>
          <p:cNvPr id="4" name="Slide Number Placeholder 3"/>
          <p:cNvSpPr>
            <a:spLocks noGrp="1"/>
          </p:cNvSpPr>
          <p:nvPr>
            <p:ph type="sldNum" sz="quarter" idx="5"/>
          </p:nvPr>
        </p:nvSpPr>
        <p:spPr/>
        <p:txBody>
          <a:bodyPr/>
          <a:lstStyle/>
          <a:p>
            <a:fld id="{F5EC800C-BF71-45F3-ACEA-1F3FCDCC82D8}" type="slidenum">
              <a:t>34</a:t>
            </a:fld>
            <a:endParaRPr lang="en-US"/>
          </a:p>
        </p:txBody>
      </p:sp>
    </p:spTree>
    <p:extLst>
      <p:ext uri="{BB962C8B-B14F-4D97-AF65-F5344CB8AC3E}">
        <p14:creationId xmlns:p14="http://schemas.microsoft.com/office/powerpoint/2010/main" val="2813394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Overt – done openly </a:t>
            </a:r>
          </a:p>
        </p:txBody>
      </p:sp>
      <p:sp>
        <p:nvSpPr>
          <p:cNvPr id="4" name="Slide Number Placeholder 3"/>
          <p:cNvSpPr>
            <a:spLocks noGrp="1"/>
          </p:cNvSpPr>
          <p:nvPr>
            <p:ph type="sldNum" sz="quarter" idx="5"/>
          </p:nvPr>
        </p:nvSpPr>
        <p:spPr/>
        <p:txBody>
          <a:bodyPr/>
          <a:lstStyle/>
          <a:p>
            <a:fld id="{F5EC800C-BF71-45F3-ACEA-1F3FCDCC82D8}" type="slidenum">
              <a:rPr lang="en-US"/>
              <a:t>80</a:t>
            </a:fld>
            <a:endParaRPr lang="en-US"/>
          </a:p>
        </p:txBody>
      </p:sp>
    </p:spTree>
    <p:extLst>
      <p:ext uri="{BB962C8B-B14F-4D97-AF65-F5344CB8AC3E}">
        <p14:creationId xmlns:p14="http://schemas.microsoft.com/office/powerpoint/2010/main" val="2214286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246ACD0-BE8A-3D4B-8E89-B0E6ACFF594E}" type="slidenum">
              <a:rPr lang="en-US" smtClean="0"/>
              <a:t>93</a:t>
            </a:fld>
            <a:endParaRPr lang="en-US"/>
          </a:p>
        </p:txBody>
      </p:sp>
    </p:spTree>
    <p:extLst>
      <p:ext uri="{BB962C8B-B14F-4D97-AF65-F5344CB8AC3E}">
        <p14:creationId xmlns:p14="http://schemas.microsoft.com/office/powerpoint/2010/main" val="3636081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800" b="0" i="0">
                <a:solidFill>
                  <a:schemeClr val="bg1"/>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6/2/2025</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38100">
              <a:lnSpc>
                <a:spcPts val="1425"/>
              </a:lnSpc>
            </a:pPr>
            <a:fld id="{81D60167-4931-47E6-BA6A-407CBD079E47}" type="slidenum">
              <a:rPr spc="-25" dirty="0"/>
              <a:t>‹#›</a:t>
            </a:fld>
            <a:endParaRPr spc="-25"/>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8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6/2/2025</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38100">
              <a:lnSpc>
                <a:spcPts val="1425"/>
              </a:lnSpc>
            </a:pPr>
            <a:fld id="{81D60167-4931-47E6-BA6A-407CBD079E47}" type="slidenum">
              <a:rPr spc="-25" dirty="0"/>
              <a:t>‹#›</a:t>
            </a:fld>
            <a:endParaRPr spc="-25"/>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6/2/2025</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38100">
              <a:lnSpc>
                <a:spcPts val="1425"/>
              </a:lnSpc>
            </a:pPr>
            <a:fld id="{81D60167-4931-47E6-BA6A-407CBD079E47}" type="slidenum">
              <a:rPr spc="-25" dirty="0"/>
              <a:t>‹#›</a:t>
            </a:fld>
            <a:endParaRPr spc="-25"/>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6/2/2025</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38100">
              <a:lnSpc>
                <a:spcPts val="1425"/>
              </a:lnSpc>
            </a:pPr>
            <a:fld id="{81D60167-4931-47E6-BA6A-407CBD079E47}" type="slidenum">
              <a:rPr spc="-25" dirty="0"/>
              <a:t>‹#›</a:t>
            </a:fld>
            <a:endParaRPr spc="-25"/>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6/2/2025</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Arial"/>
                <a:cs typeface="Arial"/>
              </a:defRPr>
            </a:lvl1pPr>
          </a:lstStyle>
          <a:p>
            <a:pPr marL="38100">
              <a:lnSpc>
                <a:spcPts val="1425"/>
              </a:lnSpc>
            </a:pPr>
            <a:fld id="{81D60167-4931-47E6-BA6A-407CBD079E47}" type="slidenum">
              <a:rPr spc="-25" dirty="0"/>
              <a:t>‹#›</a:t>
            </a:fld>
            <a:endParaRPr spc="-25"/>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8" name="Picture 7" descr="Icon&#10;&#10;Description automatically generated">
            <a:extLst>
              <a:ext uri="{FF2B5EF4-FFF2-40B4-BE49-F238E27FC236}">
                <a16:creationId xmlns:a16="http://schemas.microsoft.com/office/drawing/2014/main" id="{03B341F3-514D-F42F-D0AA-C75B36DDF590}"/>
              </a:ext>
            </a:extLst>
          </p:cNvPr>
          <p:cNvPicPr>
            <a:picLocks noChangeAspect="1"/>
          </p:cNvPicPr>
          <p:nvPr userDrawn="1"/>
        </p:nvPicPr>
        <p:blipFill>
          <a:blip r:embed="rId2"/>
          <a:stretch>
            <a:fillRect/>
          </a:stretch>
        </p:blipFill>
        <p:spPr>
          <a:xfrm rot="13685278">
            <a:off x="659044" y="1428647"/>
            <a:ext cx="5544134" cy="7503507"/>
          </a:xfrm>
          <a:prstGeom prst="rect">
            <a:avLst/>
          </a:prstGeom>
        </p:spPr>
      </p:pic>
      <p:sp>
        <p:nvSpPr>
          <p:cNvPr id="5" name="Text Placeholder 2" descr="Click to add secondary details&#10;">
            <a:extLst>
              <a:ext uri="{FF2B5EF4-FFF2-40B4-BE49-F238E27FC236}">
                <a16:creationId xmlns:a16="http://schemas.microsoft.com/office/drawing/2014/main" id="{92413593-DCD0-42A0-AE48-665AD86AE6DD}"/>
              </a:ext>
            </a:extLst>
          </p:cNvPr>
          <p:cNvSpPr>
            <a:spLocks noGrp="1"/>
          </p:cNvSpPr>
          <p:nvPr>
            <p:ph idx="1" hasCustomPrompt="1"/>
          </p:nvPr>
        </p:nvSpPr>
        <p:spPr>
          <a:xfrm>
            <a:off x="410400" y="6289200"/>
            <a:ext cx="4730400" cy="370800"/>
          </a:xfrm>
          <a:prstGeom prst="rect">
            <a:avLst/>
          </a:prstGeom>
        </p:spPr>
        <p:txBody>
          <a:bodyPr vert="horz" lIns="91440" tIns="45720" rIns="91440" bIns="45720" rtlCol="0">
            <a:normAutofit/>
          </a:bodyPr>
          <a:lstStyle/>
          <a:p>
            <a:pPr lvl="0"/>
            <a:r>
              <a:rPr lang="en-GB"/>
              <a:t>Secondary details go here</a:t>
            </a:r>
          </a:p>
        </p:txBody>
      </p:sp>
      <p:sp>
        <p:nvSpPr>
          <p:cNvPr id="6" name="Picture Placeholder 2" descr="Click icon to add picture">
            <a:extLst>
              <a:ext uri="{FF2B5EF4-FFF2-40B4-BE49-F238E27FC236}">
                <a16:creationId xmlns:a16="http://schemas.microsoft.com/office/drawing/2014/main" id="{7D37E0CB-DF2A-4FFC-85FC-AD9C7ED63B74}"/>
              </a:ext>
            </a:extLst>
          </p:cNvPr>
          <p:cNvSpPr>
            <a:spLocks noGrp="1"/>
          </p:cNvSpPr>
          <p:nvPr>
            <p:ph type="pic" sz="quarter" idx="10"/>
          </p:nvPr>
        </p:nvSpPr>
        <p:spPr>
          <a:xfrm>
            <a:off x="6784800" y="-1"/>
            <a:ext cx="5407200" cy="6858001"/>
          </a:xfrm>
        </p:spPr>
        <p:txBody>
          <a:bodyPr/>
          <a:lstStyle/>
          <a:p>
            <a:r>
              <a:rPr lang="en-GB"/>
              <a:t>Click icon to add picture</a:t>
            </a:r>
            <a:endParaRPr lang="en-AU"/>
          </a:p>
        </p:txBody>
      </p:sp>
      <p:pic>
        <p:nvPicPr>
          <p:cNvPr id="2" name="Picture 1" descr="UNSW Sydney Logo">
            <a:extLst>
              <a:ext uri="{FF2B5EF4-FFF2-40B4-BE49-F238E27FC236}">
                <a16:creationId xmlns:a16="http://schemas.microsoft.com/office/drawing/2014/main" id="{77E20C77-3D0A-4A35-878B-F3D37CBE0520}"/>
              </a:ext>
            </a:extLst>
          </p:cNvPr>
          <p:cNvPicPr>
            <a:picLocks noChangeAspect="1"/>
          </p:cNvPicPr>
          <p:nvPr userDrawn="1"/>
        </p:nvPicPr>
        <p:blipFill>
          <a:blip r:embed="rId3"/>
          <a:srcRect/>
          <a:stretch/>
        </p:blipFill>
        <p:spPr>
          <a:xfrm>
            <a:off x="304631" y="526457"/>
            <a:ext cx="1188000" cy="1240241"/>
          </a:xfrm>
          <a:prstGeom prst="rect">
            <a:avLst/>
          </a:prstGeom>
        </p:spPr>
      </p:pic>
      <p:sp>
        <p:nvSpPr>
          <p:cNvPr id="4" name="Title Placeholder 1" descr="Click to edit master title style&#10;">
            <a:extLst>
              <a:ext uri="{FF2B5EF4-FFF2-40B4-BE49-F238E27FC236}">
                <a16:creationId xmlns:a16="http://schemas.microsoft.com/office/drawing/2014/main" id="{9EC0BA0E-E5B8-41F6-813F-C9A458BE6C3D}"/>
              </a:ext>
            </a:extLst>
          </p:cNvPr>
          <p:cNvSpPr>
            <a:spLocks noGrp="1"/>
          </p:cNvSpPr>
          <p:nvPr>
            <p:ph type="title"/>
          </p:nvPr>
        </p:nvSpPr>
        <p:spPr>
          <a:xfrm>
            <a:off x="410806" y="2624399"/>
            <a:ext cx="6244621" cy="2556000"/>
          </a:xfrm>
          <a:prstGeom prst="rect">
            <a:avLst/>
          </a:prstGeom>
        </p:spPr>
        <p:txBody>
          <a:bodyPr vert="horz" lIns="91440" tIns="45720" rIns="91440" bIns="45720" rtlCol="0" anchor="t" anchorCtr="0">
            <a:noAutofit/>
          </a:bodyPr>
          <a:lstStyle>
            <a:lvl1pPr>
              <a:defRPr sz="6000"/>
            </a:lvl1pPr>
          </a:lstStyle>
          <a:p>
            <a:r>
              <a:rPr lang="en-GB"/>
              <a:t>Click to edit Master title style</a:t>
            </a:r>
            <a:endParaRPr lang="en-US"/>
          </a:p>
        </p:txBody>
      </p:sp>
    </p:spTree>
    <p:extLst>
      <p:ext uri="{BB962C8B-B14F-4D97-AF65-F5344CB8AC3E}">
        <p14:creationId xmlns:p14="http://schemas.microsoft.com/office/powerpoint/2010/main" val="2429944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7898288"/>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079235"/>
            <a:ext cx="12192000" cy="779145"/>
          </a:xfrm>
          <a:custGeom>
            <a:avLst/>
            <a:gdLst/>
            <a:ahLst/>
            <a:cxnLst/>
            <a:rect l="l" t="t" r="r" b="b"/>
            <a:pathLst>
              <a:path w="12192000" h="779145">
                <a:moveTo>
                  <a:pt x="12192000" y="0"/>
                </a:moveTo>
                <a:lnTo>
                  <a:pt x="0" y="0"/>
                </a:lnTo>
                <a:lnTo>
                  <a:pt x="0" y="778763"/>
                </a:lnTo>
                <a:lnTo>
                  <a:pt x="12192000" y="778763"/>
                </a:lnTo>
                <a:lnTo>
                  <a:pt x="12192000" y="0"/>
                </a:lnTo>
                <a:close/>
              </a:path>
            </a:pathLst>
          </a:custGeom>
          <a:solidFill>
            <a:srgbClr val="FFDC00"/>
          </a:solidFill>
        </p:spPr>
        <p:txBody>
          <a:bodyPr wrap="square" lIns="0" tIns="0" rIns="0" bIns="0" rtlCol="0"/>
          <a:lstStyle/>
          <a:p>
            <a:endParaRPr/>
          </a:p>
        </p:txBody>
      </p:sp>
      <p:pic>
        <p:nvPicPr>
          <p:cNvPr id="17" name="bg object 17"/>
          <p:cNvPicPr/>
          <p:nvPr/>
        </p:nvPicPr>
        <p:blipFill>
          <a:blip r:embed="rId9" cstate="print"/>
          <a:stretch>
            <a:fillRect/>
          </a:stretch>
        </p:blipFill>
        <p:spPr>
          <a:xfrm>
            <a:off x="11507723" y="6140194"/>
            <a:ext cx="598931" cy="701040"/>
          </a:xfrm>
          <a:prstGeom prst="rect">
            <a:avLst/>
          </a:prstGeom>
        </p:spPr>
      </p:pic>
      <p:sp>
        <p:nvSpPr>
          <p:cNvPr id="2" name="Holder 2"/>
          <p:cNvSpPr>
            <a:spLocks noGrp="1"/>
          </p:cNvSpPr>
          <p:nvPr>
            <p:ph type="title"/>
          </p:nvPr>
        </p:nvSpPr>
        <p:spPr>
          <a:xfrm>
            <a:off x="764540" y="94233"/>
            <a:ext cx="10662919" cy="696595"/>
          </a:xfrm>
          <a:prstGeom prst="rect">
            <a:avLst/>
          </a:prstGeom>
        </p:spPr>
        <p:txBody>
          <a:bodyPr wrap="square" lIns="0" tIns="0" rIns="0" bIns="0">
            <a:spAutoFit/>
          </a:bodyPr>
          <a:lstStyle>
            <a:lvl1pPr>
              <a:defRPr sz="2800" b="0" i="0">
                <a:solidFill>
                  <a:schemeClr val="bg1"/>
                </a:solidFill>
                <a:latin typeface="Arial"/>
                <a:cs typeface="Arial"/>
              </a:defRPr>
            </a:lvl1pPr>
          </a:lstStyle>
          <a:p>
            <a:endParaRPr/>
          </a:p>
        </p:txBody>
      </p:sp>
      <p:sp>
        <p:nvSpPr>
          <p:cNvPr id="3" name="Holder 3"/>
          <p:cNvSpPr>
            <a:spLocks noGrp="1"/>
          </p:cNvSpPr>
          <p:nvPr>
            <p:ph type="body" idx="1"/>
          </p:nvPr>
        </p:nvSpPr>
        <p:spPr>
          <a:xfrm>
            <a:off x="993139" y="1046479"/>
            <a:ext cx="9971405" cy="4323715"/>
          </a:xfrm>
          <a:prstGeom prst="rect">
            <a:avLst/>
          </a:prstGeom>
        </p:spPr>
        <p:txBody>
          <a:bodyPr wrap="square" lIns="0" tIns="0" rIns="0" bIns="0">
            <a:spAutoFit/>
          </a:bodyPr>
          <a:lstStyle>
            <a:lvl1pPr>
              <a:defRPr sz="28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6/2/2025</a:t>
            </a:fld>
            <a:endParaRPr lang="en-US"/>
          </a:p>
        </p:txBody>
      </p:sp>
      <p:sp>
        <p:nvSpPr>
          <p:cNvPr id="6" name="Holder 6"/>
          <p:cNvSpPr>
            <a:spLocks noGrp="1"/>
          </p:cNvSpPr>
          <p:nvPr>
            <p:ph type="sldNum" sz="quarter" idx="7"/>
          </p:nvPr>
        </p:nvSpPr>
        <p:spPr>
          <a:xfrm>
            <a:off x="10036175" y="6290674"/>
            <a:ext cx="259715" cy="196214"/>
          </a:xfrm>
          <a:prstGeom prst="rect">
            <a:avLst/>
          </a:prstGeom>
        </p:spPr>
        <p:txBody>
          <a:bodyPr wrap="square" lIns="0" tIns="0" rIns="0" bIns="0">
            <a:spAutoFit/>
          </a:bodyPr>
          <a:lstStyle>
            <a:lvl1pPr>
              <a:defRPr sz="1200" b="0" i="0">
                <a:solidFill>
                  <a:schemeClr val="tx1"/>
                </a:solidFill>
                <a:latin typeface="Arial"/>
                <a:cs typeface="Arial"/>
              </a:defRPr>
            </a:lvl1pPr>
          </a:lstStyle>
          <a:p>
            <a:pPr marL="38100">
              <a:lnSpc>
                <a:spcPts val="1425"/>
              </a:lnSpc>
            </a:pPr>
            <a:fld id="{81D60167-4931-47E6-BA6A-407CBD079E47}" type="slidenum">
              <a:rPr spc="-25" dirty="0"/>
              <a:t>‹#›</a:t>
            </a:fld>
            <a:endParaRPr spc="-25"/>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moodle.telt.unsw.edu.au/mod/page/view.php?id=7735758" TargetMode="External"/><Relationship Id="rId2" Type="http://schemas.openxmlformats.org/officeDocument/2006/relationships/hyperlink" Target="https://moodle.telt.unsw.edu.au/course/view.php?id=91927"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edstem.org/au/courses/24654/discussion/2724829" TargetMode="External"/><Relationship Id="rId2" Type="http://schemas.openxmlformats.org/officeDocument/2006/relationships/hyperlink" Target="https://moodle.telt.unsw.edu.au/course/view.php?id=91927" TargetMode="Externa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mailto:b.suleiman@unsw.edu.au" TargetMode="External"/><Relationship Id="rId2" Type="http://schemas.openxmlformats.org/officeDocument/2006/relationships/hyperlink" Target="https://www.unsw.edu.au/staff/basem-suleiman"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mailto:cs9900@cse.unsw.edu.au" TargetMode="External"/><Relationship Id="rId2" Type="http://schemas.openxmlformats.org/officeDocument/2006/relationships/hyperlink" Target="mailto:cs3900@cse.unsw.edu.au" TargetMode="External"/><Relationship Id="rId1" Type="http://schemas.openxmlformats.org/officeDocument/2006/relationships/slideLayout" Target="../slideLayouts/slideLayout2.xml"/><Relationship Id="rId4" Type="http://schemas.openxmlformats.org/officeDocument/2006/relationships/hyperlink" Target="mailto:z5492613@ad.unsw.edu.au"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moodle.telt.unsw.edu.au/mod/page/view.php?id=7735758"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moodle.telt.unsw.edu.au/mod/page/view.php?id=7735758"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moodle.telt.unsw.edu.au/mod/page/view.php?id=7735759"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moodle.telt.unsw.edu.au/mod/page/view.php?id=7735821"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student.unsw.edu.au/assessment/ai"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hyperlink" Target="https://www.atlassian.com/software/jira/agile"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hyperlink" Target="https://www.atlassian.com/software/jira/guides"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8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hyperlink" Target="https://moodle.telt.unsw.edu.au/course/view.php?id=91927" TargetMode="External"/><Relationship Id="rId2" Type="http://schemas.openxmlformats.org/officeDocument/2006/relationships/hyperlink" Target="https://edstem.org/au/courses/24654/discussion/2724829" TargetMode="Externa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57956" y="0"/>
            <a:ext cx="8406130" cy="6858000"/>
          </a:xfrm>
          <a:custGeom>
            <a:avLst/>
            <a:gdLst/>
            <a:ahLst/>
            <a:cxnLst/>
            <a:rect l="l" t="t" r="r" b="b"/>
            <a:pathLst>
              <a:path w="8406130" h="6858000">
                <a:moveTo>
                  <a:pt x="8405911" y="4049483"/>
                </a:moveTo>
                <a:lnTo>
                  <a:pt x="8405987" y="4048381"/>
                </a:lnTo>
                <a:lnTo>
                  <a:pt x="7947755" y="865733"/>
                </a:lnTo>
                <a:lnTo>
                  <a:pt x="4446641" y="0"/>
                </a:lnTo>
                <a:lnTo>
                  <a:pt x="1718163" y="0"/>
                </a:lnTo>
                <a:lnTo>
                  <a:pt x="207" y="4505801"/>
                </a:lnTo>
                <a:lnTo>
                  <a:pt x="0" y="4508821"/>
                </a:lnTo>
                <a:lnTo>
                  <a:pt x="2733554" y="6857997"/>
                </a:lnTo>
                <a:lnTo>
                  <a:pt x="3848372" y="6857997"/>
                </a:lnTo>
                <a:lnTo>
                  <a:pt x="8405911" y="4049483"/>
                </a:lnTo>
                <a:close/>
              </a:path>
            </a:pathLst>
          </a:custGeom>
          <a:solidFill>
            <a:srgbClr val="C8EBCD"/>
          </a:solidFill>
        </p:spPr>
        <p:txBody>
          <a:bodyPr wrap="square" lIns="0" tIns="0" rIns="0" bIns="0" rtlCol="0"/>
          <a:lstStyle/>
          <a:p>
            <a:endParaRPr/>
          </a:p>
        </p:txBody>
      </p:sp>
      <p:grpSp>
        <p:nvGrpSpPr>
          <p:cNvPr id="3" name="object 3"/>
          <p:cNvGrpSpPr/>
          <p:nvPr/>
        </p:nvGrpSpPr>
        <p:grpSpPr>
          <a:xfrm>
            <a:off x="10009631" y="0"/>
            <a:ext cx="2184400" cy="6858000"/>
            <a:chOff x="10009631" y="0"/>
            <a:chExt cx="2184400" cy="6858000"/>
          </a:xfrm>
        </p:grpSpPr>
        <p:sp>
          <p:nvSpPr>
            <p:cNvPr id="4" name="object 4"/>
            <p:cNvSpPr/>
            <p:nvPr/>
          </p:nvSpPr>
          <p:spPr>
            <a:xfrm>
              <a:off x="10009631" y="0"/>
              <a:ext cx="2184400" cy="6858000"/>
            </a:xfrm>
            <a:custGeom>
              <a:avLst/>
              <a:gdLst/>
              <a:ahLst/>
              <a:cxnLst/>
              <a:rect l="l" t="t" r="r" b="b"/>
              <a:pathLst>
                <a:path w="2184400" h="6858000">
                  <a:moveTo>
                    <a:pt x="2183892" y="0"/>
                  </a:moveTo>
                  <a:lnTo>
                    <a:pt x="0" y="0"/>
                  </a:lnTo>
                  <a:lnTo>
                    <a:pt x="0" y="6858000"/>
                  </a:lnTo>
                  <a:lnTo>
                    <a:pt x="2183892" y="6858000"/>
                  </a:lnTo>
                  <a:lnTo>
                    <a:pt x="2183892" y="0"/>
                  </a:lnTo>
                  <a:close/>
                </a:path>
              </a:pathLst>
            </a:custGeom>
            <a:solidFill>
              <a:srgbClr val="FFDC00"/>
            </a:solidFill>
          </p:spPr>
          <p:txBody>
            <a:bodyPr wrap="square" lIns="0" tIns="0" rIns="0" bIns="0" rtlCol="0"/>
            <a:lstStyle/>
            <a:p>
              <a:endParaRPr/>
            </a:p>
          </p:txBody>
        </p:sp>
        <p:pic>
          <p:nvPicPr>
            <p:cNvPr id="5" name="object 5"/>
            <p:cNvPicPr/>
            <p:nvPr/>
          </p:nvPicPr>
          <p:blipFill>
            <a:blip r:embed="rId2" cstate="print"/>
            <a:stretch>
              <a:fillRect/>
            </a:stretch>
          </p:blipFill>
          <p:spPr>
            <a:xfrm>
              <a:off x="10666475" y="5260847"/>
              <a:ext cx="1188720" cy="1240536"/>
            </a:xfrm>
            <a:prstGeom prst="rect">
              <a:avLst/>
            </a:prstGeom>
          </p:spPr>
        </p:pic>
      </p:grpSp>
      <p:sp>
        <p:nvSpPr>
          <p:cNvPr id="6" name="object 6"/>
          <p:cNvSpPr txBox="1">
            <a:spLocks noGrp="1"/>
          </p:cNvSpPr>
          <p:nvPr>
            <p:ph type="title"/>
          </p:nvPr>
        </p:nvSpPr>
        <p:spPr>
          <a:xfrm>
            <a:off x="1161076" y="2944229"/>
            <a:ext cx="7980045" cy="812402"/>
          </a:xfrm>
          <a:prstGeom prst="rect">
            <a:avLst/>
          </a:prstGeom>
        </p:spPr>
        <p:txBody>
          <a:bodyPr vert="horz" wrap="square" lIns="0" tIns="12065" rIns="0" bIns="0" rtlCol="0">
            <a:spAutoFit/>
          </a:bodyPr>
          <a:lstStyle/>
          <a:p>
            <a:pPr algn="ctr">
              <a:lnSpc>
                <a:spcPct val="100000"/>
              </a:lnSpc>
              <a:spcBef>
                <a:spcPts val="95"/>
              </a:spcBef>
            </a:pPr>
            <a:r>
              <a:rPr b="1">
                <a:solidFill>
                  <a:srgbClr val="000000"/>
                </a:solidFill>
                <a:latin typeface="Arial"/>
                <a:cs typeface="Arial"/>
              </a:rPr>
              <a:t>School</a:t>
            </a:r>
            <a:r>
              <a:rPr b="1" spc="-65">
                <a:solidFill>
                  <a:srgbClr val="000000"/>
                </a:solidFill>
                <a:latin typeface="Arial"/>
                <a:cs typeface="Arial"/>
              </a:rPr>
              <a:t> </a:t>
            </a:r>
            <a:r>
              <a:rPr b="1">
                <a:solidFill>
                  <a:srgbClr val="000000"/>
                </a:solidFill>
                <a:latin typeface="Arial"/>
                <a:cs typeface="Arial"/>
              </a:rPr>
              <a:t>of</a:t>
            </a:r>
            <a:r>
              <a:rPr b="1" spc="-65">
                <a:solidFill>
                  <a:srgbClr val="000000"/>
                </a:solidFill>
                <a:latin typeface="Arial"/>
                <a:cs typeface="Arial"/>
              </a:rPr>
              <a:t> </a:t>
            </a:r>
            <a:r>
              <a:rPr b="1">
                <a:solidFill>
                  <a:srgbClr val="000000"/>
                </a:solidFill>
                <a:latin typeface="Arial"/>
                <a:cs typeface="Arial"/>
              </a:rPr>
              <a:t>Computer</a:t>
            </a:r>
            <a:r>
              <a:rPr b="1" spc="-40">
                <a:solidFill>
                  <a:srgbClr val="000000"/>
                </a:solidFill>
                <a:latin typeface="Arial"/>
                <a:cs typeface="Arial"/>
              </a:rPr>
              <a:t> </a:t>
            </a:r>
            <a:r>
              <a:rPr b="1">
                <a:solidFill>
                  <a:srgbClr val="000000"/>
                </a:solidFill>
                <a:latin typeface="Arial"/>
                <a:cs typeface="Arial"/>
              </a:rPr>
              <a:t>Science</a:t>
            </a:r>
            <a:r>
              <a:rPr b="1" spc="-60">
                <a:solidFill>
                  <a:srgbClr val="000000"/>
                </a:solidFill>
                <a:latin typeface="Arial"/>
                <a:cs typeface="Arial"/>
              </a:rPr>
              <a:t> </a:t>
            </a:r>
            <a:r>
              <a:rPr b="1" spc="-25">
                <a:solidFill>
                  <a:srgbClr val="000000"/>
                </a:solidFill>
                <a:latin typeface="Arial"/>
                <a:cs typeface="Arial"/>
              </a:rPr>
              <a:t>and</a:t>
            </a:r>
            <a:endParaRPr>
              <a:latin typeface="Arial"/>
              <a:cs typeface="Arial"/>
            </a:endParaRPr>
          </a:p>
          <a:p>
            <a:pPr algn="ctr">
              <a:lnSpc>
                <a:spcPct val="100000"/>
              </a:lnSpc>
              <a:spcBef>
                <a:spcPts val="20"/>
              </a:spcBef>
            </a:pPr>
            <a:r>
              <a:rPr sz="2400" b="1">
                <a:solidFill>
                  <a:srgbClr val="000000"/>
                </a:solidFill>
                <a:latin typeface="Arial"/>
                <a:cs typeface="Arial"/>
              </a:rPr>
              <a:t>Engineering</a:t>
            </a:r>
            <a:r>
              <a:rPr sz="2400" b="1" spc="-90">
                <a:solidFill>
                  <a:srgbClr val="000000"/>
                </a:solidFill>
                <a:latin typeface="Arial"/>
                <a:cs typeface="Arial"/>
              </a:rPr>
              <a:t> </a:t>
            </a:r>
            <a:r>
              <a:rPr sz="2400" b="1" spc="-10">
                <a:solidFill>
                  <a:srgbClr val="000000"/>
                </a:solidFill>
                <a:latin typeface="Arial"/>
                <a:cs typeface="Arial"/>
              </a:rPr>
              <a:t>(CSE)</a:t>
            </a:r>
            <a:endParaRPr sz="2400">
              <a:latin typeface="Arial"/>
              <a:cs typeface="Arial"/>
            </a:endParaRPr>
          </a:p>
        </p:txBody>
      </p:sp>
      <p:sp>
        <p:nvSpPr>
          <p:cNvPr id="7" name="object 7"/>
          <p:cNvSpPr txBox="1"/>
          <p:nvPr/>
        </p:nvSpPr>
        <p:spPr>
          <a:xfrm>
            <a:off x="347076" y="758471"/>
            <a:ext cx="9429115" cy="3424014"/>
          </a:xfrm>
          <a:prstGeom prst="rect">
            <a:avLst/>
          </a:prstGeom>
        </p:spPr>
        <p:txBody>
          <a:bodyPr vert="horz" wrap="square" lIns="0" tIns="12700" rIns="0" bIns="0" rtlCol="0" anchor="t">
            <a:spAutoFit/>
          </a:bodyPr>
          <a:lstStyle/>
          <a:p>
            <a:pPr marL="12065" marR="5080" algn="ctr">
              <a:lnSpc>
                <a:spcPct val="100000"/>
              </a:lnSpc>
              <a:spcBef>
                <a:spcPts val="100"/>
              </a:spcBef>
            </a:pPr>
            <a:r>
              <a:rPr sz="3600" b="1">
                <a:latin typeface="Arial"/>
                <a:cs typeface="Arial"/>
              </a:rPr>
              <a:t>COMP9900</a:t>
            </a:r>
            <a:r>
              <a:rPr sz="3600" b="1" spc="-80">
                <a:latin typeface="Arial"/>
                <a:cs typeface="Arial"/>
              </a:rPr>
              <a:t> </a:t>
            </a:r>
            <a:r>
              <a:rPr sz="3600" b="1">
                <a:latin typeface="Arial"/>
                <a:cs typeface="Arial"/>
              </a:rPr>
              <a:t>Information</a:t>
            </a:r>
            <a:r>
              <a:rPr sz="3600" b="1" spc="-60">
                <a:latin typeface="Arial"/>
                <a:cs typeface="Arial"/>
              </a:rPr>
              <a:t> </a:t>
            </a:r>
            <a:r>
              <a:rPr sz="3600" b="1">
                <a:latin typeface="Arial"/>
                <a:cs typeface="Arial"/>
              </a:rPr>
              <a:t>Technology</a:t>
            </a:r>
            <a:r>
              <a:rPr sz="3600" b="1" spc="-60">
                <a:latin typeface="Arial"/>
                <a:cs typeface="Arial"/>
              </a:rPr>
              <a:t> </a:t>
            </a:r>
            <a:r>
              <a:rPr sz="3600" b="1" spc="-10">
                <a:latin typeface="Arial"/>
                <a:cs typeface="Arial"/>
              </a:rPr>
              <a:t>Project </a:t>
            </a:r>
            <a:r>
              <a:rPr sz="3600" b="1">
                <a:latin typeface="Arial"/>
                <a:cs typeface="Arial"/>
              </a:rPr>
              <a:t>COMP3900</a:t>
            </a:r>
            <a:r>
              <a:rPr sz="3600" b="1" spc="-20">
                <a:latin typeface="Arial"/>
                <a:cs typeface="Arial"/>
              </a:rPr>
              <a:t> </a:t>
            </a:r>
            <a:r>
              <a:rPr sz="3600" b="1">
                <a:latin typeface="Arial"/>
                <a:cs typeface="Arial"/>
              </a:rPr>
              <a:t>Computer</a:t>
            </a:r>
            <a:r>
              <a:rPr sz="3600" b="1" spc="-20">
                <a:latin typeface="Arial"/>
                <a:cs typeface="Arial"/>
              </a:rPr>
              <a:t> </a:t>
            </a:r>
            <a:r>
              <a:rPr sz="3600" b="1">
                <a:latin typeface="Arial"/>
                <a:cs typeface="Arial"/>
              </a:rPr>
              <a:t>Science</a:t>
            </a:r>
            <a:r>
              <a:rPr sz="3600" b="1" spc="-15">
                <a:latin typeface="Arial"/>
                <a:cs typeface="Arial"/>
              </a:rPr>
              <a:t> </a:t>
            </a:r>
            <a:r>
              <a:rPr sz="3600" b="1" spc="-10">
                <a:latin typeface="Arial"/>
                <a:cs typeface="Arial"/>
              </a:rPr>
              <a:t>Project</a:t>
            </a:r>
            <a:endParaRPr sz="3600">
              <a:latin typeface="Arial"/>
              <a:cs typeface="Arial"/>
            </a:endParaRPr>
          </a:p>
          <a:p>
            <a:pPr>
              <a:lnSpc>
                <a:spcPct val="100000"/>
              </a:lnSpc>
              <a:spcBef>
                <a:spcPts val="180"/>
              </a:spcBef>
            </a:pPr>
            <a:endParaRPr sz="3600">
              <a:latin typeface="Arial"/>
              <a:cs typeface="Arial"/>
            </a:endParaRPr>
          </a:p>
          <a:p>
            <a:pPr algn="ctr"/>
            <a:endParaRPr lang="en-US" sz="2800" b="1">
              <a:latin typeface="Arial"/>
              <a:cs typeface="Arial"/>
            </a:endParaRPr>
          </a:p>
          <a:p>
            <a:pPr algn="ctr"/>
            <a:endParaRPr lang="en-US" sz="2800" b="1">
              <a:latin typeface="Arial"/>
              <a:cs typeface="Arial"/>
            </a:endParaRPr>
          </a:p>
          <a:p>
            <a:pPr algn="ctr"/>
            <a:endParaRPr lang="en-US" sz="2800" b="1">
              <a:latin typeface="Arial"/>
              <a:cs typeface="Arial"/>
            </a:endParaRPr>
          </a:p>
          <a:p>
            <a:pPr algn="ctr">
              <a:lnSpc>
                <a:spcPct val="100000"/>
              </a:lnSpc>
            </a:pPr>
            <a:endParaRPr sz="2800">
              <a:latin typeface="Arial"/>
              <a:cs typeface="Arial"/>
            </a:endParaRPr>
          </a:p>
        </p:txBody>
      </p:sp>
      <p:sp>
        <p:nvSpPr>
          <p:cNvPr id="8" name="TextBox 7">
            <a:extLst>
              <a:ext uri="{FF2B5EF4-FFF2-40B4-BE49-F238E27FC236}">
                <a16:creationId xmlns:a16="http://schemas.microsoft.com/office/drawing/2014/main" id="{5F70F5A0-7C3D-4E37-B3B2-2FEC46552D8E}"/>
              </a:ext>
            </a:extLst>
          </p:cNvPr>
          <p:cNvSpPr txBox="1"/>
          <p:nvPr/>
        </p:nvSpPr>
        <p:spPr>
          <a:xfrm>
            <a:off x="431904" y="4176712"/>
            <a:ext cx="925142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latin typeface="Arial"/>
              </a:rPr>
              <a:t>Dr. Basem Suleiman</a:t>
            </a:r>
            <a:endParaRPr lang="en-AU" sz="2400" b="1">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373611" y="0"/>
            <a:ext cx="818515" cy="6858000"/>
            <a:chOff x="11373611" y="0"/>
            <a:chExt cx="818515" cy="6858000"/>
          </a:xfrm>
        </p:grpSpPr>
        <p:sp>
          <p:nvSpPr>
            <p:cNvPr id="3" name="object 3"/>
            <p:cNvSpPr/>
            <p:nvPr/>
          </p:nvSpPr>
          <p:spPr>
            <a:xfrm>
              <a:off x="11373611" y="0"/>
              <a:ext cx="818515" cy="6858000"/>
            </a:xfrm>
            <a:custGeom>
              <a:avLst/>
              <a:gdLst/>
              <a:ahLst/>
              <a:cxnLst/>
              <a:rect l="l" t="t" r="r" b="b"/>
              <a:pathLst>
                <a:path w="818515" h="6858000">
                  <a:moveTo>
                    <a:pt x="818388" y="0"/>
                  </a:moveTo>
                  <a:lnTo>
                    <a:pt x="0" y="0"/>
                  </a:lnTo>
                  <a:lnTo>
                    <a:pt x="0" y="6857999"/>
                  </a:lnTo>
                  <a:lnTo>
                    <a:pt x="818388" y="6857999"/>
                  </a:lnTo>
                  <a:lnTo>
                    <a:pt x="818388" y="0"/>
                  </a:lnTo>
                  <a:close/>
                </a:path>
              </a:pathLst>
            </a:custGeom>
            <a:solidFill>
              <a:srgbClr val="FFDC00"/>
            </a:solidFill>
          </p:spPr>
          <p:txBody>
            <a:bodyPr wrap="square" lIns="0" tIns="0" rIns="0" bIns="0" rtlCol="0"/>
            <a:lstStyle/>
            <a:p>
              <a:endParaRPr/>
            </a:p>
          </p:txBody>
        </p:sp>
        <p:pic>
          <p:nvPicPr>
            <p:cNvPr id="4" name="object 4"/>
            <p:cNvPicPr/>
            <p:nvPr/>
          </p:nvPicPr>
          <p:blipFill>
            <a:blip r:embed="rId2" cstate="print"/>
            <a:stretch>
              <a:fillRect/>
            </a:stretch>
          </p:blipFill>
          <p:spPr>
            <a:xfrm>
              <a:off x="11507723" y="6140194"/>
              <a:ext cx="598931" cy="701040"/>
            </a:xfrm>
            <a:prstGeom prst="rect">
              <a:avLst/>
            </a:prstGeom>
          </p:spPr>
        </p:pic>
      </p:grpSp>
      <p:sp>
        <p:nvSpPr>
          <p:cNvPr id="5" name="object 5"/>
          <p:cNvSpPr txBox="1">
            <a:spLocks noGrp="1"/>
          </p:cNvSpPr>
          <p:nvPr>
            <p:ph type="title"/>
          </p:nvPr>
        </p:nvSpPr>
        <p:spPr>
          <a:xfrm>
            <a:off x="697179" y="322833"/>
            <a:ext cx="1951355" cy="696595"/>
          </a:xfrm>
          <a:prstGeom prst="rect">
            <a:avLst/>
          </a:prstGeom>
        </p:spPr>
        <p:txBody>
          <a:bodyPr vert="horz" wrap="square" lIns="0" tIns="12700" rIns="0" bIns="0" rtlCol="0">
            <a:spAutoFit/>
          </a:bodyPr>
          <a:lstStyle/>
          <a:p>
            <a:pPr marL="12700">
              <a:lnSpc>
                <a:spcPct val="100000"/>
              </a:lnSpc>
              <a:spcBef>
                <a:spcPts val="100"/>
              </a:spcBef>
            </a:pPr>
            <a:r>
              <a:rPr sz="4400" b="1" spc="-10">
                <a:solidFill>
                  <a:srgbClr val="000000"/>
                </a:solidFill>
                <a:latin typeface="Arial"/>
                <a:cs typeface="Arial"/>
              </a:rPr>
              <a:t>Outline</a:t>
            </a:r>
            <a:endParaRPr sz="44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a:t>
            </a:fld>
            <a:endParaRPr spc="-25"/>
          </a:p>
        </p:txBody>
      </p:sp>
      <p:sp>
        <p:nvSpPr>
          <p:cNvPr id="6" name="object 6"/>
          <p:cNvSpPr txBox="1"/>
          <p:nvPr/>
        </p:nvSpPr>
        <p:spPr>
          <a:xfrm>
            <a:off x="697179" y="1394429"/>
            <a:ext cx="6144895" cy="4076116"/>
          </a:xfrm>
          <a:prstGeom prst="rect">
            <a:avLst/>
          </a:prstGeom>
        </p:spPr>
        <p:txBody>
          <a:bodyPr vert="horz" wrap="square" lIns="0" tIns="89535" rIns="0" bIns="0" rtlCol="0" anchor="t">
            <a:spAutoFit/>
          </a:bodyPr>
          <a:lstStyle/>
          <a:p>
            <a:pPr marL="299085" indent="-286385">
              <a:lnSpc>
                <a:spcPct val="100000"/>
              </a:lnSpc>
              <a:spcBef>
                <a:spcPts val="705"/>
              </a:spcBef>
              <a:buChar char="•"/>
              <a:tabLst>
                <a:tab pos="299085" algn="l"/>
              </a:tabLst>
            </a:pPr>
            <a:r>
              <a:rPr sz="2800">
                <a:latin typeface="Arial"/>
                <a:cs typeface="Arial"/>
              </a:rPr>
              <a:t>Course</a:t>
            </a:r>
            <a:r>
              <a:rPr sz="2800" spc="-75">
                <a:latin typeface="Arial"/>
                <a:cs typeface="Arial"/>
              </a:rPr>
              <a:t> </a:t>
            </a:r>
            <a:r>
              <a:rPr sz="2800" spc="-10">
                <a:latin typeface="Arial"/>
                <a:cs typeface="Arial"/>
              </a:rPr>
              <a:t>Introduction</a:t>
            </a:r>
            <a:endParaRPr sz="2800">
              <a:latin typeface="Arial"/>
              <a:cs typeface="Arial"/>
            </a:endParaRPr>
          </a:p>
          <a:p>
            <a:pPr marL="299085" indent="-286385">
              <a:lnSpc>
                <a:spcPct val="100000"/>
              </a:lnSpc>
              <a:spcBef>
                <a:spcPts val="600"/>
              </a:spcBef>
              <a:buChar char="•"/>
              <a:tabLst>
                <a:tab pos="299085" algn="l"/>
              </a:tabLst>
            </a:pPr>
            <a:r>
              <a:rPr sz="2800" spc="-10">
                <a:latin typeface="Arial"/>
                <a:cs typeface="Arial"/>
              </a:rPr>
              <a:t>Assessment</a:t>
            </a:r>
            <a:r>
              <a:rPr sz="2800" spc="-145">
                <a:latin typeface="Arial"/>
                <a:cs typeface="Arial"/>
              </a:rPr>
              <a:t> </a:t>
            </a:r>
            <a:r>
              <a:rPr sz="2800" spc="-55">
                <a:latin typeface="Arial"/>
                <a:cs typeface="Arial"/>
              </a:rPr>
              <a:t>Tasks</a:t>
            </a:r>
            <a:r>
              <a:rPr sz="2800" spc="-80">
                <a:latin typeface="Arial"/>
                <a:cs typeface="Arial"/>
              </a:rPr>
              <a:t> </a:t>
            </a:r>
            <a:r>
              <a:rPr sz="2800" spc="-10">
                <a:latin typeface="Arial"/>
                <a:cs typeface="Arial"/>
              </a:rPr>
              <a:t>Overview</a:t>
            </a:r>
            <a:endParaRPr sz="2800">
              <a:latin typeface="Arial"/>
              <a:cs typeface="Arial"/>
            </a:endParaRPr>
          </a:p>
          <a:p>
            <a:pPr marL="299085" indent="-286385">
              <a:spcBef>
                <a:spcPts val="605"/>
              </a:spcBef>
              <a:buChar char="•"/>
              <a:tabLst>
                <a:tab pos="299085" algn="l"/>
              </a:tabLst>
            </a:pPr>
            <a:r>
              <a:rPr lang="en-US" sz="2800">
                <a:latin typeface="Arial"/>
                <a:cs typeface="Arial"/>
              </a:rPr>
              <a:t>Project Clients Coordination</a:t>
            </a:r>
          </a:p>
          <a:p>
            <a:pPr marL="299085" indent="-286385">
              <a:lnSpc>
                <a:spcPct val="100000"/>
              </a:lnSpc>
              <a:spcBef>
                <a:spcPts val="600"/>
              </a:spcBef>
              <a:buChar char="•"/>
              <a:tabLst>
                <a:tab pos="299085" algn="l"/>
              </a:tabLst>
            </a:pPr>
            <a:r>
              <a:rPr sz="2800">
                <a:latin typeface="Arial"/>
                <a:cs typeface="Arial"/>
              </a:rPr>
              <a:t>User</a:t>
            </a:r>
            <a:r>
              <a:rPr sz="2800" spc="-130">
                <a:latin typeface="Arial"/>
                <a:cs typeface="Arial"/>
              </a:rPr>
              <a:t> </a:t>
            </a:r>
            <a:r>
              <a:rPr sz="2800">
                <a:latin typeface="Arial"/>
                <a:cs typeface="Arial"/>
              </a:rPr>
              <a:t>Stories</a:t>
            </a:r>
            <a:r>
              <a:rPr sz="2800" spc="-80">
                <a:latin typeface="Arial"/>
                <a:cs typeface="Arial"/>
              </a:rPr>
              <a:t> </a:t>
            </a:r>
            <a:r>
              <a:rPr sz="2800" spc="-10">
                <a:latin typeface="Arial"/>
                <a:cs typeface="Arial"/>
              </a:rPr>
              <a:t>and</a:t>
            </a:r>
            <a:r>
              <a:rPr sz="2800" spc="-180">
                <a:latin typeface="Arial"/>
                <a:cs typeface="Arial"/>
              </a:rPr>
              <a:t> </a:t>
            </a:r>
            <a:r>
              <a:rPr sz="2800">
                <a:latin typeface="Arial"/>
                <a:cs typeface="Arial"/>
              </a:rPr>
              <a:t>Acceptance</a:t>
            </a:r>
            <a:r>
              <a:rPr sz="2800" spc="-90">
                <a:latin typeface="Arial"/>
                <a:cs typeface="Arial"/>
              </a:rPr>
              <a:t> </a:t>
            </a:r>
            <a:r>
              <a:rPr sz="2800" spc="-10">
                <a:latin typeface="Arial"/>
                <a:cs typeface="Arial"/>
              </a:rPr>
              <a:t>Criteria</a:t>
            </a:r>
            <a:endParaRPr sz="2800">
              <a:latin typeface="Arial"/>
              <a:cs typeface="Arial"/>
            </a:endParaRPr>
          </a:p>
          <a:p>
            <a:pPr marL="299085" indent="-286385">
              <a:lnSpc>
                <a:spcPct val="100000"/>
              </a:lnSpc>
              <a:spcBef>
                <a:spcPts val="600"/>
              </a:spcBef>
              <a:buChar char="•"/>
              <a:tabLst>
                <a:tab pos="299085" algn="l"/>
              </a:tabLst>
            </a:pPr>
            <a:r>
              <a:rPr sz="2800">
                <a:latin typeface="Arial"/>
                <a:cs typeface="Arial"/>
              </a:rPr>
              <a:t>Jira</a:t>
            </a:r>
            <a:r>
              <a:rPr sz="2800" spc="-50">
                <a:latin typeface="Arial"/>
                <a:cs typeface="Arial"/>
              </a:rPr>
              <a:t> </a:t>
            </a:r>
            <a:r>
              <a:rPr sz="2800" spc="-10">
                <a:latin typeface="Arial"/>
                <a:cs typeface="Arial"/>
              </a:rPr>
              <a:t>Software</a:t>
            </a:r>
            <a:endParaRPr sz="2800">
              <a:latin typeface="Arial"/>
              <a:cs typeface="Arial"/>
            </a:endParaRPr>
          </a:p>
          <a:p>
            <a:pPr marL="299085" indent="-286385">
              <a:lnSpc>
                <a:spcPct val="100000"/>
              </a:lnSpc>
              <a:spcBef>
                <a:spcPts val="600"/>
              </a:spcBef>
              <a:buChar char="•"/>
              <a:tabLst>
                <a:tab pos="299085" algn="l"/>
              </a:tabLst>
            </a:pPr>
            <a:r>
              <a:rPr sz="2800">
                <a:latin typeface="Arial"/>
                <a:cs typeface="Arial"/>
              </a:rPr>
              <a:t>Working</a:t>
            </a:r>
            <a:r>
              <a:rPr sz="2800" spc="-75">
                <a:latin typeface="Arial"/>
                <a:cs typeface="Arial"/>
              </a:rPr>
              <a:t> </a:t>
            </a:r>
            <a:r>
              <a:rPr sz="2800">
                <a:latin typeface="Arial"/>
                <a:cs typeface="Arial"/>
              </a:rPr>
              <a:t>in</a:t>
            </a:r>
            <a:r>
              <a:rPr sz="2800" spc="-75">
                <a:latin typeface="Arial"/>
                <a:cs typeface="Arial"/>
              </a:rPr>
              <a:t> </a:t>
            </a:r>
            <a:r>
              <a:rPr sz="2800" spc="-10">
                <a:latin typeface="Arial"/>
                <a:cs typeface="Arial"/>
              </a:rPr>
              <a:t>Group</a:t>
            </a:r>
            <a:endParaRPr sz="2800">
              <a:latin typeface="Arial"/>
              <a:cs typeface="Arial"/>
            </a:endParaRPr>
          </a:p>
          <a:p>
            <a:pPr marL="299085" indent="-286385">
              <a:lnSpc>
                <a:spcPct val="100000"/>
              </a:lnSpc>
              <a:spcBef>
                <a:spcPts val="605"/>
              </a:spcBef>
              <a:buChar char="•"/>
              <a:tabLst>
                <a:tab pos="299085" algn="l"/>
              </a:tabLst>
            </a:pPr>
            <a:r>
              <a:rPr sz="2800">
                <a:latin typeface="Arial"/>
                <a:cs typeface="Arial"/>
              </a:rPr>
              <a:t>Week</a:t>
            </a:r>
            <a:r>
              <a:rPr sz="2800" spc="-60">
                <a:latin typeface="Arial"/>
                <a:cs typeface="Arial"/>
              </a:rPr>
              <a:t> </a:t>
            </a:r>
            <a:r>
              <a:rPr sz="2800">
                <a:latin typeface="Arial"/>
                <a:cs typeface="Arial"/>
              </a:rPr>
              <a:t>1</a:t>
            </a:r>
            <a:r>
              <a:rPr sz="2800" spc="-60">
                <a:latin typeface="Arial"/>
                <a:cs typeface="Arial"/>
              </a:rPr>
              <a:t> </a:t>
            </a:r>
            <a:r>
              <a:rPr sz="2800">
                <a:latin typeface="Arial"/>
                <a:cs typeface="Arial"/>
              </a:rPr>
              <a:t>Lab</a:t>
            </a:r>
            <a:r>
              <a:rPr sz="2800" spc="-90">
                <a:latin typeface="Arial"/>
                <a:cs typeface="Arial"/>
              </a:rPr>
              <a:t> </a:t>
            </a:r>
            <a:r>
              <a:rPr sz="2800" spc="-20">
                <a:latin typeface="Arial"/>
                <a:cs typeface="Arial"/>
              </a:rPr>
              <a:t>Tasks</a:t>
            </a:r>
            <a:endParaRPr sz="2800">
              <a:latin typeface="Arial"/>
              <a:cs typeface="Arial"/>
            </a:endParaRPr>
          </a:p>
          <a:p>
            <a:pPr marL="299085" indent="-286385">
              <a:lnSpc>
                <a:spcPct val="100000"/>
              </a:lnSpc>
              <a:spcBef>
                <a:spcPts val="600"/>
              </a:spcBef>
              <a:buChar char="•"/>
              <a:tabLst>
                <a:tab pos="299085" algn="l"/>
              </a:tabLst>
            </a:pPr>
            <a:r>
              <a:rPr sz="2800">
                <a:latin typeface="Arial"/>
                <a:cs typeface="Arial"/>
              </a:rPr>
              <a:t>Q</a:t>
            </a:r>
            <a:r>
              <a:rPr sz="2800" spc="-5">
                <a:latin typeface="Arial"/>
                <a:cs typeface="Arial"/>
              </a:rPr>
              <a:t> </a:t>
            </a:r>
            <a:r>
              <a:rPr sz="2800">
                <a:latin typeface="Arial"/>
                <a:cs typeface="Arial"/>
              </a:rPr>
              <a:t>&amp;</a:t>
            </a:r>
            <a:r>
              <a:rPr sz="2800" spc="-160">
                <a:latin typeface="Arial"/>
                <a:cs typeface="Arial"/>
              </a:rPr>
              <a:t> </a:t>
            </a:r>
            <a:r>
              <a:rPr sz="2800" spc="-50">
                <a:latin typeface="Arial"/>
                <a:cs typeface="Arial"/>
              </a:rPr>
              <a:t>A</a:t>
            </a:r>
            <a:endParaRPr sz="28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373611" y="0"/>
            <a:ext cx="818515" cy="6858000"/>
            <a:chOff x="11373611" y="0"/>
            <a:chExt cx="818515" cy="6858000"/>
          </a:xfrm>
        </p:grpSpPr>
        <p:sp>
          <p:nvSpPr>
            <p:cNvPr id="3" name="object 3"/>
            <p:cNvSpPr/>
            <p:nvPr/>
          </p:nvSpPr>
          <p:spPr>
            <a:xfrm>
              <a:off x="11373611" y="0"/>
              <a:ext cx="818515" cy="6858000"/>
            </a:xfrm>
            <a:custGeom>
              <a:avLst/>
              <a:gdLst/>
              <a:ahLst/>
              <a:cxnLst/>
              <a:rect l="l" t="t" r="r" b="b"/>
              <a:pathLst>
                <a:path w="818515" h="6858000">
                  <a:moveTo>
                    <a:pt x="818388" y="0"/>
                  </a:moveTo>
                  <a:lnTo>
                    <a:pt x="0" y="0"/>
                  </a:lnTo>
                  <a:lnTo>
                    <a:pt x="0" y="6857999"/>
                  </a:lnTo>
                  <a:lnTo>
                    <a:pt x="818388" y="6857999"/>
                  </a:lnTo>
                  <a:lnTo>
                    <a:pt x="818388" y="0"/>
                  </a:lnTo>
                  <a:close/>
                </a:path>
              </a:pathLst>
            </a:custGeom>
            <a:solidFill>
              <a:srgbClr val="FFDC00"/>
            </a:solidFill>
          </p:spPr>
          <p:txBody>
            <a:bodyPr wrap="square" lIns="0" tIns="0" rIns="0" bIns="0" rtlCol="0"/>
            <a:lstStyle/>
            <a:p>
              <a:endParaRPr/>
            </a:p>
          </p:txBody>
        </p:sp>
        <p:pic>
          <p:nvPicPr>
            <p:cNvPr id="4" name="object 4"/>
            <p:cNvPicPr/>
            <p:nvPr/>
          </p:nvPicPr>
          <p:blipFill>
            <a:blip r:embed="rId2" cstate="print"/>
            <a:stretch>
              <a:fillRect/>
            </a:stretch>
          </p:blipFill>
          <p:spPr>
            <a:xfrm>
              <a:off x="11507723" y="6140194"/>
              <a:ext cx="598931" cy="701040"/>
            </a:xfrm>
            <a:prstGeom prst="rect">
              <a:avLst/>
            </a:prstGeom>
          </p:spPr>
        </p:pic>
      </p:grpSp>
      <p:sp>
        <p:nvSpPr>
          <p:cNvPr id="5" name="object 5"/>
          <p:cNvSpPr txBox="1">
            <a:spLocks noGrp="1"/>
          </p:cNvSpPr>
          <p:nvPr>
            <p:ph type="title"/>
          </p:nvPr>
        </p:nvSpPr>
        <p:spPr>
          <a:xfrm>
            <a:off x="688340" y="2666822"/>
            <a:ext cx="5372100" cy="697230"/>
          </a:xfrm>
          <a:prstGeom prst="rect">
            <a:avLst/>
          </a:prstGeom>
        </p:spPr>
        <p:txBody>
          <a:bodyPr vert="horz" wrap="square" lIns="0" tIns="13335" rIns="0" bIns="0" rtlCol="0">
            <a:spAutoFit/>
          </a:bodyPr>
          <a:lstStyle/>
          <a:p>
            <a:pPr marL="12700">
              <a:lnSpc>
                <a:spcPct val="100000"/>
              </a:lnSpc>
              <a:spcBef>
                <a:spcPts val="105"/>
              </a:spcBef>
            </a:pPr>
            <a:r>
              <a:rPr sz="4400" b="1">
                <a:solidFill>
                  <a:srgbClr val="000000"/>
                </a:solidFill>
                <a:latin typeface="Arial"/>
                <a:cs typeface="Arial"/>
              </a:rPr>
              <a:t>Course</a:t>
            </a:r>
            <a:r>
              <a:rPr sz="4400" b="1" spc="-35">
                <a:solidFill>
                  <a:srgbClr val="000000"/>
                </a:solidFill>
                <a:latin typeface="Arial"/>
                <a:cs typeface="Arial"/>
              </a:rPr>
              <a:t> </a:t>
            </a:r>
            <a:r>
              <a:rPr sz="4400" b="1" spc="-10">
                <a:solidFill>
                  <a:srgbClr val="000000"/>
                </a:solidFill>
                <a:latin typeface="Arial"/>
                <a:cs typeface="Arial"/>
              </a:rPr>
              <a:t>Introduction</a:t>
            </a:r>
            <a:endParaRPr sz="4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a:t>
            </a:fld>
            <a:endParaRPr spc="-2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nchor="t">
            <a:spAutoFit/>
          </a:bodyPr>
          <a:lstStyle/>
          <a:p>
            <a:pPr marL="164465" algn="ctr">
              <a:lnSpc>
                <a:spcPct val="100000"/>
              </a:lnSpc>
              <a:spcBef>
                <a:spcPts val="100"/>
              </a:spcBef>
            </a:pPr>
            <a:r>
              <a:rPr sz="4400" b="1">
                <a:solidFill>
                  <a:srgbClr val="000000"/>
                </a:solidFill>
                <a:latin typeface="Arial"/>
                <a:cs typeface="Arial"/>
              </a:rPr>
              <a:t>Course</a:t>
            </a:r>
            <a:r>
              <a:rPr sz="4400" b="1" spc="-25">
                <a:solidFill>
                  <a:srgbClr val="000000"/>
                </a:solidFill>
                <a:latin typeface="Arial"/>
                <a:cs typeface="Arial"/>
              </a:rPr>
              <a:t> </a:t>
            </a:r>
            <a:r>
              <a:rPr sz="4400" b="1" spc="-10">
                <a:solidFill>
                  <a:srgbClr val="000000"/>
                </a:solidFill>
                <a:latin typeface="Arial"/>
                <a:cs typeface="Arial"/>
              </a:rPr>
              <a:t>Introduction</a:t>
            </a:r>
            <a:endParaRPr lang="en-US"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a:t>
            </a:fld>
            <a:endParaRPr spc="-25"/>
          </a:p>
        </p:txBody>
      </p:sp>
      <p:sp>
        <p:nvSpPr>
          <p:cNvPr id="3" name="object 3"/>
          <p:cNvSpPr txBox="1"/>
          <p:nvPr/>
        </p:nvSpPr>
        <p:spPr>
          <a:xfrm>
            <a:off x="285774" y="748666"/>
            <a:ext cx="11814582" cy="5300810"/>
          </a:xfrm>
          <a:prstGeom prst="rect">
            <a:avLst/>
          </a:prstGeom>
        </p:spPr>
        <p:txBody>
          <a:bodyPr vert="horz" wrap="square" lIns="0" tIns="12065" rIns="0" bIns="0" rtlCol="0" anchor="t">
            <a:spAutoFit/>
          </a:bodyPr>
          <a:lstStyle/>
          <a:p>
            <a:pPr marL="469265" marR="5080" indent="-457200">
              <a:spcBef>
                <a:spcPts val="95"/>
              </a:spcBef>
              <a:buFont typeface="Arial"/>
              <a:buChar char="•"/>
              <a:tabLst>
                <a:tab pos="462280" algn="l"/>
              </a:tabLst>
            </a:pPr>
            <a:r>
              <a:rPr sz="2800">
                <a:latin typeface="Arial"/>
                <a:cs typeface="Arial"/>
                <a:hlinkClick r:id="rId2"/>
              </a:rPr>
              <a:t>Moodle</a:t>
            </a:r>
            <a:r>
              <a:rPr sz="2800" spc="-70">
                <a:latin typeface="Arial"/>
                <a:cs typeface="Arial"/>
                <a:hlinkClick r:id="rId2"/>
              </a:rPr>
              <a:t> </a:t>
            </a:r>
            <a:r>
              <a:rPr sz="2800">
                <a:latin typeface="Arial"/>
                <a:cs typeface="Arial"/>
                <a:hlinkClick r:id="rId2"/>
              </a:rPr>
              <a:t>Course</a:t>
            </a:r>
            <a:r>
              <a:rPr sz="2800" spc="-65">
                <a:latin typeface="Arial"/>
                <a:cs typeface="Arial"/>
                <a:hlinkClick r:id="rId2"/>
              </a:rPr>
              <a:t> </a:t>
            </a:r>
            <a:r>
              <a:rPr sz="2800" spc="-10">
                <a:latin typeface="Arial"/>
                <a:cs typeface="Arial"/>
                <a:hlinkClick r:id="rId2"/>
              </a:rPr>
              <a:t>Website</a:t>
            </a:r>
            <a:endParaRPr lang="en-US" sz="2800">
              <a:latin typeface="Arial"/>
              <a:cs typeface="Arial"/>
            </a:endParaRPr>
          </a:p>
          <a:p>
            <a:pPr marL="469265" marR="5080" indent="-457200">
              <a:lnSpc>
                <a:spcPct val="150000"/>
              </a:lnSpc>
              <a:buFont typeface="Arial"/>
              <a:buChar char="•"/>
              <a:tabLst>
                <a:tab pos="462280" algn="l"/>
              </a:tabLst>
            </a:pPr>
            <a:r>
              <a:rPr lang="en-US" sz="2800" b="1" err="1">
                <a:latin typeface="Arial"/>
                <a:cs typeface="Arial"/>
              </a:rPr>
              <a:t>Edstem</a:t>
            </a:r>
            <a:r>
              <a:rPr lang="en-US" sz="2800" b="1">
                <a:latin typeface="Arial"/>
                <a:cs typeface="Arial"/>
              </a:rPr>
              <a:t> forum </a:t>
            </a:r>
            <a:r>
              <a:rPr lang="en-US" sz="2800">
                <a:latin typeface="Arial"/>
                <a:cs typeface="Arial"/>
              </a:rPr>
              <a:t>– Discussion </a:t>
            </a:r>
          </a:p>
          <a:p>
            <a:pPr marL="469265" marR="5080" indent="-457200">
              <a:spcBef>
                <a:spcPts val="95"/>
              </a:spcBef>
              <a:buFont typeface="Arial"/>
              <a:buChar char="•"/>
              <a:tabLst>
                <a:tab pos="462280" algn="l"/>
              </a:tabLst>
            </a:pPr>
            <a:r>
              <a:rPr sz="2800">
                <a:latin typeface="Arial"/>
                <a:cs typeface="Arial"/>
              </a:rPr>
              <a:t>Lectures:</a:t>
            </a:r>
            <a:r>
              <a:rPr sz="2800" spc="-85">
                <a:latin typeface="Arial"/>
                <a:cs typeface="Arial"/>
              </a:rPr>
              <a:t> </a:t>
            </a:r>
            <a:r>
              <a:rPr lang="en-US" sz="2800" b="1" spc="-25">
                <a:latin typeface="Arial"/>
                <a:cs typeface="Arial"/>
              </a:rPr>
              <a:t>Monday </a:t>
            </a:r>
            <a:r>
              <a:rPr lang="en-US" sz="2800" b="1">
                <a:latin typeface="Arial"/>
                <a:cs typeface="Arial"/>
              </a:rPr>
              <a:t>18:00</a:t>
            </a:r>
            <a:r>
              <a:rPr sz="2800" b="1" spc="-45">
                <a:latin typeface="Arial"/>
                <a:cs typeface="Arial"/>
              </a:rPr>
              <a:t> </a:t>
            </a:r>
            <a:r>
              <a:rPr sz="2800" b="1">
                <a:latin typeface="Arial"/>
                <a:cs typeface="Arial"/>
              </a:rPr>
              <a:t>-</a:t>
            </a:r>
            <a:r>
              <a:rPr sz="2800" b="1" spc="-70">
                <a:latin typeface="Arial"/>
                <a:cs typeface="Arial"/>
              </a:rPr>
              <a:t> </a:t>
            </a:r>
            <a:r>
              <a:rPr lang="en-US" sz="2800" b="1" spc="-10">
                <a:latin typeface="Arial"/>
                <a:cs typeface="Arial"/>
              </a:rPr>
              <a:t>20:00</a:t>
            </a:r>
            <a:br>
              <a:rPr lang="en-US" sz="2800" b="1" spc="-10">
                <a:latin typeface="Arial"/>
                <a:cs typeface="Arial"/>
              </a:rPr>
            </a:br>
            <a:r>
              <a:rPr lang="en-US" sz="2800" spc="-10">
                <a:latin typeface="Arial"/>
                <a:cs typeface="Arial"/>
              </a:rPr>
              <a:t>Location</a:t>
            </a:r>
            <a:r>
              <a:rPr sz="2800" spc="-10">
                <a:latin typeface="Arial"/>
                <a:cs typeface="Arial"/>
              </a:rPr>
              <a:t>:</a:t>
            </a:r>
            <a:r>
              <a:rPr sz="2800">
                <a:latin typeface="Arial"/>
                <a:cs typeface="Arial"/>
              </a:rPr>
              <a:t>	</a:t>
            </a:r>
            <a:r>
              <a:rPr lang="en-US" sz="2800" b="1">
                <a:latin typeface="Arial"/>
                <a:cs typeface="Arial"/>
              </a:rPr>
              <a:t>Hybrid on-campus and Online</a:t>
            </a:r>
            <a:br>
              <a:rPr lang="en-US" sz="2800" b="1">
                <a:latin typeface="Arial"/>
                <a:cs typeface="Arial"/>
              </a:rPr>
            </a:br>
            <a:r>
              <a:rPr lang="en-US" sz="2800">
                <a:latin typeface="Arial"/>
                <a:cs typeface="Arial"/>
              </a:rPr>
              <a:t>Weeks</a:t>
            </a:r>
            <a:r>
              <a:rPr sz="2800" spc="-50">
                <a:latin typeface="Arial"/>
                <a:cs typeface="Arial"/>
              </a:rPr>
              <a:t> </a:t>
            </a:r>
            <a:r>
              <a:rPr lang="en-US" sz="2800" spc="-20">
                <a:solidFill>
                  <a:schemeClr val="tx1"/>
                </a:solidFill>
                <a:latin typeface="Arial"/>
                <a:cs typeface="Arial"/>
              </a:rPr>
              <a:t>1-5</a:t>
            </a:r>
            <a:r>
              <a:rPr lang="en-AU" sz="2800">
                <a:solidFill>
                  <a:schemeClr val="tx1"/>
                </a:solidFill>
                <a:latin typeface="Arial"/>
                <a:cs typeface="Arial"/>
              </a:rPr>
              <a:t> (Lectures)</a:t>
            </a:r>
            <a:r>
              <a:rPr sz="2800">
                <a:latin typeface="Arial"/>
                <a:cs typeface="Arial"/>
              </a:rPr>
              <a:t>,</a:t>
            </a:r>
            <a:r>
              <a:rPr sz="2800" spc="-45">
                <a:latin typeface="Arial"/>
                <a:cs typeface="Arial"/>
              </a:rPr>
              <a:t> </a:t>
            </a:r>
            <a:r>
              <a:rPr sz="2800" spc="-20">
                <a:latin typeface="Arial"/>
                <a:cs typeface="Arial"/>
              </a:rPr>
              <a:t>7-</a:t>
            </a:r>
            <a:r>
              <a:rPr sz="2800" spc="-25">
                <a:latin typeface="Arial"/>
                <a:cs typeface="Arial"/>
              </a:rPr>
              <a:t>10</a:t>
            </a:r>
            <a:r>
              <a:rPr lang="en-AU" sz="2800" spc="-25">
                <a:latin typeface="Arial"/>
                <a:cs typeface="Arial"/>
              </a:rPr>
              <a:t> (Consultations)</a:t>
            </a:r>
            <a:endParaRPr sz="2800">
              <a:latin typeface="Arial"/>
              <a:cs typeface="Arial"/>
            </a:endParaRPr>
          </a:p>
          <a:p>
            <a:pPr marL="469265" marR="5080" indent="-457200">
              <a:spcBef>
                <a:spcPts val="95"/>
              </a:spcBef>
              <a:buFont typeface="Arial"/>
              <a:buChar char="•"/>
              <a:tabLst>
                <a:tab pos="299085" algn="l"/>
              </a:tabLst>
            </a:pPr>
            <a:endParaRPr lang="en-AU" sz="1000" spc="-25">
              <a:latin typeface="Arial"/>
              <a:cs typeface="Arial"/>
            </a:endParaRPr>
          </a:p>
          <a:p>
            <a:pPr marL="469900" indent="-457200" algn="l">
              <a:buFont typeface="Arial"/>
              <a:buChar char="•"/>
              <a:tabLst>
                <a:tab pos="299085" algn="l"/>
              </a:tabLst>
            </a:pPr>
            <a:r>
              <a:rPr sz="2800">
                <a:latin typeface="Arial"/>
                <a:cs typeface="Arial"/>
              </a:rPr>
              <a:t>Labs</a:t>
            </a:r>
            <a:r>
              <a:rPr sz="2800" spc="-25">
                <a:latin typeface="Arial"/>
                <a:cs typeface="Arial"/>
              </a:rPr>
              <a:t> </a:t>
            </a:r>
            <a:r>
              <a:rPr sz="2800">
                <a:latin typeface="Arial"/>
                <a:cs typeface="Arial"/>
              </a:rPr>
              <a:t>:</a:t>
            </a:r>
            <a:r>
              <a:rPr sz="2800" spc="-25">
                <a:latin typeface="Arial"/>
                <a:cs typeface="Arial"/>
              </a:rPr>
              <a:t> </a:t>
            </a:r>
            <a:r>
              <a:rPr sz="2800">
                <a:latin typeface="Arial"/>
                <a:cs typeface="Arial"/>
              </a:rPr>
              <a:t>2</a:t>
            </a:r>
            <a:r>
              <a:rPr sz="2800" spc="-35">
                <a:latin typeface="Arial"/>
                <a:cs typeface="Arial"/>
              </a:rPr>
              <a:t> </a:t>
            </a:r>
            <a:r>
              <a:rPr sz="2800">
                <a:latin typeface="Arial"/>
                <a:cs typeface="Arial"/>
              </a:rPr>
              <a:t>hours</a:t>
            </a:r>
            <a:r>
              <a:rPr sz="2800" spc="-25">
                <a:latin typeface="Arial"/>
                <a:cs typeface="Arial"/>
              </a:rPr>
              <a:t> </a:t>
            </a:r>
            <a:r>
              <a:rPr sz="2800">
                <a:latin typeface="Arial"/>
                <a:cs typeface="Arial"/>
              </a:rPr>
              <a:t>per</a:t>
            </a:r>
            <a:r>
              <a:rPr sz="2800" spc="-20">
                <a:latin typeface="Arial"/>
                <a:cs typeface="Arial"/>
              </a:rPr>
              <a:t> week</a:t>
            </a:r>
            <a:br>
              <a:rPr lang="en-US" sz="2800" spc="-20">
                <a:latin typeface="Arial"/>
                <a:cs typeface="Arial"/>
              </a:rPr>
            </a:br>
            <a:r>
              <a:rPr lang="en-US" sz="2800" spc="-20">
                <a:latin typeface="Arial"/>
                <a:cs typeface="Arial"/>
              </a:rPr>
              <a:t>Location: </a:t>
            </a:r>
            <a:r>
              <a:rPr lang="en-US" sz="2800" b="1" spc="-20">
                <a:latin typeface="Arial"/>
                <a:cs typeface="Arial"/>
              </a:rPr>
              <a:t>F2F </a:t>
            </a:r>
            <a:r>
              <a:rPr lang="en-US" sz="2800" spc="-20">
                <a:latin typeface="Arial"/>
                <a:cs typeface="Arial"/>
              </a:rPr>
              <a:t>or </a:t>
            </a:r>
            <a:r>
              <a:rPr lang="en-US" sz="2800" b="1" spc="-20">
                <a:latin typeface="Arial"/>
                <a:cs typeface="Arial"/>
              </a:rPr>
              <a:t>Online (MS Teams) </a:t>
            </a:r>
            <a:r>
              <a:rPr lang="en-US" sz="2800" spc="-20">
                <a:latin typeface="Arial"/>
                <a:cs typeface="Arial"/>
              </a:rPr>
              <a:t>- check timetable / </a:t>
            </a:r>
            <a:r>
              <a:rPr lang="en-US" sz="2800" spc="-20">
                <a:latin typeface="Arial"/>
                <a:cs typeface="Arial"/>
                <a:hlinkClick r:id="rId3"/>
              </a:rPr>
              <a:t>moodle</a:t>
            </a:r>
            <a:br>
              <a:rPr lang="en-US" sz="2800" spc="-20">
                <a:solidFill>
                  <a:srgbClr val="000000"/>
                </a:solidFill>
                <a:latin typeface="Arial"/>
                <a:cs typeface="Arial"/>
              </a:rPr>
            </a:br>
            <a:r>
              <a:rPr lang="en-US" sz="2800" spc="-20">
                <a:latin typeface="Arial"/>
                <a:cs typeface="Arial"/>
              </a:rPr>
              <a:t>Weeks 1-5, 7-10 (Week 6 if Flex Week)</a:t>
            </a:r>
          </a:p>
          <a:p>
            <a:pPr marL="469900" indent="-457200" algn="l">
              <a:buFont typeface="Arial"/>
              <a:buChar char="•"/>
            </a:pPr>
            <a:endParaRPr lang="en-US" sz="1000" spc="-20">
              <a:latin typeface="Arial"/>
              <a:cs typeface="Arial"/>
            </a:endParaRPr>
          </a:p>
          <a:p>
            <a:pPr marL="469900" indent="-457200">
              <a:buFont typeface="Arial"/>
              <a:buChar char="•"/>
            </a:pPr>
            <a:r>
              <a:rPr lang="en-US" sz="2800" spc="-20">
                <a:latin typeface="Arial"/>
                <a:cs typeface="Arial"/>
              </a:rPr>
              <a:t>Workshops: 2 sessions per week (1 hour each) - Wed &amp; Thurs</a:t>
            </a:r>
            <a:br>
              <a:rPr lang="en-US" sz="2800" spc="-20">
                <a:latin typeface="Arial"/>
                <a:cs typeface="Arial"/>
              </a:rPr>
            </a:br>
            <a:r>
              <a:rPr sz="2800">
                <a:latin typeface="Arial"/>
                <a:cs typeface="Arial"/>
              </a:rPr>
              <a:t>Location:</a:t>
            </a:r>
            <a:r>
              <a:rPr sz="2800" spc="-95">
                <a:latin typeface="Arial"/>
                <a:cs typeface="Arial"/>
              </a:rPr>
              <a:t> </a:t>
            </a:r>
            <a:r>
              <a:rPr sz="2800" b="1">
                <a:latin typeface="Arial"/>
                <a:cs typeface="Arial"/>
              </a:rPr>
              <a:t>Online</a:t>
            </a:r>
            <a:r>
              <a:rPr sz="2800" b="1" spc="-85">
                <a:latin typeface="Arial"/>
                <a:cs typeface="Arial"/>
              </a:rPr>
              <a:t> </a:t>
            </a:r>
            <a:r>
              <a:rPr lang="en-US" sz="2800" b="1" spc="-85">
                <a:latin typeface="Arial"/>
                <a:cs typeface="Arial"/>
              </a:rPr>
              <a:t>(MS Teams)</a:t>
            </a:r>
            <a:br>
              <a:rPr lang="en-US" sz="2800" b="1" spc="-85">
                <a:latin typeface="Arial"/>
                <a:cs typeface="Arial"/>
              </a:rPr>
            </a:br>
            <a:r>
              <a:rPr sz="2800">
                <a:latin typeface="Arial"/>
                <a:cs typeface="Arial"/>
              </a:rPr>
              <a:t>Weeks</a:t>
            </a:r>
            <a:r>
              <a:rPr sz="2800" spc="-60">
                <a:latin typeface="Arial"/>
                <a:cs typeface="Arial"/>
              </a:rPr>
              <a:t> </a:t>
            </a:r>
            <a:r>
              <a:rPr lang="en-US" sz="2800" spc="-60">
                <a:latin typeface="Arial"/>
                <a:cs typeface="Arial"/>
              </a:rPr>
              <a:t>2</a:t>
            </a:r>
            <a:r>
              <a:rPr lang="en-US" sz="2800" spc="-10">
                <a:latin typeface="Arial"/>
                <a:cs typeface="Arial"/>
              </a:rPr>
              <a:t>-</a:t>
            </a:r>
            <a:r>
              <a:rPr lang="en-US" sz="2800">
                <a:latin typeface="Arial"/>
                <a:cs typeface="Arial"/>
              </a:rPr>
              <a:t>5</a:t>
            </a:r>
            <a:r>
              <a:rPr sz="2800">
                <a:latin typeface="Arial"/>
                <a:cs typeface="Arial"/>
              </a:rPr>
              <a:t>,</a:t>
            </a:r>
            <a:r>
              <a:rPr sz="2800" spc="-45">
                <a:latin typeface="Arial"/>
                <a:cs typeface="Arial"/>
              </a:rPr>
              <a:t> </a:t>
            </a:r>
            <a:r>
              <a:rPr lang="en-US" sz="2800" spc="-10">
                <a:latin typeface="Arial"/>
                <a:cs typeface="Arial"/>
              </a:rPr>
              <a:t>7-9</a:t>
            </a:r>
            <a:r>
              <a:rPr sz="2800" spc="-45">
                <a:latin typeface="Arial"/>
                <a:cs typeface="Arial"/>
              </a:rPr>
              <a:t> </a:t>
            </a:r>
            <a:r>
              <a:rPr sz="2800">
                <a:latin typeface="Arial"/>
                <a:cs typeface="Arial"/>
              </a:rPr>
              <a:t>(Week</a:t>
            </a:r>
            <a:r>
              <a:rPr sz="2800" spc="-60">
                <a:latin typeface="Arial"/>
                <a:cs typeface="Arial"/>
              </a:rPr>
              <a:t> </a:t>
            </a:r>
            <a:r>
              <a:rPr sz="2800">
                <a:latin typeface="Arial"/>
                <a:cs typeface="Arial"/>
              </a:rPr>
              <a:t>6</a:t>
            </a:r>
            <a:r>
              <a:rPr sz="2800" spc="-55">
                <a:latin typeface="Arial"/>
                <a:cs typeface="Arial"/>
              </a:rPr>
              <a:t> </a:t>
            </a:r>
            <a:r>
              <a:rPr sz="2800">
                <a:latin typeface="Arial"/>
                <a:cs typeface="Arial"/>
              </a:rPr>
              <a:t>is</a:t>
            </a:r>
            <a:r>
              <a:rPr sz="2800" spc="-55">
                <a:latin typeface="Arial"/>
                <a:cs typeface="Arial"/>
              </a:rPr>
              <a:t> </a:t>
            </a:r>
            <a:r>
              <a:rPr sz="2800">
                <a:latin typeface="Arial"/>
                <a:cs typeface="Arial"/>
              </a:rPr>
              <a:t>Flex</a:t>
            </a:r>
            <a:r>
              <a:rPr sz="2800" spc="-35">
                <a:latin typeface="Arial"/>
                <a:cs typeface="Arial"/>
              </a:rPr>
              <a:t> </a:t>
            </a:r>
            <a:r>
              <a:rPr sz="2800" spc="-10">
                <a:latin typeface="Arial"/>
                <a:cs typeface="Arial"/>
              </a:rPr>
              <a:t>Week)</a:t>
            </a:r>
            <a:endParaRPr lang="en-US" sz="2800" spc="-85">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20"/>
          <p:cNvSpPr/>
          <p:nvPr/>
        </p:nvSpPr>
        <p:spPr>
          <a:xfrm>
            <a:off x="694690" y="228600"/>
            <a:ext cx="11360774" cy="5836285"/>
          </a:xfrm>
          <a:prstGeom prst="rect">
            <a:avLst/>
          </a:prstGeom>
          <a:noFill/>
          <a:ln w="0" cap="flat">
            <a:noFill/>
            <a:prstDash val="solid"/>
            <a:miter lim="0"/>
          </a:ln>
        </p:spPr>
        <p:txBody>
          <a:bodyPr vert="horz" wrap="square" lIns="0" tIns="0" rIns="0" bIns="0" anchor="t"/>
          <a:lstStyle/>
          <a:p>
            <a:pPr algn="l" rtl="0" eaLnBrk="0">
              <a:lnSpc>
                <a:spcPct val="70000"/>
              </a:lnSpc>
            </a:pPr>
            <a:endParaRPr sz="100">
              <a:latin typeface="Arial" panose="020B0604020202020204"/>
              <a:ea typeface="Arial" panose="020B0604020202020204"/>
              <a:cs typeface="Arial" panose="020B0604020202020204"/>
            </a:endParaRPr>
          </a:p>
          <a:p>
            <a:pPr marL="260985" algn="l" rtl="0" eaLnBrk="0">
              <a:lnSpc>
                <a:spcPct val="79000"/>
              </a:lnSpc>
            </a:pPr>
            <a:r>
              <a:rPr sz="4400" b="1" kern="0" spc="-20">
                <a:solidFill>
                  <a:srgbClr val="000000">
                    <a:alpha val="100000"/>
                  </a:srgbClr>
                </a:solidFill>
                <a:latin typeface="Arial" panose="020B0604020202020204"/>
                <a:ea typeface="Arial" panose="020B0604020202020204"/>
                <a:cs typeface="Arial" panose="020B0604020202020204"/>
              </a:rPr>
              <a:t>Course Introduction</a:t>
            </a:r>
            <a:endParaRPr sz="4400">
              <a:latin typeface="Arial" panose="020B0604020202020204"/>
              <a:ea typeface="Arial" panose="020B0604020202020204"/>
              <a:cs typeface="Arial" panose="020B0604020202020204"/>
            </a:endParaRPr>
          </a:p>
          <a:p>
            <a:pPr marL="24765" algn="l" rtl="0" eaLnBrk="0">
              <a:lnSpc>
                <a:spcPct val="80000"/>
              </a:lnSpc>
              <a:spcBef>
                <a:spcPts val="1855"/>
              </a:spcBef>
            </a:pPr>
            <a:r>
              <a:rPr sz="2700" kern="0" spc="190">
                <a:solidFill>
                  <a:srgbClr val="000000">
                    <a:alpha val="100000"/>
                  </a:srgbClr>
                </a:solidFill>
                <a:latin typeface="Arial" panose="020B0604020202020204"/>
                <a:ea typeface="Arial" panose="020B0604020202020204"/>
                <a:cs typeface="Arial" panose="020B0604020202020204"/>
              </a:rPr>
              <a:t>•</a:t>
            </a:r>
            <a:r>
              <a:rPr sz="2700" kern="0" spc="750">
                <a:solidFill>
                  <a:srgbClr val="000000">
                    <a:alpha val="100000"/>
                  </a:srgbClr>
                </a:solidFill>
                <a:latin typeface="Arial" panose="020B0604020202020204"/>
                <a:ea typeface="Arial" panose="020B0604020202020204"/>
                <a:cs typeface="Arial" panose="020B0604020202020204"/>
              </a:rPr>
              <a:t> </a:t>
            </a:r>
            <a:r>
              <a:rPr sz="2700" kern="0" spc="0">
                <a:solidFill>
                  <a:srgbClr val="000000">
                    <a:alpha val="100000"/>
                  </a:srgbClr>
                </a:solidFill>
                <a:latin typeface="Arial" panose="020B0604020202020204"/>
                <a:ea typeface="Arial" panose="020B0604020202020204"/>
                <a:cs typeface="Arial" panose="020B0604020202020204"/>
              </a:rPr>
              <a:t>Moodle</a:t>
            </a:r>
            <a:r>
              <a:rPr sz="2700" kern="0" spc="190">
                <a:solidFill>
                  <a:srgbClr val="000000">
                    <a:alpha val="100000"/>
                  </a:srgbClr>
                </a:solidFill>
                <a:latin typeface="Arial" panose="020B0604020202020204"/>
                <a:ea typeface="Arial" panose="020B0604020202020204"/>
                <a:cs typeface="Arial" panose="020B0604020202020204"/>
              </a:rPr>
              <a:t> </a:t>
            </a:r>
            <a:r>
              <a:rPr sz="2700" kern="0" spc="0">
                <a:solidFill>
                  <a:srgbClr val="000000">
                    <a:alpha val="100000"/>
                  </a:srgbClr>
                </a:solidFill>
                <a:latin typeface="Arial" panose="020B0604020202020204"/>
                <a:ea typeface="Arial" panose="020B0604020202020204"/>
                <a:cs typeface="Arial" panose="020B0604020202020204"/>
              </a:rPr>
              <a:t>Course</a:t>
            </a:r>
            <a:r>
              <a:rPr sz="2700" kern="0" spc="190">
                <a:solidFill>
                  <a:srgbClr val="000000">
                    <a:alpha val="100000"/>
                  </a:srgbClr>
                </a:solidFill>
                <a:latin typeface="Arial" panose="020B0604020202020204"/>
                <a:ea typeface="Arial" panose="020B0604020202020204"/>
                <a:cs typeface="Arial" panose="020B0604020202020204"/>
              </a:rPr>
              <a:t> </a:t>
            </a:r>
            <a:r>
              <a:rPr sz="2700" kern="0" spc="0">
                <a:solidFill>
                  <a:srgbClr val="000000">
                    <a:alpha val="100000"/>
                  </a:srgbClr>
                </a:solidFill>
                <a:latin typeface="Arial" panose="020B0604020202020204"/>
                <a:ea typeface="Arial" panose="020B0604020202020204"/>
                <a:cs typeface="Arial" panose="020B0604020202020204"/>
              </a:rPr>
              <a:t>Website</a:t>
            </a:r>
          </a:p>
          <a:p>
            <a:pPr marL="24765" algn="l" rtl="0" eaLnBrk="0">
              <a:lnSpc>
                <a:spcPct val="80000"/>
              </a:lnSpc>
              <a:spcBef>
                <a:spcPts val="1855"/>
              </a:spcBef>
            </a:pPr>
            <a:r>
              <a:rPr lang="en-US" altLang="zh-CN" sz="2700">
                <a:latin typeface="Arial" panose="020B0604020202020204"/>
                <a:ea typeface="Arial" panose="020B0604020202020204"/>
                <a:cs typeface="Arial" panose="020B0604020202020204"/>
                <a:hlinkClick r:id="rId2" action="ppaction://hlinkfile"/>
              </a:rPr>
              <a:t>https://moodle.telt.unsw.edu.au/course/view.php?id=91927</a:t>
            </a:r>
            <a:endParaRPr lang="en-US" altLang="zh-CN" sz="2700">
              <a:latin typeface="Arial" panose="020B0604020202020204"/>
              <a:ea typeface="Arial" panose="020B0604020202020204"/>
              <a:cs typeface="Arial" panose="020B0604020202020204"/>
            </a:endParaRPr>
          </a:p>
          <a:p>
            <a:pPr marL="12700" algn="l" rtl="0" eaLnBrk="0">
              <a:lnSpc>
                <a:spcPct val="80000"/>
              </a:lnSpc>
              <a:spcBef>
                <a:spcPts val="865"/>
              </a:spcBef>
            </a:pPr>
            <a:r>
              <a:rPr sz="2700" kern="0" spc="170">
                <a:solidFill>
                  <a:srgbClr val="000000">
                    <a:alpha val="100000"/>
                  </a:srgbClr>
                </a:solidFill>
                <a:latin typeface="Arial" panose="020B0604020202020204"/>
                <a:ea typeface="Arial" panose="020B0604020202020204"/>
                <a:cs typeface="Arial" panose="020B0604020202020204"/>
              </a:rPr>
              <a:t>•</a:t>
            </a:r>
            <a:r>
              <a:rPr sz="2700" kern="0" spc="250">
                <a:solidFill>
                  <a:srgbClr val="000000">
                    <a:alpha val="100000"/>
                  </a:srgbClr>
                </a:solidFill>
                <a:latin typeface="Arial" panose="020B0604020202020204"/>
                <a:ea typeface="Arial" panose="020B0604020202020204"/>
                <a:cs typeface="Arial" panose="020B0604020202020204"/>
              </a:rPr>
              <a:t> </a:t>
            </a:r>
            <a:r>
              <a:rPr sz="2700" b="1" kern="0" spc="0">
                <a:solidFill>
                  <a:srgbClr val="000000">
                    <a:alpha val="100000"/>
                  </a:srgbClr>
                </a:solidFill>
                <a:latin typeface="Arial" panose="020B0604020202020204"/>
                <a:ea typeface="Arial" panose="020B0604020202020204"/>
                <a:cs typeface="Arial" panose="020B0604020202020204"/>
              </a:rPr>
              <a:t>Edstem</a:t>
            </a:r>
            <a:r>
              <a:rPr sz="2700" b="1" kern="0" spc="170">
                <a:solidFill>
                  <a:srgbClr val="000000">
                    <a:alpha val="100000"/>
                  </a:srgbClr>
                </a:solidFill>
                <a:latin typeface="Arial" panose="020B0604020202020204"/>
                <a:ea typeface="Arial" panose="020B0604020202020204"/>
                <a:cs typeface="Arial" panose="020B0604020202020204"/>
              </a:rPr>
              <a:t> </a:t>
            </a:r>
            <a:r>
              <a:rPr sz="2700" b="1" kern="0" spc="0">
                <a:solidFill>
                  <a:srgbClr val="000000">
                    <a:alpha val="100000"/>
                  </a:srgbClr>
                </a:solidFill>
                <a:latin typeface="Arial" panose="020B0604020202020204"/>
                <a:ea typeface="Arial" panose="020B0604020202020204"/>
                <a:cs typeface="Arial" panose="020B0604020202020204"/>
              </a:rPr>
              <a:t>forum</a:t>
            </a:r>
            <a:r>
              <a:rPr lang="en-US" sz="2700" b="1" kern="0" spc="0">
                <a:solidFill>
                  <a:srgbClr val="000000">
                    <a:alpha val="100000"/>
                  </a:srgbClr>
                </a:solidFill>
                <a:latin typeface="Arial" panose="020B0604020202020204"/>
                <a:ea typeface="Arial" panose="020B0604020202020204"/>
                <a:cs typeface="Arial" panose="020B0604020202020204"/>
              </a:rPr>
              <a:t>: - Discussion</a:t>
            </a:r>
          </a:p>
          <a:p>
            <a:pPr marL="12700" algn="l" rtl="0" eaLnBrk="0">
              <a:lnSpc>
                <a:spcPct val="80000"/>
              </a:lnSpc>
              <a:spcBef>
                <a:spcPts val="865"/>
              </a:spcBef>
            </a:pPr>
            <a:r>
              <a:rPr lang="en-US" altLang="zh-CN" sz="2700">
                <a:latin typeface="Arial" panose="020B0604020202020204"/>
                <a:ea typeface="Arial" panose="020B0604020202020204"/>
                <a:cs typeface="Arial" panose="020B0604020202020204"/>
                <a:hlinkClick r:id="rId3" action="ppaction://hlinkfile"/>
              </a:rPr>
              <a:t>https://edstem.org/au/courses/24654/discussion/2724829</a:t>
            </a:r>
            <a:endParaRPr lang="en-US" altLang="zh-CN" sz="2700">
              <a:latin typeface="Arial" panose="020B0604020202020204"/>
              <a:ea typeface="Arial" panose="020B0604020202020204"/>
              <a:cs typeface="Arial" panose="020B0604020202020204"/>
            </a:endParaRPr>
          </a:p>
          <a:p>
            <a:pPr marL="12700" algn="l" rtl="0" eaLnBrk="0">
              <a:lnSpc>
                <a:spcPct val="80000"/>
              </a:lnSpc>
              <a:spcBef>
                <a:spcPts val="865"/>
              </a:spcBef>
            </a:pPr>
            <a:endParaRPr sz="1000">
              <a:latin typeface="Arial" panose="020B0604020202020204"/>
              <a:ea typeface="Arial" panose="020B0604020202020204"/>
              <a:cs typeface="Arial" panose="020B0604020202020204"/>
            </a:endParaRPr>
          </a:p>
          <a:p>
            <a:pPr marL="24765" algn="l" rtl="0" eaLnBrk="0">
              <a:lnSpc>
                <a:spcPct val="85000"/>
              </a:lnSpc>
              <a:spcBef>
                <a:spcPts val="815"/>
              </a:spcBef>
            </a:pPr>
            <a:r>
              <a:rPr sz="2700" kern="0" spc="30">
                <a:solidFill>
                  <a:srgbClr val="000000">
                    <a:alpha val="100000"/>
                  </a:srgbClr>
                </a:solidFill>
                <a:latin typeface="Arial" panose="020B0604020202020204"/>
                <a:ea typeface="Arial" panose="020B0604020202020204"/>
                <a:cs typeface="Arial" panose="020B0604020202020204"/>
              </a:rPr>
              <a:t>•</a:t>
            </a:r>
            <a:r>
              <a:rPr sz="2700" kern="0" spc="810">
                <a:solidFill>
                  <a:srgbClr val="000000">
                    <a:alpha val="100000"/>
                  </a:srgbClr>
                </a:solidFill>
                <a:latin typeface="Arial" panose="020B0604020202020204"/>
                <a:ea typeface="Arial" panose="020B0604020202020204"/>
                <a:cs typeface="Arial" panose="020B0604020202020204"/>
              </a:rPr>
              <a:t> </a:t>
            </a:r>
            <a:r>
              <a:rPr sz="2700" kern="0" spc="0">
                <a:solidFill>
                  <a:srgbClr val="000000">
                    <a:alpha val="100000"/>
                  </a:srgbClr>
                </a:solidFill>
                <a:latin typeface="Arial" panose="020B0604020202020204"/>
                <a:ea typeface="Arial" panose="020B0604020202020204"/>
                <a:cs typeface="Arial" panose="020B0604020202020204"/>
              </a:rPr>
              <a:t>Lectures</a:t>
            </a:r>
            <a:r>
              <a:rPr sz="2700" kern="0" spc="30">
                <a:solidFill>
                  <a:srgbClr val="000000">
                    <a:alpha val="100000"/>
                  </a:srgbClr>
                </a:solidFill>
                <a:latin typeface="Arial" panose="020B0604020202020204"/>
                <a:ea typeface="Arial" panose="020B0604020202020204"/>
                <a:cs typeface="Arial" panose="020B0604020202020204"/>
              </a:rPr>
              <a:t>: </a:t>
            </a:r>
            <a:r>
              <a:rPr sz="2700" b="1" kern="0" spc="0">
                <a:solidFill>
                  <a:srgbClr val="000000">
                    <a:alpha val="100000"/>
                  </a:srgbClr>
                </a:solidFill>
                <a:latin typeface="Arial" panose="020B0604020202020204"/>
                <a:ea typeface="Arial" panose="020B0604020202020204"/>
                <a:cs typeface="Arial" panose="020B0604020202020204"/>
              </a:rPr>
              <a:t>Monday</a:t>
            </a:r>
            <a:r>
              <a:rPr sz="2700" b="1" kern="0" spc="200">
                <a:solidFill>
                  <a:srgbClr val="000000">
                    <a:alpha val="100000"/>
                  </a:srgbClr>
                </a:solidFill>
                <a:latin typeface="Arial" panose="020B0604020202020204"/>
                <a:ea typeface="Arial" panose="020B0604020202020204"/>
                <a:cs typeface="Arial" panose="020B0604020202020204"/>
              </a:rPr>
              <a:t> </a:t>
            </a:r>
            <a:r>
              <a:rPr sz="2700" b="1" kern="0" spc="30">
                <a:solidFill>
                  <a:srgbClr val="000000">
                    <a:alpha val="100000"/>
                  </a:srgbClr>
                </a:solidFill>
                <a:latin typeface="Arial" panose="020B0604020202020204"/>
                <a:ea typeface="Arial" panose="020B0604020202020204"/>
                <a:cs typeface="Arial" panose="020B0604020202020204"/>
              </a:rPr>
              <a:t>18:00 - 20:00</a:t>
            </a:r>
            <a:endParaRPr sz="2700">
              <a:latin typeface="Arial" panose="020B0604020202020204"/>
              <a:ea typeface="Arial" panose="020B0604020202020204"/>
              <a:cs typeface="Arial" panose="020B0604020202020204"/>
            </a:endParaRPr>
          </a:p>
          <a:p>
            <a:pPr marL="318770" algn="l" rtl="0" eaLnBrk="0">
              <a:lnSpc>
                <a:spcPct val="85000"/>
              </a:lnSpc>
              <a:spcBef>
                <a:spcPts val="625"/>
              </a:spcBef>
            </a:pPr>
            <a:r>
              <a:rPr sz="2700" kern="0" spc="40">
                <a:solidFill>
                  <a:srgbClr val="000000">
                    <a:alpha val="100000"/>
                  </a:srgbClr>
                </a:solidFill>
                <a:latin typeface="Arial" panose="020B0604020202020204"/>
                <a:ea typeface="Arial" panose="020B0604020202020204"/>
                <a:cs typeface="Arial" panose="020B0604020202020204"/>
              </a:rPr>
              <a:t>Location:  </a:t>
            </a:r>
            <a:r>
              <a:rPr sz="2700" b="1" kern="0" spc="40">
                <a:solidFill>
                  <a:srgbClr val="000000">
                    <a:alpha val="100000"/>
                  </a:srgbClr>
                </a:solidFill>
                <a:latin typeface="Arial" panose="020B0604020202020204"/>
                <a:ea typeface="Arial" panose="020B0604020202020204"/>
                <a:cs typeface="Arial" panose="020B0604020202020204"/>
              </a:rPr>
              <a:t>Hybrid</a:t>
            </a:r>
            <a:r>
              <a:rPr sz="2700" b="1" kern="0" spc="130">
                <a:solidFill>
                  <a:srgbClr val="000000">
                    <a:alpha val="100000"/>
                  </a:srgbClr>
                </a:solidFill>
                <a:latin typeface="Arial" panose="020B0604020202020204"/>
                <a:ea typeface="Arial" panose="020B0604020202020204"/>
                <a:cs typeface="Arial" panose="020B0604020202020204"/>
              </a:rPr>
              <a:t> </a:t>
            </a:r>
            <a:r>
              <a:rPr sz="2700" b="1" kern="0" spc="40">
                <a:solidFill>
                  <a:srgbClr val="000000">
                    <a:alpha val="100000"/>
                  </a:srgbClr>
                </a:solidFill>
                <a:latin typeface="Arial" panose="020B0604020202020204"/>
                <a:ea typeface="Arial" panose="020B0604020202020204"/>
                <a:cs typeface="Arial" panose="020B0604020202020204"/>
              </a:rPr>
              <a:t>on</a:t>
            </a:r>
            <a:r>
              <a:rPr sz="2700" b="1" kern="0" spc="30">
                <a:solidFill>
                  <a:srgbClr val="000000">
                    <a:alpha val="100000"/>
                  </a:srgbClr>
                </a:solidFill>
                <a:latin typeface="Arial" panose="020B0604020202020204"/>
                <a:ea typeface="Arial" panose="020B0604020202020204"/>
                <a:cs typeface="Arial" panose="020B0604020202020204"/>
              </a:rPr>
              <a:t>-campus</a:t>
            </a:r>
            <a:r>
              <a:rPr lang="en-US" sz="2700" b="1" kern="0" spc="30">
                <a:solidFill>
                  <a:srgbClr val="000000">
                    <a:alpha val="100000"/>
                  </a:srgbClr>
                </a:solidFill>
                <a:latin typeface="Arial" panose="020B0604020202020204"/>
                <a:ea typeface="Arial" panose="020B0604020202020204"/>
                <a:cs typeface="Arial" panose="020B0604020202020204"/>
              </a:rPr>
              <a:t> </a:t>
            </a:r>
            <a:r>
              <a:rPr lang="en-US" sz="2700" kern="0" spc="30">
                <a:solidFill>
                  <a:srgbClr val="000000">
                    <a:alpha val="100000"/>
                  </a:srgbClr>
                </a:solidFill>
                <a:latin typeface="Arial" panose="020B0604020202020204"/>
                <a:ea typeface="Arial" panose="020B0604020202020204"/>
                <a:cs typeface="Arial" panose="020B0604020202020204"/>
              </a:rPr>
              <a:t>(</a:t>
            </a:r>
            <a:r>
              <a:rPr lang="en-US" altLang="zh-CN" sz="2700" kern="0" spc="30">
                <a:solidFill>
                  <a:srgbClr val="000000">
                    <a:alpha val="100000"/>
                  </a:srgbClr>
                </a:solidFill>
                <a:latin typeface="Arial" panose="020B0604020202020204"/>
                <a:ea typeface="Arial" panose="020B0604020202020204"/>
                <a:cs typeface="Arial" panose="020B0604020202020204"/>
              </a:rPr>
              <a:t>K-J14-G5</a:t>
            </a:r>
            <a:r>
              <a:rPr lang="en-US" sz="2700" kern="0" spc="30">
                <a:solidFill>
                  <a:srgbClr val="000000">
                    <a:alpha val="100000"/>
                  </a:srgbClr>
                </a:solidFill>
                <a:latin typeface="Arial" panose="020B0604020202020204"/>
                <a:ea typeface="Arial" panose="020B0604020202020204"/>
                <a:cs typeface="Arial" panose="020B0604020202020204"/>
              </a:rPr>
              <a:t>)</a:t>
            </a:r>
            <a:r>
              <a:rPr sz="2700" b="1" kern="0" spc="130">
                <a:solidFill>
                  <a:srgbClr val="000000">
                    <a:alpha val="100000"/>
                  </a:srgbClr>
                </a:solidFill>
                <a:latin typeface="Arial" panose="020B0604020202020204"/>
                <a:ea typeface="Arial" panose="020B0604020202020204"/>
                <a:cs typeface="Arial" panose="020B0604020202020204"/>
              </a:rPr>
              <a:t> </a:t>
            </a:r>
            <a:r>
              <a:rPr sz="2700" b="1" kern="0" spc="30">
                <a:solidFill>
                  <a:srgbClr val="000000">
                    <a:alpha val="100000"/>
                  </a:srgbClr>
                </a:solidFill>
                <a:latin typeface="Arial" panose="020B0604020202020204"/>
                <a:ea typeface="Arial" panose="020B0604020202020204"/>
                <a:cs typeface="Arial" panose="020B0604020202020204"/>
              </a:rPr>
              <a:t>and</a:t>
            </a:r>
            <a:r>
              <a:rPr sz="2700" b="1" kern="0" spc="210">
                <a:solidFill>
                  <a:srgbClr val="000000">
                    <a:alpha val="100000"/>
                  </a:srgbClr>
                </a:solidFill>
                <a:latin typeface="Arial" panose="020B0604020202020204"/>
                <a:ea typeface="Arial" panose="020B0604020202020204"/>
                <a:cs typeface="Arial" panose="020B0604020202020204"/>
              </a:rPr>
              <a:t> </a:t>
            </a:r>
            <a:r>
              <a:rPr sz="2700" b="1" kern="0" spc="30">
                <a:solidFill>
                  <a:srgbClr val="000000">
                    <a:alpha val="100000"/>
                  </a:srgbClr>
                </a:solidFill>
                <a:latin typeface="Arial" panose="020B0604020202020204"/>
                <a:ea typeface="Arial" panose="020B0604020202020204"/>
                <a:cs typeface="Arial" panose="020B0604020202020204"/>
              </a:rPr>
              <a:t>Onlin</a:t>
            </a:r>
            <a:r>
              <a:rPr lang="en-US" sz="2700" b="1" kern="0" spc="30">
                <a:solidFill>
                  <a:srgbClr val="000000">
                    <a:alpha val="100000"/>
                  </a:srgbClr>
                </a:solidFill>
                <a:latin typeface="Arial" panose="020B0604020202020204"/>
                <a:ea typeface="Arial" panose="020B0604020202020204"/>
                <a:cs typeface="Arial" panose="020B0604020202020204"/>
              </a:rPr>
              <a:t>e </a:t>
            </a:r>
          </a:p>
          <a:p>
            <a:pPr marL="318770" indent="457200" algn="l" rtl="0" eaLnBrk="0">
              <a:lnSpc>
                <a:spcPct val="85000"/>
              </a:lnSpc>
              <a:spcBef>
                <a:spcPts val="625"/>
              </a:spcBef>
            </a:pPr>
            <a:r>
              <a:rPr lang="en-US" sz="2700" b="1" kern="0" spc="30">
                <a:solidFill>
                  <a:srgbClr val="000000">
                    <a:alpha val="100000"/>
                  </a:srgbClr>
                </a:solidFill>
                <a:latin typeface="Arial" panose="020B0604020202020204"/>
                <a:ea typeface="Arial" panose="020B0604020202020204"/>
                <a:cs typeface="Arial" panose="020B0604020202020204"/>
              </a:rPr>
              <a:t>  </a:t>
            </a:r>
            <a:r>
              <a:rPr sz="2700" kern="0" spc="0">
                <a:solidFill>
                  <a:srgbClr val="000000">
                    <a:alpha val="100000"/>
                  </a:srgbClr>
                </a:solidFill>
                <a:latin typeface="Arial" panose="020B0604020202020204"/>
                <a:ea typeface="Arial" panose="020B0604020202020204"/>
                <a:cs typeface="Arial" panose="020B0604020202020204"/>
              </a:rPr>
              <a:t>Weeks</a:t>
            </a:r>
            <a:r>
              <a:rPr sz="2700" kern="0" spc="260">
                <a:solidFill>
                  <a:srgbClr val="000000">
                    <a:alpha val="100000"/>
                  </a:srgbClr>
                </a:solidFill>
                <a:latin typeface="Arial" panose="020B0604020202020204"/>
                <a:ea typeface="Arial" panose="020B0604020202020204"/>
                <a:cs typeface="Arial" panose="020B0604020202020204"/>
              </a:rPr>
              <a:t> </a:t>
            </a:r>
            <a:r>
              <a:rPr sz="2700" kern="0" spc="80">
                <a:solidFill>
                  <a:srgbClr val="000000">
                    <a:alpha val="100000"/>
                  </a:srgbClr>
                </a:solidFill>
                <a:latin typeface="Arial" panose="020B0604020202020204"/>
                <a:ea typeface="Arial" panose="020B0604020202020204"/>
                <a:cs typeface="Arial" panose="020B0604020202020204"/>
              </a:rPr>
              <a:t>1</a:t>
            </a:r>
            <a:r>
              <a:rPr lang="en-US" sz="2700" kern="0" spc="80">
                <a:solidFill>
                  <a:srgbClr val="000000">
                    <a:alpha val="100000"/>
                  </a:srgbClr>
                </a:solidFill>
                <a:latin typeface="Arial" panose="020B0604020202020204"/>
                <a:ea typeface="Arial" panose="020B0604020202020204"/>
                <a:cs typeface="Arial" panose="020B0604020202020204"/>
              </a:rPr>
              <a:t>, 3</a:t>
            </a:r>
            <a:r>
              <a:rPr sz="2700" kern="0" spc="80">
                <a:solidFill>
                  <a:srgbClr val="000000">
                    <a:alpha val="100000"/>
                  </a:srgbClr>
                </a:solidFill>
                <a:latin typeface="Arial" panose="020B0604020202020204"/>
                <a:ea typeface="Arial" panose="020B0604020202020204"/>
                <a:cs typeface="Arial" panose="020B0604020202020204"/>
              </a:rPr>
              <a:t>-5 (</a:t>
            </a:r>
            <a:r>
              <a:rPr sz="2700" kern="0" spc="0">
                <a:solidFill>
                  <a:srgbClr val="000000">
                    <a:alpha val="100000"/>
                  </a:srgbClr>
                </a:solidFill>
                <a:latin typeface="Arial" panose="020B0604020202020204"/>
                <a:ea typeface="Arial" panose="020B0604020202020204"/>
                <a:cs typeface="Arial" panose="020B0604020202020204"/>
              </a:rPr>
              <a:t>Lectures</a:t>
            </a:r>
            <a:r>
              <a:rPr sz="2700" kern="0" spc="80">
                <a:solidFill>
                  <a:srgbClr val="000000">
                    <a:alpha val="100000"/>
                  </a:srgbClr>
                </a:solidFill>
                <a:latin typeface="Arial" panose="020B0604020202020204"/>
                <a:ea typeface="Arial" panose="020B0604020202020204"/>
                <a:cs typeface="Arial" panose="020B0604020202020204"/>
              </a:rPr>
              <a:t>), 7-1</a:t>
            </a:r>
            <a:r>
              <a:rPr sz="2700" kern="0" spc="70">
                <a:solidFill>
                  <a:srgbClr val="000000">
                    <a:alpha val="100000"/>
                  </a:srgbClr>
                </a:solidFill>
                <a:latin typeface="Arial" panose="020B0604020202020204"/>
                <a:ea typeface="Arial" panose="020B0604020202020204"/>
                <a:cs typeface="Arial" panose="020B0604020202020204"/>
              </a:rPr>
              <a:t>0 (</a:t>
            </a:r>
            <a:r>
              <a:rPr sz="2700" kern="0" spc="0">
                <a:solidFill>
                  <a:srgbClr val="000000">
                    <a:alpha val="100000"/>
                  </a:srgbClr>
                </a:solidFill>
                <a:latin typeface="Arial" panose="020B0604020202020204"/>
                <a:ea typeface="Arial" panose="020B0604020202020204"/>
                <a:cs typeface="Arial" panose="020B0604020202020204"/>
              </a:rPr>
              <a:t>Consultations</a:t>
            </a:r>
            <a:r>
              <a:rPr sz="2700" kern="0" spc="70">
                <a:solidFill>
                  <a:srgbClr val="000000">
                    <a:alpha val="100000"/>
                  </a:srgbClr>
                </a:solidFill>
                <a:latin typeface="Arial" panose="020B0604020202020204"/>
                <a:ea typeface="Arial" panose="020B0604020202020204"/>
                <a:cs typeface="Arial" panose="020B0604020202020204"/>
              </a:rPr>
              <a:t>)</a:t>
            </a:r>
          </a:p>
          <a:p>
            <a:pPr marL="318770" indent="457200" algn="l" rtl="0" eaLnBrk="0">
              <a:lnSpc>
                <a:spcPct val="85000"/>
              </a:lnSpc>
              <a:spcBef>
                <a:spcPts val="625"/>
              </a:spcBef>
            </a:pPr>
            <a:endParaRPr sz="1000">
              <a:latin typeface="Arial" panose="020B0604020202020204"/>
              <a:ea typeface="Arial" panose="020B0604020202020204"/>
              <a:cs typeface="Arial" panose="020B0604020202020204"/>
            </a:endParaRPr>
          </a:p>
          <a:p>
            <a:pPr marL="25400" algn="l" rtl="0" eaLnBrk="0">
              <a:lnSpc>
                <a:spcPct val="80000"/>
              </a:lnSpc>
              <a:spcBef>
                <a:spcPts val="815"/>
              </a:spcBef>
            </a:pPr>
            <a:r>
              <a:rPr sz="2700" kern="0" spc="0">
                <a:solidFill>
                  <a:srgbClr val="000000">
                    <a:alpha val="100000"/>
                  </a:srgbClr>
                </a:solidFill>
                <a:latin typeface="Arial" panose="020B0604020202020204"/>
                <a:ea typeface="Arial" panose="020B0604020202020204"/>
                <a:cs typeface="Arial" panose="020B0604020202020204"/>
              </a:rPr>
              <a:t>•</a:t>
            </a:r>
            <a:r>
              <a:rPr sz="2700" kern="0" spc="730">
                <a:solidFill>
                  <a:srgbClr val="000000">
                    <a:alpha val="100000"/>
                  </a:srgbClr>
                </a:solidFill>
                <a:latin typeface="Arial" panose="020B0604020202020204"/>
                <a:ea typeface="Arial" panose="020B0604020202020204"/>
                <a:cs typeface="Arial" panose="020B0604020202020204"/>
              </a:rPr>
              <a:t> </a:t>
            </a:r>
            <a:r>
              <a:rPr sz="2700" kern="0" spc="0">
                <a:solidFill>
                  <a:srgbClr val="000000">
                    <a:alpha val="100000"/>
                  </a:srgbClr>
                </a:solidFill>
                <a:latin typeface="Arial" panose="020B0604020202020204"/>
                <a:ea typeface="Arial" panose="020B0604020202020204"/>
                <a:cs typeface="Arial" panose="020B0604020202020204"/>
              </a:rPr>
              <a:t>Labs</a:t>
            </a:r>
            <a:r>
              <a:rPr sz="2700" kern="0" spc="230">
                <a:solidFill>
                  <a:srgbClr val="000000">
                    <a:alpha val="100000"/>
                  </a:srgbClr>
                </a:solidFill>
                <a:latin typeface="Arial" panose="020B0604020202020204"/>
                <a:ea typeface="Arial" panose="020B0604020202020204"/>
                <a:cs typeface="Arial" panose="020B0604020202020204"/>
              </a:rPr>
              <a:t> </a:t>
            </a:r>
            <a:r>
              <a:rPr sz="2700" kern="0" spc="0">
                <a:solidFill>
                  <a:srgbClr val="000000">
                    <a:alpha val="100000"/>
                  </a:srgbClr>
                </a:solidFill>
                <a:latin typeface="Arial" panose="020B0604020202020204"/>
                <a:ea typeface="Arial" panose="020B0604020202020204"/>
                <a:cs typeface="Arial" panose="020B0604020202020204"/>
              </a:rPr>
              <a:t>: 2</a:t>
            </a:r>
            <a:r>
              <a:rPr sz="2700" kern="0" spc="190">
                <a:solidFill>
                  <a:srgbClr val="000000">
                    <a:alpha val="100000"/>
                  </a:srgbClr>
                </a:solidFill>
                <a:latin typeface="Arial" panose="020B0604020202020204"/>
                <a:ea typeface="Arial" panose="020B0604020202020204"/>
                <a:cs typeface="Arial" panose="020B0604020202020204"/>
              </a:rPr>
              <a:t> </a:t>
            </a:r>
            <a:r>
              <a:rPr sz="2700" kern="0" spc="0">
                <a:solidFill>
                  <a:srgbClr val="000000">
                    <a:alpha val="100000"/>
                  </a:srgbClr>
                </a:solidFill>
                <a:latin typeface="Arial" panose="020B0604020202020204"/>
                <a:ea typeface="Arial" panose="020B0604020202020204"/>
                <a:cs typeface="Arial" panose="020B0604020202020204"/>
              </a:rPr>
              <a:t>hours</a:t>
            </a:r>
            <a:r>
              <a:rPr sz="2700" kern="0" spc="200">
                <a:solidFill>
                  <a:srgbClr val="000000">
                    <a:alpha val="100000"/>
                  </a:srgbClr>
                </a:solidFill>
                <a:latin typeface="Arial" panose="020B0604020202020204"/>
                <a:ea typeface="Arial" panose="020B0604020202020204"/>
                <a:cs typeface="Arial" panose="020B0604020202020204"/>
              </a:rPr>
              <a:t> </a:t>
            </a:r>
            <a:r>
              <a:rPr sz="2700" kern="0" spc="0">
                <a:solidFill>
                  <a:srgbClr val="000000">
                    <a:alpha val="100000"/>
                  </a:srgbClr>
                </a:solidFill>
                <a:latin typeface="Arial" panose="020B0604020202020204"/>
                <a:ea typeface="Arial" panose="020B0604020202020204"/>
                <a:cs typeface="Arial" panose="020B0604020202020204"/>
              </a:rPr>
              <a:t>per week</a:t>
            </a:r>
            <a:endParaRPr sz="2700">
              <a:latin typeface="Arial" panose="020B0604020202020204"/>
              <a:ea typeface="Arial" panose="020B0604020202020204"/>
              <a:cs typeface="Arial" panose="020B0604020202020204"/>
            </a:endParaRPr>
          </a:p>
          <a:p>
            <a:pPr marL="318770" algn="l" rtl="0" eaLnBrk="0">
              <a:lnSpc>
                <a:spcPct val="86000"/>
              </a:lnSpc>
              <a:spcBef>
                <a:spcPts val="755"/>
              </a:spcBef>
            </a:pPr>
            <a:r>
              <a:rPr sz="2700" kern="0" spc="0">
                <a:solidFill>
                  <a:srgbClr val="000000">
                    <a:alpha val="100000"/>
                  </a:srgbClr>
                </a:solidFill>
                <a:latin typeface="Arial" panose="020B0604020202020204"/>
                <a:ea typeface="Arial" panose="020B0604020202020204"/>
                <a:cs typeface="Arial" panose="020B0604020202020204"/>
              </a:rPr>
              <a:t>Location</a:t>
            </a:r>
            <a:r>
              <a:rPr sz="2700" kern="0" spc="10">
                <a:solidFill>
                  <a:srgbClr val="000000">
                    <a:alpha val="100000"/>
                  </a:srgbClr>
                </a:solidFill>
                <a:latin typeface="Arial" panose="020B0604020202020204"/>
                <a:ea typeface="Arial" panose="020B0604020202020204"/>
                <a:cs typeface="Arial" panose="020B0604020202020204"/>
              </a:rPr>
              <a:t>: </a:t>
            </a:r>
            <a:r>
              <a:rPr lang="en-US" sz="2700" b="1" kern="0" spc="10">
                <a:solidFill>
                  <a:srgbClr val="000000">
                    <a:alpha val="100000"/>
                  </a:srgbClr>
                </a:solidFill>
                <a:latin typeface="Arial" panose="020B0604020202020204"/>
                <a:ea typeface="Arial" panose="020B0604020202020204"/>
                <a:cs typeface="Arial" panose="020B0604020202020204"/>
              </a:rPr>
              <a:t>In-person</a:t>
            </a:r>
            <a:r>
              <a:rPr sz="2700" b="1" kern="0" spc="10">
                <a:solidFill>
                  <a:srgbClr val="000000">
                    <a:alpha val="100000"/>
                  </a:srgbClr>
                </a:solidFill>
                <a:latin typeface="Arial" panose="020B0604020202020204"/>
                <a:ea typeface="Arial" panose="020B0604020202020204"/>
                <a:cs typeface="Arial" panose="020B0604020202020204"/>
              </a:rPr>
              <a:t> </a:t>
            </a:r>
            <a:r>
              <a:rPr sz="2700" kern="0" spc="0">
                <a:solidFill>
                  <a:srgbClr val="000000">
                    <a:alpha val="100000"/>
                  </a:srgbClr>
                </a:solidFill>
                <a:latin typeface="Arial" panose="020B0604020202020204"/>
                <a:ea typeface="Arial" panose="020B0604020202020204"/>
                <a:cs typeface="Arial" panose="020B0604020202020204"/>
              </a:rPr>
              <a:t>or</a:t>
            </a:r>
            <a:r>
              <a:rPr sz="2700" kern="0" spc="10">
                <a:solidFill>
                  <a:srgbClr val="000000">
                    <a:alpha val="100000"/>
                  </a:srgbClr>
                </a:solidFill>
                <a:latin typeface="Arial" panose="020B0604020202020204"/>
                <a:ea typeface="Arial" panose="020B0604020202020204"/>
                <a:cs typeface="Arial" panose="020B0604020202020204"/>
              </a:rPr>
              <a:t> </a:t>
            </a:r>
            <a:r>
              <a:rPr sz="2700" b="1" kern="0" spc="0">
                <a:solidFill>
                  <a:srgbClr val="000000">
                    <a:alpha val="100000"/>
                  </a:srgbClr>
                </a:solidFill>
                <a:latin typeface="Arial" panose="020B0604020202020204"/>
                <a:ea typeface="Arial" panose="020B0604020202020204"/>
                <a:cs typeface="Arial" panose="020B0604020202020204"/>
              </a:rPr>
              <a:t>Online</a:t>
            </a:r>
            <a:r>
              <a:rPr sz="2700" b="1" kern="0" spc="10">
                <a:solidFill>
                  <a:srgbClr val="000000">
                    <a:alpha val="100000"/>
                  </a:srgbClr>
                </a:solidFill>
                <a:latin typeface="Arial" panose="020B0604020202020204"/>
                <a:ea typeface="Arial" panose="020B0604020202020204"/>
                <a:cs typeface="Arial" panose="020B0604020202020204"/>
              </a:rPr>
              <a:t> (</a:t>
            </a:r>
            <a:r>
              <a:rPr lang="en-US" sz="2700" b="1">
                <a:solidFill>
                  <a:srgbClr val="000000">
                    <a:alpha val="100000"/>
                  </a:srgbClr>
                </a:solidFill>
                <a:latin typeface="Arial" panose="020B0604020202020204"/>
                <a:ea typeface="Arial" panose="020B0604020202020204"/>
                <a:cs typeface="Arial" panose="020B0604020202020204"/>
              </a:rPr>
              <a:t>Echo360</a:t>
            </a:r>
            <a:r>
              <a:rPr sz="2700" b="1" kern="0" spc="0">
                <a:solidFill>
                  <a:srgbClr val="000000">
                    <a:alpha val="100000"/>
                  </a:srgbClr>
                </a:solidFill>
                <a:latin typeface="Arial" panose="020B0604020202020204"/>
                <a:ea typeface="Arial" panose="020B0604020202020204"/>
                <a:cs typeface="Arial" panose="020B0604020202020204"/>
              </a:rPr>
              <a:t>) </a:t>
            </a:r>
          </a:p>
          <a:p>
            <a:pPr marL="318770" indent="457200" algn="l" rtl="0" eaLnBrk="0">
              <a:lnSpc>
                <a:spcPct val="86000"/>
              </a:lnSpc>
              <a:spcBef>
                <a:spcPts val="755"/>
              </a:spcBef>
            </a:pPr>
            <a:r>
              <a:rPr lang="en-US" sz="2700" kern="0" spc="0">
                <a:solidFill>
                  <a:srgbClr val="000000">
                    <a:alpha val="100000"/>
                  </a:srgbClr>
                </a:solidFill>
                <a:latin typeface="Arial" panose="020B0604020202020204"/>
                <a:ea typeface="Arial" panose="020B0604020202020204"/>
                <a:cs typeface="Arial" panose="020B0604020202020204"/>
              </a:rPr>
              <a:t>  C</a:t>
            </a:r>
            <a:r>
              <a:rPr sz="2700" kern="0" spc="0">
                <a:solidFill>
                  <a:srgbClr val="000000">
                    <a:alpha val="100000"/>
                  </a:srgbClr>
                </a:solidFill>
                <a:latin typeface="Arial" panose="020B0604020202020204"/>
                <a:ea typeface="Arial" panose="020B0604020202020204"/>
                <a:cs typeface="Arial" panose="020B0604020202020204"/>
              </a:rPr>
              <a:t>heck</a:t>
            </a:r>
            <a:r>
              <a:rPr lang="en-US" sz="2700" kern="0" spc="0">
                <a:solidFill>
                  <a:srgbClr val="000000">
                    <a:alpha val="100000"/>
                  </a:srgbClr>
                </a:solidFill>
                <a:latin typeface="Arial" panose="020B0604020202020204"/>
                <a:ea typeface="Arial" panose="020B0604020202020204"/>
                <a:cs typeface="Arial" panose="020B0604020202020204"/>
              </a:rPr>
              <a:t> </a:t>
            </a:r>
            <a:r>
              <a:rPr sz="2700" kern="0" spc="-30">
                <a:solidFill>
                  <a:srgbClr val="000000">
                    <a:alpha val="100000"/>
                  </a:srgbClr>
                </a:solidFill>
                <a:latin typeface="Arial" panose="020B0604020202020204"/>
                <a:ea typeface="Arial" panose="020B0604020202020204"/>
                <a:cs typeface="Arial" panose="020B0604020202020204"/>
              </a:rPr>
              <a:t>timetable/moodl</a:t>
            </a:r>
            <a:r>
              <a:rPr sz="2700" kern="0" spc="-40">
                <a:solidFill>
                  <a:srgbClr val="000000">
                    <a:alpha val="100000"/>
                  </a:srgbClr>
                </a:solidFill>
                <a:latin typeface="Arial" panose="020B0604020202020204"/>
                <a:ea typeface="Arial" panose="020B0604020202020204"/>
                <a:cs typeface="Arial" panose="020B0604020202020204"/>
              </a:rPr>
              <a:t>e</a:t>
            </a:r>
            <a:endParaRPr sz="2700">
              <a:latin typeface="Arial" panose="020B0604020202020204"/>
              <a:ea typeface="Arial" panose="020B0604020202020204"/>
              <a:cs typeface="Arial" panose="020B0604020202020204"/>
            </a:endParaRPr>
          </a:p>
          <a:p>
            <a:pPr marL="910590" algn="l" rtl="0" eaLnBrk="0">
              <a:lnSpc>
                <a:spcPct val="81000"/>
              </a:lnSpc>
              <a:spcBef>
                <a:spcPts val="775"/>
              </a:spcBef>
            </a:pPr>
            <a:r>
              <a:rPr sz="2700" kern="0" spc="0">
                <a:solidFill>
                  <a:srgbClr val="000000">
                    <a:alpha val="100000"/>
                  </a:srgbClr>
                </a:solidFill>
                <a:latin typeface="Arial" panose="020B0604020202020204"/>
                <a:ea typeface="Arial" panose="020B0604020202020204"/>
                <a:cs typeface="Arial" panose="020B0604020202020204"/>
              </a:rPr>
              <a:t>Weeks</a:t>
            </a:r>
            <a:r>
              <a:rPr sz="2700" kern="0" spc="250">
                <a:solidFill>
                  <a:srgbClr val="000000">
                    <a:alpha val="100000"/>
                  </a:srgbClr>
                </a:solidFill>
                <a:latin typeface="Arial" panose="020B0604020202020204"/>
                <a:ea typeface="Arial" panose="020B0604020202020204"/>
                <a:cs typeface="Arial" panose="020B0604020202020204"/>
              </a:rPr>
              <a:t> </a:t>
            </a:r>
            <a:r>
              <a:rPr sz="2700" kern="0" spc="50">
                <a:solidFill>
                  <a:srgbClr val="000000">
                    <a:alpha val="100000"/>
                  </a:srgbClr>
                </a:solidFill>
                <a:latin typeface="Arial" panose="020B0604020202020204"/>
                <a:ea typeface="Arial" panose="020B0604020202020204"/>
                <a:cs typeface="Arial" panose="020B0604020202020204"/>
              </a:rPr>
              <a:t>1-5, 7-10 (</a:t>
            </a:r>
            <a:r>
              <a:rPr sz="2700" kern="0" spc="0">
                <a:solidFill>
                  <a:srgbClr val="000000">
                    <a:alpha val="100000"/>
                  </a:srgbClr>
                </a:solidFill>
                <a:latin typeface="Arial" panose="020B0604020202020204"/>
                <a:ea typeface="Arial" panose="020B0604020202020204"/>
                <a:cs typeface="Arial" panose="020B0604020202020204"/>
              </a:rPr>
              <a:t>Week</a:t>
            </a:r>
            <a:r>
              <a:rPr sz="2700" kern="0" spc="40">
                <a:solidFill>
                  <a:srgbClr val="000000">
                    <a:alpha val="100000"/>
                  </a:srgbClr>
                </a:solidFill>
                <a:latin typeface="Arial" panose="020B0604020202020204"/>
                <a:ea typeface="Arial" panose="020B0604020202020204"/>
                <a:cs typeface="Arial" panose="020B0604020202020204"/>
              </a:rPr>
              <a:t> 6</a:t>
            </a:r>
            <a:r>
              <a:rPr sz="2700" kern="0" spc="170">
                <a:solidFill>
                  <a:srgbClr val="000000">
                    <a:alpha val="100000"/>
                  </a:srgbClr>
                </a:solidFill>
                <a:latin typeface="Arial" panose="020B0604020202020204"/>
                <a:ea typeface="Arial" panose="020B0604020202020204"/>
                <a:cs typeface="Arial" panose="020B0604020202020204"/>
              </a:rPr>
              <a:t> </a:t>
            </a:r>
            <a:r>
              <a:rPr sz="2700" kern="0" spc="0">
                <a:solidFill>
                  <a:srgbClr val="000000">
                    <a:alpha val="100000"/>
                  </a:srgbClr>
                </a:solidFill>
                <a:latin typeface="Arial" panose="020B0604020202020204"/>
                <a:ea typeface="Arial" panose="020B0604020202020204"/>
                <a:cs typeface="Arial" panose="020B0604020202020204"/>
              </a:rPr>
              <a:t>is</a:t>
            </a:r>
            <a:r>
              <a:rPr sz="2700" kern="0" spc="240">
                <a:solidFill>
                  <a:srgbClr val="000000">
                    <a:alpha val="100000"/>
                  </a:srgbClr>
                </a:solidFill>
                <a:latin typeface="Arial" panose="020B0604020202020204"/>
                <a:ea typeface="Arial" panose="020B0604020202020204"/>
                <a:cs typeface="Arial" panose="020B0604020202020204"/>
              </a:rPr>
              <a:t> </a:t>
            </a:r>
            <a:r>
              <a:rPr sz="2700" kern="0" spc="0">
                <a:solidFill>
                  <a:srgbClr val="000000">
                    <a:alpha val="100000"/>
                  </a:srgbClr>
                </a:solidFill>
                <a:latin typeface="Arial" panose="020B0604020202020204"/>
                <a:ea typeface="Arial" panose="020B0604020202020204"/>
                <a:cs typeface="Arial" panose="020B0604020202020204"/>
              </a:rPr>
              <a:t>Flex</a:t>
            </a:r>
            <a:r>
              <a:rPr sz="2700" kern="0" spc="40">
                <a:solidFill>
                  <a:srgbClr val="000000">
                    <a:alpha val="100000"/>
                  </a:srgbClr>
                </a:solidFill>
                <a:latin typeface="Arial" panose="020B0604020202020204"/>
                <a:ea typeface="Arial" panose="020B0604020202020204"/>
                <a:cs typeface="Arial" panose="020B0604020202020204"/>
              </a:rPr>
              <a:t> </a:t>
            </a:r>
            <a:r>
              <a:rPr sz="2700" kern="0" spc="0">
                <a:solidFill>
                  <a:srgbClr val="000000">
                    <a:alpha val="100000"/>
                  </a:srgbClr>
                </a:solidFill>
                <a:latin typeface="Arial" panose="020B0604020202020204"/>
                <a:ea typeface="Arial" panose="020B0604020202020204"/>
                <a:cs typeface="Arial" panose="020B0604020202020204"/>
              </a:rPr>
              <a:t>Week</a:t>
            </a:r>
            <a:r>
              <a:rPr sz="2700" kern="0" spc="40">
                <a:solidFill>
                  <a:srgbClr val="000000">
                    <a:alpha val="100000"/>
                  </a:srgbClr>
                </a:solidFill>
                <a:latin typeface="Arial" panose="020B0604020202020204"/>
                <a:ea typeface="Arial" panose="020B0604020202020204"/>
                <a:cs typeface="Arial" panose="020B0604020202020204"/>
              </a:rPr>
              <a:t>)</a:t>
            </a:r>
            <a:endParaRPr sz="2700">
              <a:latin typeface="Arial" panose="020B0604020202020204"/>
              <a:ea typeface="Arial" panose="020B0604020202020204"/>
              <a:cs typeface="Arial" panose="020B0604020202020204"/>
            </a:endParaRPr>
          </a:p>
        </p:txBody>
      </p:sp>
      <p:pic>
        <p:nvPicPr>
          <p:cNvPr id="22" name="picture 22"/>
          <p:cNvPicPr>
            <a:picLocks noChangeAspect="1"/>
          </p:cNvPicPr>
          <p:nvPr/>
        </p:nvPicPr>
        <p:blipFill>
          <a:blip r:embed="rId4"/>
          <a:stretch>
            <a:fillRect/>
          </a:stretch>
        </p:blipFill>
        <p:spPr>
          <a:xfrm rot="21600000">
            <a:off x="0" y="6244590"/>
            <a:ext cx="12192000" cy="612775"/>
          </a:xfrm>
          <a:prstGeom prst="rect">
            <a:avLst/>
          </a:prstGeom>
        </p:spPr>
      </p:pic>
      <p:sp>
        <p:nvSpPr>
          <p:cNvPr id="24" name="textbox 24"/>
          <p:cNvSpPr/>
          <p:nvPr/>
        </p:nvSpPr>
        <p:spPr>
          <a:xfrm>
            <a:off x="10071179" y="6318514"/>
            <a:ext cx="108585" cy="168910"/>
          </a:xfrm>
          <a:prstGeom prst="rect">
            <a:avLst/>
          </a:prstGeom>
          <a:noFill/>
          <a:ln w="0" cap="flat">
            <a:noFill/>
            <a:prstDash val="solid"/>
            <a:miter lim="0"/>
          </a:ln>
        </p:spPr>
        <p:txBody>
          <a:bodyPr vert="horz" wrap="square" lIns="0" tIns="0" rIns="0" bIns="0"/>
          <a:lstStyle/>
          <a:p>
            <a:pPr algn="l" rtl="0" eaLnBrk="0">
              <a:lnSpc>
                <a:spcPct val="87000"/>
              </a:lnSpc>
            </a:pPr>
            <a:endParaRPr sz="100">
              <a:latin typeface="Arial" panose="020B0604020202020204"/>
              <a:ea typeface="Arial" panose="020B0604020202020204"/>
              <a:cs typeface="Arial" panose="020B0604020202020204"/>
            </a:endParaRPr>
          </a:p>
          <a:p>
            <a:pPr marL="12700" algn="l" rtl="0" eaLnBrk="0">
              <a:lnSpc>
                <a:spcPct val="78000"/>
              </a:lnSpc>
            </a:pPr>
            <a:r>
              <a:rPr sz="1200" kern="0" spc="-10">
                <a:solidFill>
                  <a:srgbClr val="000000">
                    <a:alpha val="100000"/>
                  </a:srgbClr>
                </a:solidFill>
                <a:latin typeface="Arial" panose="020B0604020202020204"/>
                <a:ea typeface="Arial" panose="020B0604020202020204"/>
                <a:cs typeface="Arial" panose="020B0604020202020204"/>
              </a:rPr>
              <a:t>4</a:t>
            </a:r>
            <a:endParaRPr sz="1200">
              <a:latin typeface="Arial" panose="020B0604020202020204"/>
              <a:ea typeface="Arial" panose="020B0604020202020204"/>
              <a:cs typeface="Arial" panose="020B0604020202020204"/>
            </a:endParaRPr>
          </a:p>
        </p:txBody>
      </p:sp>
    </p:spTree>
    <p:extLst>
      <p:ext uri="{BB962C8B-B14F-4D97-AF65-F5344CB8AC3E}">
        <p14:creationId xmlns:p14="http://schemas.microsoft.com/office/powerpoint/2010/main" val="3303922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B388888F-1389-1717-D3FA-A3AA9E9C1599}"/>
              </a:ext>
            </a:extLst>
          </p:cNvPr>
          <p:cNvSpPr txBox="1">
            <a:spLocks/>
          </p:cNvSpPr>
          <p:nvPr/>
        </p:nvSpPr>
        <p:spPr>
          <a:xfrm>
            <a:off x="916940" y="246633"/>
            <a:ext cx="10662919" cy="696595"/>
          </a:xfrm>
          <a:prstGeom prst="rect">
            <a:avLst/>
          </a:prstGeom>
        </p:spPr>
        <p:txBody>
          <a:bodyPr vert="horz" wrap="square" lIns="0" tIns="12700" rIns="0" bIns="0" rtlCol="0" anchor="t">
            <a:spAutoFit/>
          </a:bodyPr>
          <a:lstStyle>
            <a:lvl1pPr>
              <a:defRPr sz="2800" b="0" i="0">
                <a:solidFill>
                  <a:schemeClr val="bg1"/>
                </a:solidFill>
                <a:latin typeface="Arial"/>
                <a:ea typeface="+mj-ea"/>
                <a:cs typeface="Arial"/>
              </a:defRPr>
            </a:lvl1pPr>
          </a:lstStyle>
          <a:p>
            <a:pPr marL="164465" algn="ctr">
              <a:spcBef>
                <a:spcPts val="100"/>
              </a:spcBef>
            </a:pPr>
            <a:r>
              <a:rPr lang="en-AU" sz="4400" b="1">
                <a:solidFill>
                  <a:srgbClr val="000000"/>
                </a:solidFill>
              </a:rPr>
              <a:t>COMP[39]900 Teaching Team</a:t>
            </a:r>
          </a:p>
        </p:txBody>
      </p:sp>
      <p:sp>
        <p:nvSpPr>
          <p:cNvPr id="2" name="TextBox 1">
            <a:extLst>
              <a:ext uri="{FF2B5EF4-FFF2-40B4-BE49-F238E27FC236}">
                <a16:creationId xmlns:a16="http://schemas.microsoft.com/office/drawing/2014/main" id="{73DA4061-B5E8-D7E0-C6F1-4AE66DD04E9E}"/>
              </a:ext>
            </a:extLst>
          </p:cNvPr>
          <p:cNvSpPr txBox="1"/>
          <p:nvPr/>
        </p:nvSpPr>
        <p:spPr>
          <a:xfrm>
            <a:off x="4737044" y="1716145"/>
            <a:ext cx="6820355"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l">
              <a:buFont typeface="Arial"/>
              <a:buChar char="•"/>
            </a:pPr>
            <a:r>
              <a:rPr lang="en-US" sz="2400" b="1"/>
              <a:t>Lecturer in charge (</a:t>
            </a:r>
            <a:r>
              <a:rPr lang="en-US" sz="2400" b="1" err="1"/>
              <a:t>LiC</a:t>
            </a:r>
            <a:r>
              <a:rPr lang="en-US" sz="2400" b="1"/>
              <a:t>) / </a:t>
            </a:r>
            <a:r>
              <a:rPr lang="en-US" sz="2400" b="1">
                <a:solidFill>
                  <a:srgbClr val="000000"/>
                </a:solidFill>
              </a:rPr>
              <a:t>Course Convenor</a:t>
            </a:r>
          </a:p>
          <a:p>
            <a:pPr marL="342900" indent="-342900" algn="l">
              <a:buFont typeface="Arial"/>
              <a:buChar char="•"/>
            </a:pPr>
            <a:r>
              <a:rPr lang="en-US" sz="2400" b="1">
                <a:solidFill>
                  <a:srgbClr val="000000"/>
                </a:solidFill>
              </a:rPr>
              <a:t>Capstone Industry Liaison Officer </a:t>
            </a:r>
          </a:p>
          <a:p>
            <a:pPr marL="342900" indent="-342900" algn="l">
              <a:buFont typeface="Arial"/>
              <a:buChar char="•"/>
            </a:pPr>
            <a:r>
              <a:rPr lang="en-US" sz="2400">
                <a:solidFill>
                  <a:srgbClr val="000000"/>
                </a:solidFill>
                <a:hlinkClick r:id="rId2"/>
              </a:rPr>
              <a:t>Academic profile</a:t>
            </a:r>
            <a:r>
              <a:rPr lang="en-US" sz="2400">
                <a:solidFill>
                  <a:srgbClr val="000000"/>
                </a:solidFill>
              </a:rPr>
              <a:t> </a:t>
            </a:r>
          </a:p>
          <a:p>
            <a:pPr marL="342900" indent="-342900" algn="l">
              <a:buFont typeface="Arial"/>
              <a:buChar char="•"/>
            </a:pPr>
            <a:r>
              <a:rPr lang="en-US" sz="2400">
                <a:solidFill>
                  <a:srgbClr val="000000"/>
                </a:solidFill>
                <a:hlinkClick r:id="rId2"/>
              </a:rPr>
              <a:t>Research profile &amp; projects</a:t>
            </a:r>
            <a:endParaRPr lang="en-US" sz="2400">
              <a:solidFill>
                <a:srgbClr val="000000"/>
              </a:solidFill>
            </a:endParaRPr>
          </a:p>
          <a:p>
            <a:pPr marL="342900" indent="-342900" algn="l">
              <a:buFont typeface="Arial"/>
              <a:buChar char="•"/>
            </a:pPr>
            <a:r>
              <a:rPr lang="en-US" sz="2400">
                <a:solidFill>
                  <a:schemeClr val="tx1"/>
                </a:solidFill>
              </a:rPr>
              <a:t>Email: </a:t>
            </a:r>
            <a:r>
              <a:rPr lang="en-US" sz="2400">
                <a:solidFill>
                  <a:srgbClr val="284DE0"/>
                </a:solidFill>
                <a:latin typeface="Calibri"/>
                <a:ea typeface="Calibri"/>
                <a:cs typeface="Arial"/>
                <a:hlinkClick r:id="rId3"/>
              </a:rPr>
              <a:t>b.suleiman@unsw.edu.au</a:t>
            </a:r>
            <a:endParaRPr lang="en-US" sz="2400">
              <a:solidFill>
                <a:srgbClr val="284DE0"/>
              </a:solidFill>
              <a:latin typeface="Calibri"/>
              <a:ea typeface="Calibri"/>
              <a:hlinkClick r:id="" action="ppaction://noaction"/>
            </a:endParaRPr>
          </a:p>
        </p:txBody>
      </p:sp>
      <p:pic>
        <p:nvPicPr>
          <p:cNvPr id="4" name="Picture 3" descr="A person with glasses and a beard wearing a suit and glasses&#10;&#10;AI-generated content may be incorrect.">
            <a:extLst>
              <a:ext uri="{FF2B5EF4-FFF2-40B4-BE49-F238E27FC236}">
                <a16:creationId xmlns:a16="http://schemas.microsoft.com/office/drawing/2014/main" id="{683B6D2A-2CB8-34BD-CFB4-037FB524BC94}"/>
              </a:ext>
            </a:extLst>
          </p:cNvPr>
          <p:cNvPicPr>
            <a:picLocks noChangeAspect="1"/>
          </p:cNvPicPr>
          <p:nvPr/>
        </p:nvPicPr>
        <p:blipFill>
          <a:blip r:embed="rId4"/>
          <a:stretch>
            <a:fillRect/>
          </a:stretch>
        </p:blipFill>
        <p:spPr>
          <a:xfrm>
            <a:off x="926346" y="1316630"/>
            <a:ext cx="3235917" cy="3695216"/>
          </a:xfrm>
          <a:prstGeom prst="rect">
            <a:avLst/>
          </a:prstGeom>
        </p:spPr>
      </p:pic>
    </p:spTree>
    <p:extLst>
      <p:ext uri="{BB962C8B-B14F-4D97-AF65-F5344CB8AC3E}">
        <p14:creationId xmlns:p14="http://schemas.microsoft.com/office/powerpoint/2010/main" val="3248746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49FD0-F55C-ABE5-AC4E-13CB7E84BDB7}"/>
              </a:ext>
            </a:extLst>
          </p:cNvPr>
          <p:cNvSpPr>
            <a:spLocks noGrp="1"/>
          </p:cNvSpPr>
          <p:nvPr>
            <p:ph type="title"/>
          </p:nvPr>
        </p:nvSpPr>
        <p:spPr>
          <a:xfrm>
            <a:off x="764540" y="94233"/>
            <a:ext cx="10662919" cy="1107996"/>
          </a:xfrm>
        </p:spPr>
        <p:txBody>
          <a:bodyPr wrap="square" lIns="0" tIns="0" rIns="0" bIns="0" anchor="t">
            <a:spAutoFit/>
          </a:bodyPr>
          <a:lstStyle/>
          <a:p>
            <a:pPr algn="ctr"/>
            <a:r>
              <a:rPr lang="en-AU" sz="4400" b="1">
                <a:solidFill>
                  <a:srgbClr val="000000"/>
                </a:solidFill>
              </a:rPr>
              <a:t>COMP[39]900 Course Contact</a:t>
            </a:r>
            <a:endParaRPr lang="en-US" sz="4400"/>
          </a:p>
          <a:p>
            <a:endParaRPr lang="en-US"/>
          </a:p>
        </p:txBody>
      </p:sp>
      <p:sp>
        <p:nvSpPr>
          <p:cNvPr id="3" name="Text Placeholder 2">
            <a:extLst>
              <a:ext uri="{FF2B5EF4-FFF2-40B4-BE49-F238E27FC236}">
                <a16:creationId xmlns:a16="http://schemas.microsoft.com/office/drawing/2014/main" id="{48637331-64BC-5F5A-5D8B-829E1155A834}"/>
              </a:ext>
            </a:extLst>
          </p:cNvPr>
          <p:cNvSpPr>
            <a:spLocks noGrp="1"/>
          </p:cNvSpPr>
          <p:nvPr>
            <p:ph type="body" idx="1"/>
          </p:nvPr>
        </p:nvSpPr>
        <p:spPr>
          <a:xfrm>
            <a:off x="993139" y="1046479"/>
            <a:ext cx="9971405" cy="4108817"/>
          </a:xfrm>
        </p:spPr>
        <p:txBody>
          <a:bodyPr wrap="square" lIns="0" tIns="0" rIns="0" bIns="0" anchor="t">
            <a:spAutoFit/>
          </a:bodyPr>
          <a:lstStyle/>
          <a:p>
            <a:r>
              <a:rPr lang="en-US"/>
              <a:t>Course Administrators (Chitra &amp; Arthur) can be contacted via course emails.</a:t>
            </a:r>
          </a:p>
          <a:p>
            <a:endParaRPr lang="en-US"/>
          </a:p>
          <a:p>
            <a:r>
              <a:rPr lang="en-US"/>
              <a:t>Course Emails</a:t>
            </a:r>
          </a:p>
          <a:p>
            <a:pPr marL="457200" indent="-457200">
              <a:buFont typeface="Arial"/>
              <a:buChar char="•"/>
            </a:pPr>
            <a:r>
              <a:rPr lang="en-US"/>
              <a:t>COMP3900: </a:t>
            </a:r>
            <a:r>
              <a:rPr lang="en-US">
                <a:hlinkClick r:id="rId2"/>
              </a:rPr>
              <a:t>cs3900@cse.unsw.edu.au</a:t>
            </a:r>
            <a:endParaRPr lang="en-US"/>
          </a:p>
          <a:p>
            <a:pPr marL="457200" indent="-457200">
              <a:buFont typeface="Arial"/>
              <a:buChar char="•"/>
            </a:pPr>
            <a:r>
              <a:rPr lang="en-US"/>
              <a:t>COMP9900: </a:t>
            </a:r>
            <a:r>
              <a:rPr lang="en-US">
                <a:hlinkClick r:id="rId3"/>
              </a:rPr>
              <a:t>cs9900@cse.unsw.edu.au</a:t>
            </a:r>
            <a:endParaRPr lang="en-US"/>
          </a:p>
          <a:p>
            <a:endParaRPr lang="en-US"/>
          </a:p>
          <a:p>
            <a:pPr algn="l"/>
            <a:r>
              <a:rPr lang="en-US"/>
              <a:t>For ELS / ELP, please reach out to staff via the respective course email + CC </a:t>
            </a:r>
            <a:r>
              <a:rPr lang="en-US">
                <a:hlinkClick r:id="rId4"/>
              </a:rPr>
              <a:t>Iromie Samarasekara</a:t>
            </a:r>
          </a:p>
          <a:p>
            <a:endParaRPr lang="en-US" sz="1500">
              <a:solidFill>
                <a:srgbClr val="9198A1"/>
              </a:solidFill>
            </a:endParaRPr>
          </a:p>
        </p:txBody>
      </p:sp>
    </p:spTree>
    <p:extLst>
      <p:ext uri="{BB962C8B-B14F-4D97-AF65-F5344CB8AC3E}">
        <p14:creationId xmlns:p14="http://schemas.microsoft.com/office/powerpoint/2010/main" val="668999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a:extLst>
              <a:ext uri="{FF2B5EF4-FFF2-40B4-BE49-F238E27FC236}">
                <a16:creationId xmlns:a16="http://schemas.microsoft.com/office/drawing/2014/main" id="{B388888F-1389-1717-D3FA-A3AA9E9C1599}"/>
              </a:ext>
            </a:extLst>
          </p:cNvPr>
          <p:cNvSpPr txBox="1">
            <a:spLocks/>
          </p:cNvSpPr>
          <p:nvPr/>
        </p:nvSpPr>
        <p:spPr>
          <a:xfrm>
            <a:off x="-284254" y="208693"/>
            <a:ext cx="12474371" cy="689932"/>
          </a:xfrm>
          <a:prstGeom prst="rect">
            <a:avLst/>
          </a:prstGeom>
        </p:spPr>
        <p:txBody>
          <a:bodyPr vert="horz" wrap="square" lIns="0" tIns="12700" rIns="0" bIns="0" rtlCol="0" anchor="t">
            <a:spAutoFit/>
          </a:bodyPr>
          <a:lstStyle>
            <a:lvl1pPr>
              <a:defRPr sz="2800" b="0" i="0">
                <a:solidFill>
                  <a:schemeClr val="bg1"/>
                </a:solidFill>
                <a:latin typeface="Arial"/>
                <a:ea typeface="+mj-ea"/>
                <a:cs typeface="Arial"/>
              </a:defRPr>
            </a:lvl1pPr>
          </a:lstStyle>
          <a:p>
            <a:pPr algn="ctr"/>
            <a:r>
              <a:rPr lang="en-AU" sz="4400" b="1">
                <a:solidFill>
                  <a:srgbClr val="000000"/>
                </a:solidFill>
              </a:rPr>
              <a:t>COMP3900 Lab Schedule </a:t>
            </a:r>
            <a:endParaRPr lang="en-AU"/>
          </a:p>
        </p:txBody>
      </p:sp>
      <p:sp>
        <p:nvSpPr>
          <p:cNvPr id="5" name="TextBox 4">
            <a:extLst>
              <a:ext uri="{FF2B5EF4-FFF2-40B4-BE49-F238E27FC236}">
                <a16:creationId xmlns:a16="http://schemas.microsoft.com/office/drawing/2014/main" id="{D9D481E1-E383-0879-2DCC-5CD8453EEF3D}"/>
              </a:ext>
            </a:extLst>
          </p:cNvPr>
          <p:cNvSpPr txBox="1"/>
          <p:nvPr/>
        </p:nvSpPr>
        <p:spPr>
          <a:xfrm>
            <a:off x="50" y="5852069"/>
            <a:ext cx="42205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i="1"/>
              <a:t>*</a:t>
            </a:r>
            <a:r>
              <a:rPr lang="en-US" sz="1400" i="1">
                <a:hlinkClick r:id="rId2"/>
              </a:rPr>
              <a:t>COMP[39]9900 Moodle &gt; Lab Schedule</a:t>
            </a:r>
            <a:endParaRPr lang="en-US" sz="1400" i="1">
              <a:solidFill>
                <a:srgbClr val="000000"/>
              </a:solidFill>
            </a:endParaRPr>
          </a:p>
        </p:txBody>
      </p:sp>
      <p:pic>
        <p:nvPicPr>
          <p:cNvPr id="3" name="Picture 2" descr="A screenshot of a computer&#10;&#10;AI-generated content may be incorrect.">
            <a:extLst>
              <a:ext uri="{FF2B5EF4-FFF2-40B4-BE49-F238E27FC236}">
                <a16:creationId xmlns:a16="http://schemas.microsoft.com/office/drawing/2014/main" id="{A799814B-BB98-1458-E937-4E96F914CBBC}"/>
              </a:ext>
            </a:extLst>
          </p:cNvPr>
          <p:cNvPicPr>
            <a:picLocks noChangeAspect="1"/>
          </p:cNvPicPr>
          <p:nvPr/>
        </p:nvPicPr>
        <p:blipFill>
          <a:blip r:embed="rId3"/>
          <a:stretch>
            <a:fillRect/>
          </a:stretch>
        </p:blipFill>
        <p:spPr>
          <a:xfrm>
            <a:off x="2720108" y="894989"/>
            <a:ext cx="6643954" cy="4956596"/>
          </a:xfrm>
          <a:prstGeom prst="rect">
            <a:avLst/>
          </a:prstGeom>
        </p:spPr>
      </p:pic>
    </p:spTree>
    <p:extLst>
      <p:ext uri="{BB962C8B-B14F-4D97-AF65-F5344CB8AC3E}">
        <p14:creationId xmlns:p14="http://schemas.microsoft.com/office/powerpoint/2010/main" val="815146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F1108-CF1B-B86D-EF50-A6D409CF0B09}"/>
            </a:ext>
          </a:extLst>
        </p:cNvPr>
        <p:cNvGrpSpPr/>
        <p:nvPr/>
      </p:nvGrpSpPr>
      <p:grpSpPr>
        <a:xfrm>
          <a:off x="0" y="0"/>
          <a:ext cx="0" cy="0"/>
          <a:chOff x="0" y="0"/>
          <a:chExt cx="0" cy="0"/>
        </a:xfrm>
      </p:grpSpPr>
      <p:sp>
        <p:nvSpPr>
          <p:cNvPr id="11" name="object 2">
            <a:extLst>
              <a:ext uri="{FF2B5EF4-FFF2-40B4-BE49-F238E27FC236}">
                <a16:creationId xmlns:a16="http://schemas.microsoft.com/office/drawing/2014/main" id="{A2386056-5B3E-310A-1B1B-F95484BD3354}"/>
              </a:ext>
            </a:extLst>
          </p:cNvPr>
          <p:cNvSpPr txBox="1">
            <a:spLocks/>
          </p:cNvSpPr>
          <p:nvPr/>
        </p:nvSpPr>
        <p:spPr>
          <a:xfrm>
            <a:off x="-284254" y="208693"/>
            <a:ext cx="12474371" cy="689932"/>
          </a:xfrm>
          <a:prstGeom prst="rect">
            <a:avLst/>
          </a:prstGeom>
        </p:spPr>
        <p:txBody>
          <a:bodyPr vert="horz" wrap="square" lIns="0" tIns="12700" rIns="0" bIns="0" rtlCol="0" anchor="t">
            <a:spAutoFit/>
          </a:bodyPr>
          <a:lstStyle>
            <a:lvl1pPr>
              <a:defRPr sz="2800" b="0" i="0">
                <a:solidFill>
                  <a:schemeClr val="bg1"/>
                </a:solidFill>
                <a:latin typeface="Arial"/>
                <a:ea typeface="+mj-ea"/>
                <a:cs typeface="Arial"/>
              </a:defRPr>
            </a:lvl1pPr>
          </a:lstStyle>
          <a:p>
            <a:pPr algn="ctr"/>
            <a:r>
              <a:rPr lang="en-AU" sz="4400" b="1">
                <a:solidFill>
                  <a:srgbClr val="000000"/>
                </a:solidFill>
              </a:rPr>
              <a:t>COMP9900 Lab Schedule </a:t>
            </a:r>
            <a:endParaRPr lang="en-AU"/>
          </a:p>
        </p:txBody>
      </p:sp>
      <p:sp>
        <p:nvSpPr>
          <p:cNvPr id="5" name="TextBox 4">
            <a:extLst>
              <a:ext uri="{FF2B5EF4-FFF2-40B4-BE49-F238E27FC236}">
                <a16:creationId xmlns:a16="http://schemas.microsoft.com/office/drawing/2014/main" id="{59BE0C1E-A396-5F08-8CAF-DB34B232BE74}"/>
              </a:ext>
            </a:extLst>
          </p:cNvPr>
          <p:cNvSpPr txBox="1"/>
          <p:nvPr/>
        </p:nvSpPr>
        <p:spPr>
          <a:xfrm>
            <a:off x="50" y="5852069"/>
            <a:ext cx="42205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i="1"/>
              <a:t>*</a:t>
            </a:r>
            <a:r>
              <a:rPr lang="en-US" sz="1400" i="1">
                <a:hlinkClick r:id="rId2"/>
              </a:rPr>
              <a:t>COMP[39]9900 Moodle &gt; Lab Schedule</a:t>
            </a:r>
            <a:endParaRPr lang="en-US" sz="1400" i="1">
              <a:solidFill>
                <a:srgbClr val="000000"/>
              </a:solidFill>
            </a:endParaRPr>
          </a:p>
        </p:txBody>
      </p:sp>
      <p:pic>
        <p:nvPicPr>
          <p:cNvPr id="3" name="Picture 2" descr="A screenshot of a computer&#10;&#10;AI-generated content may be incorrect.">
            <a:extLst>
              <a:ext uri="{FF2B5EF4-FFF2-40B4-BE49-F238E27FC236}">
                <a16:creationId xmlns:a16="http://schemas.microsoft.com/office/drawing/2014/main" id="{1EF87C57-889F-D162-53F8-D022FDFABF4D}"/>
              </a:ext>
            </a:extLst>
          </p:cNvPr>
          <p:cNvPicPr>
            <a:picLocks noChangeAspect="1"/>
          </p:cNvPicPr>
          <p:nvPr/>
        </p:nvPicPr>
        <p:blipFill>
          <a:blip r:embed="rId3"/>
          <a:srcRect t="69" r="972" b="72"/>
          <a:stretch>
            <a:fillRect/>
          </a:stretch>
        </p:blipFill>
        <p:spPr>
          <a:xfrm>
            <a:off x="2897059" y="898436"/>
            <a:ext cx="6228918" cy="4949569"/>
          </a:xfrm>
          <a:prstGeom prst="rect">
            <a:avLst/>
          </a:prstGeom>
        </p:spPr>
      </p:pic>
    </p:spTree>
    <p:extLst>
      <p:ext uri="{BB962C8B-B14F-4D97-AF65-F5344CB8AC3E}">
        <p14:creationId xmlns:p14="http://schemas.microsoft.com/office/powerpoint/2010/main" val="486793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1C8BB-A433-D92F-6979-5DEE5C335F4D}"/>
            </a:ext>
          </a:extLst>
        </p:cNvPr>
        <p:cNvGrpSpPr/>
        <p:nvPr/>
      </p:nvGrpSpPr>
      <p:grpSpPr>
        <a:xfrm>
          <a:off x="0" y="0"/>
          <a:ext cx="0" cy="0"/>
          <a:chOff x="0" y="0"/>
          <a:chExt cx="0" cy="0"/>
        </a:xfrm>
      </p:grpSpPr>
      <p:sp>
        <p:nvSpPr>
          <p:cNvPr id="11" name="object 2">
            <a:extLst>
              <a:ext uri="{FF2B5EF4-FFF2-40B4-BE49-F238E27FC236}">
                <a16:creationId xmlns:a16="http://schemas.microsoft.com/office/drawing/2014/main" id="{8E82B8CA-B306-A4B6-7241-7C1344B3D64E}"/>
              </a:ext>
            </a:extLst>
          </p:cNvPr>
          <p:cNvSpPr txBox="1">
            <a:spLocks/>
          </p:cNvSpPr>
          <p:nvPr/>
        </p:nvSpPr>
        <p:spPr>
          <a:xfrm>
            <a:off x="-450942" y="256319"/>
            <a:ext cx="12474371" cy="689932"/>
          </a:xfrm>
          <a:prstGeom prst="rect">
            <a:avLst/>
          </a:prstGeom>
        </p:spPr>
        <p:txBody>
          <a:bodyPr vert="horz" wrap="square" lIns="0" tIns="12700" rIns="0" bIns="0" rtlCol="0" anchor="t">
            <a:spAutoFit/>
          </a:bodyPr>
          <a:lstStyle>
            <a:lvl1pPr>
              <a:defRPr sz="2800" b="0" i="0">
                <a:solidFill>
                  <a:schemeClr val="bg1"/>
                </a:solidFill>
                <a:latin typeface="Arial"/>
                <a:ea typeface="+mj-ea"/>
                <a:cs typeface="Arial"/>
              </a:defRPr>
            </a:lvl1pPr>
          </a:lstStyle>
          <a:p>
            <a:pPr algn="ctr"/>
            <a:r>
              <a:rPr lang="en-AU" sz="4400" b="1">
                <a:solidFill>
                  <a:srgbClr val="000000"/>
                </a:solidFill>
              </a:rPr>
              <a:t>COMP[39]900 Workshop Schedule </a:t>
            </a:r>
            <a:endParaRPr lang="en-AU"/>
          </a:p>
        </p:txBody>
      </p:sp>
      <p:sp>
        <p:nvSpPr>
          <p:cNvPr id="5" name="TextBox 4">
            <a:extLst>
              <a:ext uri="{FF2B5EF4-FFF2-40B4-BE49-F238E27FC236}">
                <a16:creationId xmlns:a16="http://schemas.microsoft.com/office/drawing/2014/main" id="{59F237C7-72A3-DBDD-84FD-54D0E68F59DE}"/>
              </a:ext>
            </a:extLst>
          </p:cNvPr>
          <p:cNvSpPr txBox="1"/>
          <p:nvPr/>
        </p:nvSpPr>
        <p:spPr>
          <a:xfrm>
            <a:off x="50" y="5852069"/>
            <a:ext cx="42205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400" i="1">
                <a:latin typeface="Calibri"/>
                <a:ea typeface="Calibri"/>
                <a:cs typeface="Calibri"/>
              </a:rPr>
              <a:t>*</a:t>
            </a:r>
            <a:r>
              <a:rPr lang="en-US" sz="1400" i="1">
                <a:latin typeface="Calibri"/>
                <a:ea typeface="Calibri"/>
                <a:cs typeface="Calibri"/>
                <a:hlinkClick r:id="rId2"/>
              </a:rPr>
              <a:t>COMP[39]9900 Moodle &gt; Workshop Schedule</a:t>
            </a:r>
            <a:endParaRPr lang="en-US">
              <a:hlinkClick r:id="rId2"/>
            </a:endParaRPr>
          </a:p>
        </p:txBody>
      </p:sp>
      <p:pic>
        <p:nvPicPr>
          <p:cNvPr id="2" name="Picture 1" descr="A screenshot of a computer&#10;&#10;AI-generated content may be incorrect.">
            <a:extLst>
              <a:ext uri="{FF2B5EF4-FFF2-40B4-BE49-F238E27FC236}">
                <a16:creationId xmlns:a16="http://schemas.microsoft.com/office/drawing/2014/main" id="{56BC4D64-E5E0-3E64-6194-6A9CA471A6EC}"/>
              </a:ext>
            </a:extLst>
          </p:cNvPr>
          <p:cNvPicPr>
            <a:picLocks noChangeAspect="1"/>
          </p:cNvPicPr>
          <p:nvPr/>
        </p:nvPicPr>
        <p:blipFill>
          <a:blip r:embed="rId3"/>
          <a:stretch>
            <a:fillRect/>
          </a:stretch>
        </p:blipFill>
        <p:spPr>
          <a:xfrm>
            <a:off x="64697" y="1227900"/>
            <a:ext cx="11918831" cy="4474085"/>
          </a:xfrm>
          <a:prstGeom prst="rect">
            <a:avLst/>
          </a:prstGeom>
        </p:spPr>
      </p:pic>
    </p:spTree>
    <p:extLst>
      <p:ext uri="{BB962C8B-B14F-4D97-AF65-F5344CB8AC3E}">
        <p14:creationId xmlns:p14="http://schemas.microsoft.com/office/powerpoint/2010/main" val="32114065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400" b="1">
                <a:solidFill>
                  <a:srgbClr val="000000"/>
                </a:solidFill>
                <a:latin typeface="Arial"/>
                <a:cs typeface="Arial"/>
              </a:rPr>
              <a:t>Course</a:t>
            </a:r>
            <a:r>
              <a:rPr sz="4400" b="1" spc="-25">
                <a:solidFill>
                  <a:srgbClr val="000000"/>
                </a:solidFill>
                <a:latin typeface="Arial"/>
                <a:cs typeface="Arial"/>
              </a:rPr>
              <a:t> </a:t>
            </a:r>
            <a:r>
              <a:rPr sz="4400" b="1" spc="-10">
                <a:solidFill>
                  <a:srgbClr val="000000"/>
                </a:solidFill>
                <a:latin typeface="Arial"/>
                <a:cs typeface="Arial"/>
              </a:rPr>
              <a:t>Summary</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11</a:t>
            </a:fld>
            <a:endParaRPr spc="-25"/>
          </a:p>
        </p:txBody>
      </p:sp>
      <p:sp>
        <p:nvSpPr>
          <p:cNvPr id="3" name="object 3"/>
          <p:cNvSpPr txBox="1"/>
          <p:nvPr/>
        </p:nvSpPr>
        <p:spPr>
          <a:xfrm>
            <a:off x="993139" y="1243329"/>
            <a:ext cx="9827895" cy="4159472"/>
          </a:xfrm>
          <a:prstGeom prst="rect">
            <a:avLst/>
          </a:prstGeom>
        </p:spPr>
        <p:txBody>
          <a:bodyPr vert="horz" wrap="square" lIns="0" tIns="12065" rIns="0" bIns="0" rtlCol="0">
            <a:spAutoFit/>
          </a:bodyPr>
          <a:lstStyle/>
          <a:p>
            <a:pPr marL="355600" indent="-342900">
              <a:lnSpc>
                <a:spcPct val="100000"/>
              </a:lnSpc>
              <a:spcBef>
                <a:spcPts val="95"/>
              </a:spcBef>
              <a:buChar char="•"/>
              <a:tabLst>
                <a:tab pos="355600" algn="l"/>
              </a:tabLst>
            </a:pPr>
            <a:r>
              <a:rPr sz="2800">
                <a:latin typeface="Arial"/>
                <a:cs typeface="Arial"/>
              </a:rPr>
              <a:t>A</a:t>
            </a:r>
            <a:r>
              <a:rPr sz="2800" spc="-195">
                <a:latin typeface="Arial"/>
                <a:cs typeface="Arial"/>
              </a:rPr>
              <a:t> </a:t>
            </a:r>
            <a:r>
              <a:rPr sz="2800" b="1">
                <a:latin typeface="Arial"/>
                <a:cs typeface="Arial"/>
              </a:rPr>
              <a:t>software</a:t>
            </a:r>
            <a:r>
              <a:rPr sz="2800" b="1" spc="-100">
                <a:latin typeface="Arial"/>
                <a:cs typeface="Arial"/>
              </a:rPr>
              <a:t> </a:t>
            </a:r>
            <a:r>
              <a:rPr sz="2800">
                <a:latin typeface="Arial"/>
                <a:cs typeface="Arial"/>
              </a:rPr>
              <a:t>project</a:t>
            </a:r>
            <a:r>
              <a:rPr sz="2800" spc="-75">
                <a:latin typeface="Arial"/>
                <a:cs typeface="Arial"/>
              </a:rPr>
              <a:t> </a:t>
            </a:r>
            <a:r>
              <a:rPr sz="2800" b="1">
                <a:latin typeface="Arial"/>
                <a:cs typeface="Arial"/>
              </a:rPr>
              <a:t>capstone</a:t>
            </a:r>
            <a:r>
              <a:rPr sz="2800" b="1" spc="-60">
                <a:latin typeface="Arial"/>
                <a:cs typeface="Arial"/>
              </a:rPr>
              <a:t> </a:t>
            </a:r>
            <a:r>
              <a:rPr sz="2800" spc="-10">
                <a:latin typeface="Arial"/>
                <a:cs typeface="Arial"/>
              </a:rPr>
              <a:t>course</a:t>
            </a:r>
            <a:endParaRPr sz="2800">
              <a:latin typeface="Arial"/>
              <a:cs typeface="Arial"/>
            </a:endParaRPr>
          </a:p>
          <a:p>
            <a:pPr>
              <a:lnSpc>
                <a:spcPct val="100000"/>
              </a:lnSpc>
              <a:spcBef>
                <a:spcPts val="740"/>
              </a:spcBef>
              <a:buFont typeface="Arial"/>
              <a:buChar char="•"/>
            </a:pPr>
            <a:endParaRPr sz="2800">
              <a:latin typeface="Arial"/>
              <a:cs typeface="Arial"/>
            </a:endParaRPr>
          </a:p>
          <a:p>
            <a:pPr marL="355600" indent="-342900">
              <a:lnSpc>
                <a:spcPct val="100000"/>
              </a:lnSpc>
              <a:spcBef>
                <a:spcPts val="5"/>
              </a:spcBef>
              <a:buChar char="•"/>
              <a:tabLst>
                <a:tab pos="355600" algn="l"/>
              </a:tabLst>
            </a:pPr>
            <a:r>
              <a:rPr sz="2800">
                <a:latin typeface="Arial"/>
                <a:cs typeface="Arial"/>
              </a:rPr>
              <a:t>Students</a:t>
            </a:r>
            <a:r>
              <a:rPr sz="2800" spc="-90">
                <a:latin typeface="Arial"/>
                <a:cs typeface="Arial"/>
              </a:rPr>
              <a:t> </a:t>
            </a:r>
            <a:r>
              <a:rPr sz="2800">
                <a:latin typeface="Arial"/>
                <a:cs typeface="Arial"/>
              </a:rPr>
              <a:t>work</a:t>
            </a:r>
            <a:r>
              <a:rPr sz="2800" spc="-55">
                <a:latin typeface="Arial"/>
                <a:cs typeface="Arial"/>
              </a:rPr>
              <a:t> </a:t>
            </a:r>
            <a:r>
              <a:rPr sz="2800">
                <a:latin typeface="Arial"/>
                <a:cs typeface="Arial"/>
              </a:rPr>
              <a:t>in</a:t>
            </a:r>
            <a:r>
              <a:rPr sz="2800" spc="-75">
                <a:latin typeface="Arial"/>
                <a:cs typeface="Arial"/>
              </a:rPr>
              <a:t> </a:t>
            </a:r>
            <a:r>
              <a:rPr sz="2800">
                <a:latin typeface="Arial"/>
                <a:cs typeface="Arial"/>
              </a:rPr>
              <a:t>teams</a:t>
            </a:r>
            <a:r>
              <a:rPr sz="2800" spc="-65">
                <a:latin typeface="Arial"/>
                <a:cs typeface="Arial"/>
              </a:rPr>
              <a:t> </a:t>
            </a:r>
            <a:r>
              <a:rPr sz="2800">
                <a:latin typeface="Arial"/>
                <a:cs typeface="Arial"/>
              </a:rPr>
              <a:t>to</a:t>
            </a:r>
            <a:r>
              <a:rPr sz="2800" spc="-50">
                <a:latin typeface="Arial"/>
                <a:cs typeface="Arial"/>
              </a:rPr>
              <a:t> </a:t>
            </a:r>
            <a:r>
              <a:rPr sz="2800" b="1">
                <a:latin typeface="Arial"/>
                <a:cs typeface="Arial"/>
              </a:rPr>
              <a:t>define</a:t>
            </a:r>
            <a:r>
              <a:rPr sz="2800">
                <a:latin typeface="Arial"/>
                <a:cs typeface="Arial"/>
              </a:rPr>
              <a:t>,</a:t>
            </a:r>
            <a:r>
              <a:rPr sz="2800" spc="-60">
                <a:latin typeface="Arial"/>
                <a:cs typeface="Arial"/>
              </a:rPr>
              <a:t> </a:t>
            </a:r>
            <a:r>
              <a:rPr sz="2800" b="1">
                <a:latin typeface="Arial"/>
                <a:cs typeface="Arial"/>
              </a:rPr>
              <a:t>implement</a:t>
            </a:r>
            <a:r>
              <a:rPr sz="2800" b="1" spc="-60">
                <a:latin typeface="Arial"/>
                <a:cs typeface="Arial"/>
              </a:rPr>
              <a:t> </a:t>
            </a:r>
            <a:r>
              <a:rPr sz="2800">
                <a:latin typeface="Arial"/>
                <a:cs typeface="Arial"/>
              </a:rPr>
              <a:t>and</a:t>
            </a:r>
            <a:r>
              <a:rPr sz="2800" spc="-65">
                <a:latin typeface="Arial"/>
                <a:cs typeface="Arial"/>
              </a:rPr>
              <a:t> </a:t>
            </a:r>
            <a:r>
              <a:rPr sz="2800" b="1" spc="-10">
                <a:latin typeface="Arial"/>
                <a:cs typeface="Arial"/>
              </a:rPr>
              <a:t>evaluate</a:t>
            </a:r>
            <a:endParaRPr sz="2800">
              <a:latin typeface="Arial"/>
              <a:cs typeface="Arial"/>
            </a:endParaRPr>
          </a:p>
          <a:p>
            <a:pPr marL="355600">
              <a:lnSpc>
                <a:spcPct val="100000"/>
              </a:lnSpc>
            </a:pPr>
            <a:r>
              <a:rPr sz="2800">
                <a:latin typeface="Arial"/>
                <a:cs typeface="Arial"/>
              </a:rPr>
              <a:t>a</a:t>
            </a:r>
            <a:r>
              <a:rPr sz="2800" spc="-60">
                <a:latin typeface="Arial"/>
                <a:cs typeface="Arial"/>
              </a:rPr>
              <a:t> </a:t>
            </a:r>
            <a:r>
              <a:rPr sz="2800" b="1" spc="-10">
                <a:latin typeface="Arial"/>
                <a:cs typeface="Arial"/>
              </a:rPr>
              <a:t>real-</a:t>
            </a:r>
            <a:r>
              <a:rPr sz="2800" b="1">
                <a:latin typeface="Arial"/>
                <a:cs typeface="Arial"/>
              </a:rPr>
              <a:t>world</a:t>
            </a:r>
            <a:r>
              <a:rPr sz="2800" b="1" spc="-65">
                <a:latin typeface="Arial"/>
                <a:cs typeface="Arial"/>
              </a:rPr>
              <a:t> </a:t>
            </a:r>
            <a:r>
              <a:rPr sz="2800">
                <a:latin typeface="Arial"/>
                <a:cs typeface="Arial"/>
              </a:rPr>
              <a:t>software</a:t>
            </a:r>
            <a:r>
              <a:rPr sz="2800" spc="-70">
                <a:latin typeface="Arial"/>
                <a:cs typeface="Arial"/>
              </a:rPr>
              <a:t> </a:t>
            </a:r>
            <a:r>
              <a:rPr sz="2800" spc="-10">
                <a:latin typeface="Arial"/>
                <a:cs typeface="Arial"/>
              </a:rPr>
              <a:t>system</a:t>
            </a:r>
            <a:r>
              <a:rPr lang="en-AU" sz="2800" spc="-10">
                <a:latin typeface="Arial"/>
                <a:cs typeface="Arial"/>
              </a:rPr>
              <a:t> or research</a:t>
            </a:r>
            <a:endParaRPr sz="2800">
              <a:latin typeface="Arial"/>
              <a:cs typeface="Arial"/>
            </a:endParaRPr>
          </a:p>
          <a:p>
            <a:pPr>
              <a:lnSpc>
                <a:spcPct val="100000"/>
              </a:lnSpc>
              <a:spcBef>
                <a:spcPts val="740"/>
              </a:spcBef>
            </a:pPr>
            <a:endParaRPr sz="2800">
              <a:latin typeface="Arial"/>
              <a:cs typeface="Arial"/>
            </a:endParaRPr>
          </a:p>
          <a:p>
            <a:pPr marL="355600" indent="-342900">
              <a:lnSpc>
                <a:spcPct val="100000"/>
              </a:lnSpc>
              <a:buChar char="•"/>
              <a:tabLst>
                <a:tab pos="355600" algn="l"/>
              </a:tabLst>
            </a:pPr>
            <a:r>
              <a:rPr lang="en-AU" sz="2800">
                <a:latin typeface="Arial"/>
                <a:cs typeface="Arial"/>
              </a:rPr>
              <a:t>All</a:t>
            </a:r>
            <a:r>
              <a:rPr sz="2800" spc="-55">
                <a:latin typeface="Arial"/>
                <a:cs typeface="Arial"/>
              </a:rPr>
              <a:t> </a:t>
            </a:r>
            <a:r>
              <a:rPr sz="2800">
                <a:latin typeface="Arial"/>
                <a:cs typeface="Arial"/>
              </a:rPr>
              <a:t>of</a:t>
            </a:r>
            <a:r>
              <a:rPr sz="2800" spc="-50">
                <a:latin typeface="Arial"/>
                <a:cs typeface="Arial"/>
              </a:rPr>
              <a:t> </a:t>
            </a:r>
            <a:r>
              <a:rPr sz="2800">
                <a:latin typeface="Arial"/>
                <a:cs typeface="Arial"/>
              </a:rPr>
              <a:t>the</a:t>
            </a:r>
            <a:r>
              <a:rPr sz="2800" spc="-50">
                <a:latin typeface="Arial"/>
                <a:cs typeface="Arial"/>
              </a:rPr>
              <a:t> </a:t>
            </a:r>
            <a:r>
              <a:rPr sz="2800">
                <a:latin typeface="Arial"/>
                <a:cs typeface="Arial"/>
              </a:rPr>
              <a:t>work</a:t>
            </a:r>
            <a:r>
              <a:rPr sz="2800" spc="-40">
                <a:latin typeface="Arial"/>
                <a:cs typeface="Arial"/>
              </a:rPr>
              <a:t> </a:t>
            </a:r>
            <a:r>
              <a:rPr sz="2800">
                <a:latin typeface="Arial"/>
                <a:cs typeface="Arial"/>
              </a:rPr>
              <a:t>in</a:t>
            </a:r>
            <a:r>
              <a:rPr sz="2800" spc="-40">
                <a:latin typeface="Arial"/>
                <a:cs typeface="Arial"/>
              </a:rPr>
              <a:t> </a:t>
            </a:r>
            <a:r>
              <a:rPr sz="2800">
                <a:latin typeface="Arial"/>
                <a:cs typeface="Arial"/>
              </a:rPr>
              <a:t>this</a:t>
            </a:r>
            <a:r>
              <a:rPr sz="2800" spc="-55">
                <a:latin typeface="Arial"/>
                <a:cs typeface="Arial"/>
              </a:rPr>
              <a:t> </a:t>
            </a:r>
            <a:r>
              <a:rPr sz="2800">
                <a:latin typeface="Arial"/>
                <a:cs typeface="Arial"/>
              </a:rPr>
              <a:t>course</a:t>
            </a:r>
            <a:r>
              <a:rPr sz="2800" spc="-40">
                <a:latin typeface="Arial"/>
                <a:cs typeface="Arial"/>
              </a:rPr>
              <a:t> </a:t>
            </a:r>
            <a:r>
              <a:rPr sz="2800">
                <a:latin typeface="Arial"/>
                <a:cs typeface="Arial"/>
              </a:rPr>
              <a:t>is</a:t>
            </a:r>
            <a:r>
              <a:rPr sz="2800" spc="-20">
                <a:latin typeface="Arial"/>
                <a:cs typeface="Arial"/>
              </a:rPr>
              <a:t> </a:t>
            </a:r>
            <a:r>
              <a:rPr sz="2800" b="1" spc="-25">
                <a:latin typeface="Arial"/>
                <a:cs typeface="Arial"/>
              </a:rPr>
              <a:t>team-</a:t>
            </a:r>
            <a:r>
              <a:rPr sz="2800" b="1">
                <a:latin typeface="Arial"/>
                <a:cs typeface="Arial"/>
              </a:rPr>
              <a:t>based</a:t>
            </a:r>
            <a:r>
              <a:rPr sz="2800" b="1" spc="-10">
                <a:latin typeface="Arial"/>
                <a:cs typeface="Arial"/>
              </a:rPr>
              <a:t> </a:t>
            </a:r>
            <a:r>
              <a:rPr sz="2800" b="1">
                <a:latin typeface="Arial"/>
                <a:cs typeface="Arial"/>
              </a:rPr>
              <a:t>project</a:t>
            </a:r>
            <a:r>
              <a:rPr sz="2800" b="1" spc="-40">
                <a:latin typeface="Arial"/>
                <a:cs typeface="Arial"/>
              </a:rPr>
              <a:t> </a:t>
            </a:r>
            <a:r>
              <a:rPr sz="2800" b="1" spc="-20">
                <a:latin typeface="Arial"/>
                <a:cs typeface="Arial"/>
              </a:rPr>
              <a:t>work</a:t>
            </a:r>
            <a:endParaRPr sz="2800">
              <a:latin typeface="Arial"/>
              <a:cs typeface="Arial"/>
            </a:endParaRPr>
          </a:p>
          <a:p>
            <a:pPr>
              <a:lnSpc>
                <a:spcPct val="100000"/>
              </a:lnSpc>
              <a:spcBef>
                <a:spcPts val="740"/>
              </a:spcBef>
              <a:buFont typeface="Arial"/>
              <a:buChar char="•"/>
            </a:pPr>
            <a:endParaRPr sz="2800">
              <a:latin typeface="Arial"/>
              <a:cs typeface="Arial"/>
            </a:endParaRPr>
          </a:p>
          <a:p>
            <a:pPr marL="355600" marR="64135" indent="-343535">
              <a:lnSpc>
                <a:spcPct val="100000"/>
              </a:lnSpc>
              <a:spcBef>
                <a:spcPts val="5"/>
              </a:spcBef>
              <a:buChar char="•"/>
              <a:tabLst>
                <a:tab pos="355600" algn="l"/>
              </a:tabLst>
            </a:pPr>
            <a:r>
              <a:rPr sz="2800">
                <a:latin typeface="Arial"/>
                <a:cs typeface="Arial"/>
              </a:rPr>
              <a:t>There</a:t>
            </a:r>
            <a:r>
              <a:rPr sz="2800" spc="-75">
                <a:latin typeface="Arial"/>
                <a:cs typeface="Arial"/>
              </a:rPr>
              <a:t> </a:t>
            </a:r>
            <a:r>
              <a:rPr sz="2800">
                <a:latin typeface="Arial"/>
                <a:cs typeface="Arial"/>
              </a:rPr>
              <a:t>are</a:t>
            </a:r>
            <a:r>
              <a:rPr sz="2800" spc="-95">
                <a:latin typeface="Arial"/>
                <a:cs typeface="Arial"/>
              </a:rPr>
              <a:t> </a:t>
            </a:r>
            <a:r>
              <a:rPr sz="2800">
                <a:latin typeface="Arial"/>
                <a:cs typeface="Arial"/>
              </a:rPr>
              <a:t>some</a:t>
            </a:r>
            <a:r>
              <a:rPr sz="2800" spc="-55">
                <a:latin typeface="Arial"/>
                <a:cs typeface="Arial"/>
              </a:rPr>
              <a:t> </a:t>
            </a:r>
            <a:r>
              <a:rPr sz="2800" b="1">
                <a:latin typeface="Arial"/>
                <a:cs typeface="Arial"/>
              </a:rPr>
              <a:t>introductory</a:t>
            </a:r>
            <a:r>
              <a:rPr sz="2800" b="1" spc="-60">
                <a:latin typeface="Arial"/>
                <a:cs typeface="Arial"/>
              </a:rPr>
              <a:t> </a:t>
            </a:r>
            <a:r>
              <a:rPr sz="2800">
                <a:latin typeface="Arial"/>
                <a:cs typeface="Arial"/>
              </a:rPr>
              <a:t>lectures</a:t>
            </a:r>
            <a:r>
              <a:rPr sz="2800" spc="-85">
                <a:latin typeface="Arial"/>
                <a:cs typeface="Arial"/>
              </a:rPr>
              <a:t> </a:t>
            </a:r>
            <a:r>
              <a:rPr sz="2800">
                <a:latin typeface="Arial"/>
                <a:cs typeface="Arial"/>
              </a:rPr>
              <a:t>on</a:t>
            </a:r>
            <a:r>
              <a:rPr sz="2800" spc="-65">
                <a:latin typeface="Arial"/>
                <a:cs typeface="Arial"/>
              </a:rPr>
              <a:t> </a:t>
            </a:r>
            <a:r>
              <a:rPr sz="2800" b="1">
                <a:latin typeface="Arial"/>
                <a:cs typeface="Arial"/>
              </a:rPr>
              <a:t>software</a:t>
            </a:r>
            <a:r>
              <a:rPr sz="2800" b="1" spc="-75">
                <a:latin typeface="Arial"/>
                <a:cs typeface="Arial"/>
              </a:rPr>
              <a:t> </a:t>
            </a:r>
            <a:r>
              <a:rPr sz="2800" b="1" spc="-10">
                <a:latin typeface="Arial"/>
                <a:cs typeface="Arial"/>
              </a:rPr>
              <a:t>project </a:t>
            </a:r>
            <a:r>
              <a:rPr sz="2800" b="1">
                <a:latin typeface="Arial"/>
                <a:cs typeface="Arial"/>
              </a:rPr>
              <a:t>management</a:t>
            </a:r>
            <a:r>
              <a:rPr sz="2800" b="1" spc="-110">
                <a:latin typeface="Arial"/>
                <a:cs typeface="Arial"/>
              </a:rPr>
              <a:t> </a:t>
            </a:r>
            <a:r>
              <a:rPr sz="2800" b="1">
                <a:latin typeface="Arial"/>
                <a:cs typeface="Arial"/>
              </a:rPr>
              <a:t>techniques</a:t>
            </a:r>
            <a:r>
              <a:rPr sz="2800" b="1" spc="-85">
                <a:latin typeface="Arial"/>
                <a:cs typeface="Arial"/>
              </a:rPr>
              <a:t> </a:t>
            </a:r>
            <a:r>
              <a:rPr sz="2800">
                <a:latin typeface="Arial"/>
                <a:cs typeface="Arial"/>
              </a:rPr>
              <a:t>and</a:t>
            </a:r>
            <a:r>
              <a:rPr sz="2800" spc="-130">
                <a:latin typeface="Arial"/>
                <a:cs typeface="Arial"/>
              </a:rPr>
              <a:t> </a:t>
            </a:r>
            <a:r>
              <a:rPr sz="2800" b="1">
                <a:latin typeface="Arial"/>
                <a:cs typeface="Arial"/>
              </a:rPr>
              <a:t>teamwork</a:t>
            </a:r>
            <a:r>
              <a:rPr sz="2800" b="1" spc="-110">
                <a:latin typeface="Arial"/>
                <a:cs typeface="Arial"/>
              </a:rPr>
              <a:t> </a:t>
            </a:r>
            <a:r>
              <a:rPr sz="2800" b="1" spc="-10">
                <a:latin typeface="Arial"/>
                <a:cs typeface="Arial"/>
              </a:rPr>
              <a:t>strategies</a:t>
            </a:r>
            <a:endParaRPr sz="280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9655" y="269118"/>
            <a:ext cx="10662919" cy="696595"/>
          </a:xfrm>
          <a:prstGeom prst="rect">
            <a:avLst/>
          </a:prstGeom>
        </p:spPr>
        <p:txBody>
          <a:bodyPr vert="horz" wrap="square" lIns="0" tIns="12700" rIns="0" bIns="0" rtlCol="0">
            <a:spAutoFit/>
          </a:bodyPr>
          <a:lstStyle/>
          <a:p>
            <a:pPr marL="12700">
              <a:lnSpc>
                <a:spcPct val="100000"/>
              </a:lnSpc>
              <a:spcBef>
                <a:spcPts val="100"/>
              </a:spcBef>
            </a:pPr>
            <a:r>
              <a:rPr sz="4400" b="1">
                <a:solidFill>
                  <a:srgbClr val="000000"/>
                </a:solidFill>
                <a:latin typeface="Arial"/>
                <a:cs typeface="Arial"/>
              </a:rPr>
              <a:t>Course</a:t>
            </a:r>
            <a:r>
              <a:rPr sz="4400" b="1" spc="-25">
                <a:solidFill>
                  <a:srgbClr val="000000"/>
                </a:solidFill>
                <a:latin typeface="Arial"/>
                <a:cs typeface="Arial"/>
              </a:rPr>
              <a:t> </a:t>
            </a:r>
            <a:r>
              <a:rPr sz="4400" b="1">
                <a:solidFill>
                  <a:srgbClr val="000000"/>
                </a:solidFill>
                <a:latin typeface="Arial"/>
                <a:cs typeface="Arial"/>
              </a:rPr>
              <a:t>Summary</a:t>
            </a:r>
            <a:r>
              <a:rPr sz="4400" b="1" spc="-20">
                <a:solidFill>
                  <a:srgbClr val="000000"/>
                </a:solidFill>
                <a:latin typeface="Arial"/>
                <a:cs typeface="Arial"/>
              </a:rPr>
              <a:t> </a:t>
            </a:r>
            <a:r>
              <a:rPr sz="4400" b="1" spc="-10">
                <a:solidFill>
                  <a:srgbClr val="000000"/>
                </a:solidFill>
                <a:latin typeface="Arial"/>
                <a:cs typeface="Arial"/>
              </a:rPr>
              <a:t>(cont’d)</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12</a:t>
            </a:fld>
            <a:endParaRPr spc="-25"/>
          </a:p>
        </p:txBody>
      </p:sp>
      <p:sp>
        <p:nvSpPr>
          <p:cNvPr id="3" name="object 3"/>
          <p:cNvSpPr txBox="1"/>
          <p:nvPr/>
        </p:nvSpPr>
        <p:spPr>
          <a:xfrm>
            <a:off x="583713" y="1390732"/>
            <a:ext cx="11033946" cy="3792705"/>
          </a:xfrm>
          <a:prstGeom prst="rect">
            <a:avLst/>
          </a:prstGeom>
        </p:spPr>
        <p:txBody>
          <a:bodyPr vert="horz" wrap="square" lIns="0" tIns="12065" rIns="0" bIns="0" rtlCol="0" anchor="t">
            <a:spAutoFit/>
          </a:bodyPr>
          <a:lstStyle/>
          <a:p>
            <a:pPr marL="354965" marR="338455" indent="-342900">
              <a:lnSpc>
                <a:spcPct val="100000"/>
              </a:lnSpc>
              <a:spcBef>
                <a:spcPts val="95"/>
              </a:spcBef>
              <a:buChar char="•"/>
              <a:tabLst>
                <a:tab pos="354965" algn="l"/>
              </a:tabLst>
            </a:pPr>
            <a:r>
              <a:rPr sz="2600">
                <a:latin typeface="Arial"/>
                <a:cs typeface="Arial"/>
              </a:rPr>
              <a:t>Project</a:t>
            </a:r>
            <a:r>
              <a:rPr sz="2600" spc="-90">
                <a:latin typeface="Arial"/>
                <a:cs typeface="Arial"/>
              </a:rPr>
              <a:t> </a:t>
            </a:r>
            <a:r>
              <a:rPr sz="2600">
                <a:latin typeface="Arial"/>
                <a:cs typeface="Arial"/>
              </a:rPr>
              <a:t>teams</a:t>
            </a:r>
            <a:r>
              <a:rPr sz="2600" spc="-80">
                <a:latin typeface="Arial"/>
                <a:cs typeface="Arial"/>
              </a:rPr>
              <a:t> </a:t>
            </a:r>
            <a:r>
              <a:rPr sz="2600">
                <a:latin typeface="Arial"/>
                <a:cs typeface="Arial"/>
              </a:rPr>
              <a:t>meet</a:t>
            </a:r>
            <a:r>
              <a:rPr sz="2600" spc="-65">
                <a:latin typeface="Arial"/>
                <a:cs typeface="Arial"/>
              </a:rPr>
              <a:t> </a:t>
            </a:r>
            <a:r>
              <a:rPr sz="2600" b="1">
                <a:latin typeface="Arial"/>
                <a:cs typeface="Arial"/>
              </a:rPr>
              <a:t>weekly</a:t>
            </a:r>
            <a:r>
              <a:rPr sz="2600" b="1" spc="-65">
                <a:latin typeface="Arial"/>
                <a:cs typeface="Arial"/>
              </a:rPr>
              <a:t> </a:t>
            </a:r>
            <a:r>
              <a:rPr sz="2600">
                <a:latin typeface="Arial"/>
                <a:cs typeface="Arial"/>
              </a:rPr>
              <a:t>with</a:t>
            </a:r>
            <a:r>
              <a:rPr sz="2600" spc="-70">
                <a:latin typeface="Arial"/>
                <a:cs typeface="Arial"/>
              </a:rPr>
              <a:t> </a:t>
            </a:r>
            <a:r>
              <a:rPr sz="2600">
                <a:latin typeface="Arial"/>
                <a:cs typeface="Arial"/>
              </a:rPr>
              <a:t>project</a:t>
            </a:r>
            <a:r>
              <a:rPr sz="2600" spc="-75">
                <a:latin typeface="Arial"/>
                <a:cs typeface="Arial"/>
              </a:rPr>
              <a:t> </a:t>
            </a:r>
            <a:r>
              <a:rPr sz="2600" b="1">
                <a:latin typeface="Arial"/>
                <a:cs typeface="Arial"/>
              </a:rPr>
              <a:t>mentors</a:t>
            </a:r>
            <a:r>
              <a:rPr sz="2600" b="1" spc="-50">
                <a:latin typeface="Arial"/>
                <a:cs typeface="Arial"/>
              </a:rPr>
              <a:t> </a:t>
            </a:r>
            <a:r>
              <a:rPr sz="2600" spc="-25">
                <a:latin typeface="Arial"/>
                <a:cs typeface="Arial"/>
              </a:rPr>
              <a:t>to </a:t>
            </a:r>
            <a:r>
              <a:rPr sz="2600">
                <a:latin typeface="Arial"/>
                <a:cs typeface="Arial"/>
              </a:rPr>
              <a:t>report</a:t>
            </a:r>
            <a:r>
              <a:rPr sz="2600" spc="-50">
                <a:latin typeface="Arial"/>
                <a:cs typeface="Arial"/>
              </a:rPr>
              <a:t> </a:t>
            </a:r>
            <a:r>
              <a:rPr sz="2600">
                <a:latin typeface="Arial"/>
                <a:cs typeface="Arial"/>
              </a:rPr>
              <a:t>on</a:t>
            </a:r>
            <a:r>
              <a:rPr sz="2600" spc="-50">
                <a:latin typeface="Arial"/>
                <a:cs typeface="Arial"/>
              </a:rPr>
              <a:t> </a:t>
            </a:r>
            <a:r>
              <a:rPr sz="2600">
                <a:latin typeface="Arial"/>
                <a:cs typeface="Arial"/>
              </a:rPr>
              <a:t>the</a:t>
            </a:r>
            <a:r>
              <a:rPr sz="2600" spc="-45">
                <a:latin typeface="Arial"/>
                <a:cs typeface="Arial"/>
              </a:rPr>
              <a:t> </a:t>
            </a:r>
            <a:r>
              <a:rPr sz="2600">
                <a:latin typeface="Arial"/>
                <a:cs typeface="Arial"/>
              </a:rPr>
              <a:t>progress</a:t>
            </a:r>
            <a:r>
              <a:rPr sz="2600" spc="-55">
                <a:latin typeface="Arial"/>
                <a:cs typeface="Arial"/>
              </a:rPr>
              <a:t> </a:t>
            </a:r>
            <a:r>
              <a:rPr sz="2600">
                <a:latin typeface="Arial"/>
                <a:cs typeface="Arial"/>
              </a:rPr>
              <a:t>of</a:t>
            </a:r>
            <a:r>
              <a:rPr sz="2600" spc="-50">
                <a:latin typeface="Arial"/>
                <a:cs typeface="Arial"/>
              </a:rPr>
              <a:t> </a:t>
            </a:r>
            <a:r>
              <a:rPr sz="2600">
                <a:latin typeface="Arial"/>
                <a:cs typeface="Arial"/>
              </a:rPr>
              <a:t>the</a:t>
            </a:r>
            <a:r>
              <a:rPr sz="2600" spc="-60">
                <a:latin typeface="Arial"/>
                <a:cs typeface="Arial"/>
              </a:rPr>
              <a:t> </a:t>
            </a:r>
            <a:r>
              <a:rPr sz="2600" spc="-10">
                <a:latin typeface="Arial"/>
                <a:cs typeface="Arial"/>
              </a:rPr>
              <a:t>project</a:t>
            </a:r>
            <a:endParaRPr sz="2600">
              <a:latin typeface="Arial"/>
              <a:cs typeface="Arial"/>
            </a:endParaRPr>
          </a:p>
          <a:p>
            <a:pPr>
              <a:lnSpc>
                <a:spcPct val="100000"/>
              </a:lnSpc>
              <a:spcBef>
                <a:spcPts val="740"/>
              </a:spcBef>
              <a:buFont typeface="Arial"/>
              <a:buChar char="•"/>
            </a:pPr>
            <a:endParaRPr sz="2600">
              <a:latin typeface="Arial"/>
              <a:cs typeface="Arial"/>
            </a:endParaRPr>
          </a:p>
          <a:p>
            <a:pPr marL="354965" marR="57150" indent="-342900">
              <a:lnSpc>
                <a:spcPct val="100000"/>
              </a:lnSpc>
              <a:spcBef>
                <a:spcPts val="5"/>
              </a:spcBef>
              <a:buChar char="•"/>
              <a:tabLst>
                <a:tab pos="354965" algn="l"/>
              </a:tabLst>
            </a:pPr>
            <a:r>
              <a:rPr sz="2600">
                <a:latin typeface="Arial"/>
                <a:cs typeface="Arial"/>
              </a:rPr>
              <a:t>Assessment</a:t>
            </a:r>
            <a:r>
              <a:rPr sz="2600" spc="-65">
                <a:latin typeface="Arial"/>
                <a:cs typeface="Arial"/>
              </a:rPr>
              <a:t> </a:t>
            </a:r>
            <a:r>
              <a:rPr sz="2600">
                <a:latin typeface="Arial"/>
                <a:cs typeface="Arial"/>
              </a:rPr>
              <a:t>is</a:t>
            </a:r>
            <a:r>
              <a:rPr sz="2600" spc="-65">
                <a:latin typeface="Arial"/>
                <a:cs typeface="Arial"/>
              </a:rPr>
              <a:t> </a:t>
            </a:r>
            <a:r>
              <a:rPr sz="2600">
                <a:latin typeface="Arial"/>
                <a:cs typeface="Arial"/>
              </a:rPr>
              <a:t>based</a:t>
            </a:r>
            <a:r>
              <a:rPr sz="2600" spc="-60">
                <a:latin typeface="Arial"/>
                <a:cs typeface="Arial"/>
              </a:rPr>
              <a:t> </a:t>
            </a:r>
            <a:r>
              <a:rPr sz="2600">
                <a:latin typeface="Arial"/>
                <a:cs typeface="Arial"/>
              </a:rPr>
              <a:t>on</a:t>
            </a:r>
            <a:r>
              <a:rPr sz="2600" spc="-50">
                <a:latin typeface="Arial"/>
                <a:cs typeface="Arial"/>
              </a:rPr>
              <a:t> </a:t>
            </a:r>
            <a:r>
              <a:rPr sz="2600">
                <a:latin typeface="Arial"/>
                <a:cs typeface="Arial"/>
              </a:rPr>
              <a:t>a</a:t>
            </a:r>
            <a:r>
              <a:rPr sz="2600" spc="-55">
                <a:latin typeface="Arial"/>
                <a:cs typeface="Arial"/>
              </a:rPr>
              <a:t> </a:t>
            </a:r>
            <a:r>
              <a:rPr sz="2600">
                <a:latin typeface="Arial"/>
                <a:cs typeface="Arial"/>
              </a:rPr>
              <a:t>project</a:t>
            </a:r>
            <a:r>
              <a:rPr sz="2600" spc="-30">
                <a:latin typeface="Arial"/>
                <a:cs typeface="Arial"/>
              </a:rPr>
              <a:t> </a:t>
            </a:r>
            <a:r>
              <a:rPr sz="2600" b="1" spc="-10">
                <a:latin typeface="Arial"/>
                <a:cs typeface="Arial"/>
              </a:rPr>
              <a:t>proposal</a:t>
            </a:r>
            <a:r>
              <a:rPr sz="2600" spc="-10">
                <a:latin typeface="Arial"/>
                <a:cs typeface="Arial"/>
              </a:rPr>
              <a:t>, </a:t>
            </a:r>
            <a:r>
              <a:rPr sz="2600" b="1">
                <a:latin typeface="Arial"/>
                <a:cs typeface="Arial"/>
              </a:rPr>
              <a:t>progressive</a:t>
            </a:r>
            <a:r>
              <a:rPr sz="2600" b="1" spc="-110">
                <a:latin typeface="Arial"/>
                <a:cs typeface="Arial"/>
              </a:rPr>
              <a:t> </a:t>
            </a:r>
            <a:r>
              <a:rPr sz="2600" b="1" spc="-10">
                <a:latin typeface="Arial"/>
                <a:cs typeface="Arial"/>
              </a:rPr>
              <a:t>demonstrations</a:t>
            </a:r>
            <a:r>
              <a:rPr sz="2600" b="1" spc="-90">
                <a:latin typeface="Arial"/>
                <a:cs typeface="Arial"/>
              </a:rPr>
              <a:t> </a:t>
            </a:r>
            <a:r>
              <a:rPr sz="2600">
                <a:latin typeface="Arial"/>
                <a:cs typeface="Arial"/>
              </a:rPr>
              <a:t>and</a:t>
            </a:r>
            <a:r>
              <a:rPr sz="2600" spc="-114">
                <a:latin typeface="Arial"/>
                <a:cs typeface="Arial"/>
              </a:rPr>
              <a:t> </a:t>
            </a:r>
            <a:r>
              <a:rPr sz="2600" b="1">
                <a:latin typeface="Arial"/>
                <a:cs typeface="Arial"/>
              </a:rPr>
              <a:t>retrospectives</a:t>
            </a:r>
            <a:r>
              <a:rPr sz="2600">
                <a:latin typeface="Arial"/>
                <a:cs typeface="Arial"/>
              </a:rPr>
              <a:t>,</a:t>
            </a:r>
            <a:r>
              <a:rPr sz="2600" spc="-120">
                <a:latin typeface="Arial"/>
                <a:cs typeface="Arial"/>
              </a:rPr>
              <a:t> </a:t>
            </a:r>
            <a:r>
              <a:rPr sz="2600" spc="-50">
                <a:latin typeface="Arial"/>
                <a:cs typeface="Arial"/>
              </a:rPr>
              <a:t>a </a:t>
            </a:r>
            <a:r>
              <a:rPr sz="2600" b="1">
                <a:latin typeface="Arial"/>
                <a:cs typeface="Arial"/>
              </a:rPr>
              <a:t>final</a:t>
            </a:r>
            <a:r>
              <a:rPr sz="2600" b="1" spc="-85">
                <a:latin typeface="Arial"/>
                <a:cs typeface="Arial"/>
              </a:rPr>
              <a:t> </a:t>
            </a:r>
            <a:r>
              <a:rPr sz="2600" b="1">
                <a:latin typeface="Arial"/>
                <a:cs typeface="Arial"/>
              </a:rPr>
              <a:t>project</a:t>
            </a:r>
            <a:r>
              <a:rPr sz="2600" b="1" spc="-65">
                <a:latin typeface="Arial"/>
                <a:cs typeface="Arial"/>
              </a:rPr>
              <a:t> </a:t>
            </a:r>
            <a:r>
              <a:rPr sz="2600" b="1">
                <a:latin typeface="Arial"/>
                <a:cs typeface="Arial"/>
              </a:rPr>
              <a:t>demonstration</a:t>
            </a:r>
            <a:r>
              <a:rPr sz="2600" b="1" spc="-25">
                <a:latin typeface="Arial"/>
                <a:cs typeface="Arial"/>
              </a:rPr>
              <a:t> </a:t>
            </a:r>
            <a:r>
              <a:rPr sz="2600">
                <a:latin typeface="Arial"/>
                <a:cs typeface="Arial"/>
              </a:rPr>
              <a:t>and</a:t>
            </a:r>
            <a:r>
              <a:rPr sz="2600" spc="-75">
                <a:latin typeface="Arial"/>
                <a:cs typeface="Arial"/>
              </a:rPr>
              <a:t> </a:t>
            </a:r>
            <a:r>
              <a:rPr sz="2600" b="1">
                <a:latin typeface="Arial"/>
                <a:cs typeface="Arial"/>
              </a:rPr>
              <a:t>report</a:t>
            </a:r>
            <a:r>
              <a:rPr sz="2600">
                <a:latin typeface="Arial"/>
                <a:cs typeface="Arial"/>
              </a:rPr>
              <a:t>,</a:t>
            </a:r>
            <a:r>
              <a:rPr sz="2600" spc="-85">
                <a:latin typeface="Arial"/>
                <a:cs typeface="Arial"/>
              </a:rPr>
              <a:t> </a:t>
            </a:r>
            <a:r>
              <a:rPr sz="2600">
                <a:latin typeface="Arial"/>
                <a:cs typeface="Arial"/>
              </a:rPr>
              <a:t>and</a:t>
            </a:r>
            <a:r>
              <a:rPr sz="2600" spc="-65">
                <a:latin typeface="Arial"/>
                <a:cs typeface="Arial"/>
              </a:rPr>
              <a:t> </a:t>
            </a:r>
            <a:r>
              <a:rPr sz="2600">
                <a:latin typeface="Arial"/>
                <a:cs typeface="Arial"/>
              </a:rPr>
              <a:t>on</a:t>
            </a:r>
            <a:r>
              <a:rPr sz="2600" spc="-75">
                <a:latin typeface="Arial"/>
                <a:cs typeface="Arial"/>
              </a:rPr>
              <a:t> </a:t>
            </a:r>
            <a:r>
              <a:rPr sz="2600" spc="-25">
                <a:latin typeface="Arial"/>
                <a:cs typeface="Arial"/>
              </a:rPr>
              <a:t>the </a:t>
            </a:r>
            <a:r>
              <a:rPr sz="2600" b="1">
                <a:latin typeface="Arial"/>
                <a:cs typeface="Arial"/>
              </a:rPr>
              <a:t>quality</a:t>
            </a:r>
            <a:r>
              <a:rPr sz="2600" b="1" spc="-60">
                <a:latin typeface="Arial"/>
                <a:cs typeface="Arial"/>
              </a:rPr>
              <a:t> </a:t>
            </a:r>
            <a:r>
              <a:rPr sz="2600" b="1">
                <a:latin typeface="Arial"/>
                <a:cs typeface="Arial"/>
              </a:rPr>
              <a:t>of</a:t>
            </a:r>
            <a:r>
              <a:rPr sz="2600" b="1" spc="-75">
                <a:latin typeface="Arial"/>
                <a:cs typeface="Arial"/>
              </a:rPr>
              <a:t> </a:t>
            </a:r>
            <a:r>
              <a:rPr sz="2600" b="1">
                <a:latin typeface="Arial"/>
                <a:cs typeface="Arial"/>
              </a:rPr>
              <a:t>the</a:t>
            </a:r>
            <a:r>
              <a:rPr sz="2600" b="1" spc="-60">
                <a:latin typeface="Arial"/>
                <a:cs typeface="Arial"/>
              </a:rPr>
              <a:t> </a:t>
            </a:r>
            <a:r>
              <a:rPr sz="2600" b="1">
                <a:latin typeface="Arial"/>
                <a:cs typeface="Arial"/>
              </a:rPr>
              <a:t>software</a:t>
            </a:r>
            <a:r>
              <a:rPr sz="2600" b="1" spc="-35">
                <a:latin typeface="Arial"/>
                <a:cs typeface="Arial"/>
              </a:rPr>
              <a:t> </a:t>
            </a:r>
            <a:r>
              <a:rPr sz="2600">
                <a:latin typeface="Arial"/>
                <a:cs typeface="Arial"/>
              </a:rPr>
              <a:t>system</a:t>
            </a:r>
            <a:r>
              <a:rPr sz="2600" spc="-75">
                <a:latin typeface="Arial"/>
                <a:cs typeface="Arial"/>
              </a:rPr>
              <a:t> </a:t>
            </a:r>
            <a:r>
              <a:rPr sz="2600" spc="-10">
                <a:latin typeface="Arial"/>
                <a:cs typeface="Arial"/>
              </a:rPr>
              <a:t>itself</a:t>
            </a:r>
            <a:endParaRPr sz="2600">
              <a:latin typeface="Arial"/>
              <a:cs typeface="Arial"/>
            </a:endParaRPr>
          </a:p>
          <a:p>
            <a:pPr>
              <a:lnSpc>
                <a:spcPct val="100000"/>
              </a:lnSpc>
              <a:spcBef>
                <a:spcPts val="740"/>
              </a:spcBef>
              <a:buFont typeface="Arial"/>
              <a:buChar char="•"/>
            </a:pPr>
            <a:endParaRPr sz="2600">
              <a:latin typeface="Arial"/>
              <a:cs typeface="Arial"/>
            </a:endParaRPr>
          </a:p>
          <a:p>
            <a:pPr marL="354965" marR="5080" indent="-342900">
              <a:lnSpc>
                <a:spcPct val="100000"/>
              </a:lnSpc>
              <a:spcBef>
                <a:spcPts val="5"/>
              </a:spcBef>
              <a:buChar char="•"/>
              <a:tabLst>
                <a:tab pos="354965" algn="l"/>
              </a:tabLst>
            </a:pPr>
            <a:r>
              <a:rPr sz="2600">
                <a:latin typeface="Arial"/>
                <a:cs typeface="Arial"/>
              </a:rPr>
              <a:t>Students</a:t>
            </a:r>
            <a:r>
              <a:rPr sz="2600" spc="-80">
                <a:latin typeface="Arial"/>
                <a:cs typeface="Arial"/>
              </a:rPr>
              <a:t> </a:t>
            </a:r>
            <a:r>
              <a:rPr sz="2600">
                <a:latin typeface="Arial"/>
                <a:cs typeface="Arial"/>
              </a:rPr>
              <a:t>are</a:t>
            </a:r>
            <a:r>
              <a:rPr sz="2600" spc="-50">
                <a:latin typeface="Arial"/>
                <a:cs typeface="Arial"/>
              </a:rPr>
              <a:t> </a:t>
            </a:r>
            <a:r>
              <a:rPr sz="2600">
                <a:latin typeface="Arial"/>
                <a:cs typeface="Arial"/>
              </a:rPr>
              <a:t>also</a:t>
            </a:r>
            <a:r>
              <a:rPr sz="2600" spc="-65">
                <a:latin typeface="Arial"/>
                <a:cs typeface="Arial"/>
              </a:rPr>
              <a:t> </a:t>
            </a:r>
            <a:r>
              <a:rPr sz="2600">
                <a:latin typeface="Arial"/>
                <a:cs typeface="Arial"/>
              </a:rPr>
              <a:t>required</a:t>
            </a:r>
            <a:r>
              <a:rPr sz="2600" spc="-50">
                <a:latin typeface="Arial"/>
                <a:cs typeface="Arial"/>
              </a:rPr>
              <a:t> </a:t>
            </a:r>
            <a:r>
              <a:rPr sz="2600">
                <a:latin typeface="Arial"/>
                <a:cs typeface="Arial"/>
              </a:rPr>
              <a:t>to</a:t>
            </a:r>
            <a:r>
              <a:rPr sz="2600" spc="-60">
                <a:latin typeface="Arial"/>
                <a:cs typeface="Arial"/>
              </a:rPr>
              <a:t> </a:t>
            </a:r>
            <a:r>
              <a:rPr sz="2600">
                <a:latin typeface="Arial"/>
                <a:cs typeface="Arial"/>
              </a:rPr>
              <a:t>reflect</a:t>
            </a:r>
            <a:r>
              <a:rPr sz="2600" spc="-80">
                <a:latin typeface="Arial"/>
                <a:cs typeface="Arial"/>
              </a:rPr>
              <a:t> </a:t>
            </a:r>
            <a:r>
              <a:rPr sz="2600">
                <a:latin typeface="Arial"/>
                <a:cs typeface="Arial"/>
              </a:rPr>
              <a:t>on</a:t>
            </a:r>
            <a:r>
              <a:rPr sz="2600" spc="-55">
                <a:latin typeface="Arial"/>
                <a:cs typeface="Arial"/>
              </a:rPr>
              <a:t> </a:t>
            </a:r>
            <a:r>
              <a:rPr sz="2600">
                <a:latin typeface="Arial"/>
                <a:cs typeface="Arial"/>
              </a:rPr>
              <a:t>their</a:t>
            </a:r>
            <a:r>
              <a:rPr sz="2600" spc="-70">
                <a:latin typeface="Arial"/>
                <a:cs typeface="Arial"/>
              </a:rPr>
              <a:t> </a:t>
            </a:r>
            <a:r>
              <a:rPr sz="2600">
                <a:latin typeface="Arial"/>
                <a:cs typeface="Arial"/>
              </a:rPr>
              <a:t>work</a:t>
            </a:r>
            <a:r>
              <a:rPr sz="2600" spc="-60">
                <a:latin typeface="Arial"/>
                <a:cs typeface="Arial"/>
              </a:rPr>
              <a:t> </a:t>
            </a:r>
            <a:r>
              <a:rPr sz="2600" spc="-25">
                <a:latin typeface="Arial"/>
                <a:cs typeface="Arial"/>
              </a:rPr>
              <a:t>and </a:t>
            </a:r>
            <a:r>
              <a:rPr sz="2600">
                <a:latin typeface="Arial"/>
                <a:cs typeface="Arial"/>
              </a:rPr>
              <a:t>to</a:t>
            </a:r>
            <a:r>
              <a:rPr sz="2600" spc="-70">
                <a:latin typeface="Arial"/>
                <a:cs typeface="Arial"/>
              </a:rPr>
              <a:t> </a:t>
            </a:r>
            <a:r>
              <a:rPr sz="2600">
                <a:latin typeface="Arial"/>
                <a:cs typeface="Arial"/>
              </a:rPr>
              <a:t>provide</a:t>
            </a:r>
            <a:r>
              <a:rPr sz="2600" spc="-40">
                <a:latin typeface="Arial"/>
                <a:cs typeface="Arial"/>
              </a:rPr>
              <a:t> </a:t>
            </a:r>
            <a:r>
              <a:rPr sz="2600" b="1">
                <a:latin typeface="Arial"/>
                <a:cs typeface="Arial"/>
              </a:rPr>
              <a:t>peer</a:t>
            </a:r>
            <a:r>
              <a:rPr sz="2600" b="1" spc="-60">
                <a:latin typeface="Arial"/>
                <a:cs typeface="Arial"/>
              </a:rPr>
              <a:t> </a:t>
            </a:r>
            <a:r>
              <a:rPr sz="2600" b="1">
                <a:latin typeface="Arial"/>
                <a:cs typeface="Arial"/>
              </a:rPr>
              <a:t>assessment</a:t>
            </a:r>
            <a:r>
              <a:rPr sz="2600" b="1" spc="-50">
                <a:latin typeface="Arial"/>
                <a:cs typeface="Arial"/>
              </a:rPr>
              <a:t> </a:t>
            </a:r>
            <a:r>
              <a:rPr sz="2600">
                <a:latin typeface="Arial"/>
                <a:cs typeface="Arial"/>
              </a:rPr>
              <a:t>of</a:t>
            </a:r>
            <a:r>
              <a:rPr sz="2600" spc="-55">
                <a:latin typeface="Arial"/>
                <a:cs typeface="Arial"/>
              </a:rPr>
              <a:t> </a:t>
            </a:r>
            <a:r>
              <a:rPr sz="2600">
                <a:latin typeface="Arial"/>
                <a:cs typeface="Arial"/>
              </a:rPr>
              <a:t>their</a:t>
            </a:r>
            <a:r>
              <a:rPr sz="2600" spc="-65">
                <a:latin typeface="Arial"/>
                <a:cs typeface="Arial"/>
              </a:rPr>
              <a:t> </a:t>
            </a:r>
            <a:r>
              <a:rPr sz="2600" b="1" spc="-10">
                <a:latin typeface="Arial"/>
                <a:cs typeface="Arial"/>
              </a:rPr>
              <a:t>teammates' </a:t>
            </a:r>
            <a:r>
              <a:rPr sz="2600" b="1">
                <a:latin typeface="Arial"/>
                <a:cs typeface="Arial"/>
              </a:rPr>
              <a:t>contributions</a:t>
            </a:r>
            <a:r>
              <a:rPr sz="2600" b="1" spc="-60">
                <a:latin typeface="Arial"/>
                <a:cs typeface="Arial"/>
              </a:rPr>
              <a:t> </a:t>
            </a:r>
            <a:r>
              <a:rPr sz="2600">
                <a:latin typeface="Arial"/>
                <a:cs typeface="Arial"/>
              </a:rPr>
              <a:t>to</a:t>
            </a:r>
            <a:r>
              <a:rPr sz="2600" spc="-95">
                <a:latin typeface="Arial"/>
                <a:cs typeface="Arial"/>
              </a:rPr>
              <a:t> </a:t>
            </a:r>
            <a:r>
              <a:rPr sz="2600">
                <a:latin typeface="Arial"/>
                <a:cs typeface="Arial"/>
              </a:rPr>
              <a:t>the</a:t>
            </a:r>
            <a:r>
              <a:rPr sz="2600" spc="-90">
                <a:latin typeface="Arial"/>
                <a:cs typeface="Arial"/>
              </a:rPr>
              <a:t> </a:t>
            </a:r>
            <a:r>
              <a:rPr sz="2600" spc="-10">
                <a:latin typeface="Arial"/>
                <a:cs typeface="Arial"/>
              </a:rPr>
              <a:t>project</a:t>
            </a:r>
            <a:endParaRPr sz="260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4540" y="344069"/>
            <a:ext cx="10662919" cy="696595"/>
          </a:xfrm>
          <a:prstGeom prst="rect">
            <a:avLst/>
          </a:prstGeom>
        </p:spPr>
        <p:txBody>
          <a:bodyPr vert="horz" wrap="square" lIns="0" tIns="12700" rIns="0" bIns="0" rtlCol="0">
            <a:spAutoFit/>
          </a:bodyPr>
          <a:lstStyle/>
          <a:p>
            <a:pPr marL="12700">
              <a:lnSpc>
                <a:spcPct val="100000"/>
              </a:lnSpc>
              <a:spcBef>
                <a:spcPts val="100"/>
              </a:spcBef>
            </a:pPr>
            <a:r>
              <a:rPr sz="4400" b="1">
                <a:solidFill>
                  <a:srgbClr val="000000"/>
                </a:solidFill>
                <a:latin typeface="Arial"/>
                <a:cs typeface="Arial"/>
              </a:rPr>
              <a:t>Labs</a:t>
            </a:r>
            <a:r>
              <a:rPr sz="4400" b="1" spc="-20">
                <a:solidFill>
                  <a:srgbClr val="000000"/>
                </a:solidFill>
                <a:latin typeface="Arial"/>
                <a:cs typeface="Arial"/>
              </a:rPr>
              <a:t> </a:t>
            </a:r>
            <a:r>
              <a:rPr sz="4400" b="1">
                <a:solidFill>
                  <a:srgbClr val="000000"/>
                </a:solidFill>
                <a:latin typeface="Arial"/>
                <a:cs typeface="Arial"/>
              </a:rPr>
              <a:t>(or</a:t>
            </a:r>
            <a:r>
              <a:rPr sz="4400" b="1" spc="-15">
                <a:solidFill>
                  <a:srgbClr val="000000"/>
                </a:solidFill>
                <a:latin typeface="Arial"/>
                <a:cs typeface="Arial"/>
              </a:rPr>
              <a:t> </a:t>
            </a:r>
            <a:r>
              <a:rPr sz="4400" b="1">
                <a:solidFill>
                  <a:srgbClr val="000000"/>
                </a:solidFill>
                <a:latin typeface="Arial"/>
                <a:cs typeface="Arial"/>
              </a:rPr>
              <a:t>Mentoring</a:t>
            </a:r>
            <a:r>
              <a:rPr sz="4400" b="1" spc="-25">
                <a:solidFill>
                  <a:srgbClr val="000000"/>
                </a:solidFill>
                <a:latin typeface="Arial"/>
                <a:cs typeface="Arial"/>
              </a:rPr>
              <a:t> </a:t>
            </a:r>
            <a:r>
              <a:rPr sz="4400" b="1" spc="-10">
                <a:solidFill>
                  <a:srgbClr val="000000"/>
                </a:solidFill>
                <a:latin typeface="Arial"/>
                <a:cs typeface="Arial"/>
              </a:rPr>
              <a:t>Sessions)</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13</a:t>
            </a:fld>
            <a:endParaRPr spc="-25"/>
          </a:p>
        </p:txBody>
      </p:sp>
      <p:sp>
        <p:nvSpPr>
          <p:cNvPr id="3" name="object 3"/>
          <p:cNvSpPr txBox="1"/>
          <p:nvPr/>
        </p:nvSpPr>
        <p:spPr>
          <a:xfrm>
            <a:off x="579660" y="1033165"/>
            <a:ext cx="11397190" cy="5181547"/>
          </a:xfrm>
          <a:prstGeom prst="rect">
            <a:avLst/>
          </a:prstGeom>
        </p:spPr>
        <p:txBody>
          <a:bodyPr vert="horz" wrap="square" lIns="0" tIns="203835" rIns="0" bIns="0" rtlCol="0" anchor="t">
            <a:spAutoFit/>
          </a:bodyPr>
          <a:lstStyle/>
          <a:p>
            <a:pPr marL="355600" indent="-342900">
              <a:spcBef>
                <a:spcPts val="1605"/>
              </a:spcBef>
              <a:buFont typeface="Arial"/>
              <a:buChar char="•"/>
              <a:tabLst>
                <a:tab pos="355600" algn="l"/>
              </a:tabLst>
            </a:pPr>
            <a:r>
              <a:rPr sz="2600" b="1">
                <a:latin typeface="Arial"/>
                <a:cs typeface="Arial"/>
              </a:rPr>
              <a:t>Weekly</a:t>
            </a:r>
            <a:r>
              <a:rPr sz="2600" b="1" spc="-90">
                <a:latin typeface="Arial"/>
                <a:cs typeface="Arial"/>
              </a:rPr>
              <a:t> </a:t>
            </a:r>
            <a:r>
              <a:rPr sz="2600" b="1">
                <a:latin typeface="Arial"/>
                <a:cs typeface="Arial"/>
              </a:rPr>
              <a:t>project</a:t>
            </a:r>
            <a:r>
              <a:rPr sz="2600" b="1" spc="-100">
                <a:latin typeface="Arial"/>
                <a:cs typeface="Arial"/>
              </a:rPr>
              <a:t> </a:t>
            </a:r>
            <a:r>
              <a:rPr sz="2600" b="1">
                <a:latin typeface="Arial"/>
                <a:cs typeface="Arial"/>
              </a:rPr>
              <a:t>progress</a:t>
            </a:r>
            <a:r>
              <a:rPr sz="2600" spc="-95">
                <a:latin typeface="Arial"/>
                <a:cs typeface="Arial"/>
              </a:rPr>
              <a:t> </a:t>
            </a:r>
            <a:r>
              <a:rPr sz="2600">
                <a:latin typeface="Arial"/>
                <a:cs typeface="Arial"/>
              </a:rPr>
              <a:t>meeting</a:t>
            </a:r>
            <a:r>
              <a:rPr sz="2600" spc="-90">
                <a:latin typeface="Arial"/>
                <a:cs typeface="Arial"/>
              </a:rPr>
              <a:t> </a:t>
            </a:r>
            <a:r>
              <a:rPr sz="2600">
                <a:latin typeface="Arial"/>
                <a:cs typeface="Arial"/>
              </a:rPr>
              <a:t>with</a:t>
            </a:r>
            <a:r>
              <a:rPr sz="2600" spc="-70">
                <a:latin typeface="Arial"/>
                <a:cs typeface="Arial"/>
              </a:rPr>
              <a:t> </a:t>
            </a:r>
            <a:r>
              <a:rPr lang="en-US" sz="2600" spc="-10">
                <a:latin typeface="Arial"/>
                <a:cs typeface="Arial"/>
              </a:rPr>
              <a:t>tutor (mentor)</a:t>
            </a:r>
            <a:r>
              <a:rPr lang="en-US" sz="2600" b="1" spc="-10">
                <a:latin typeface="Arial"/>
                <a:cs typeface="Arial"/>
              </a:rPr>
              <a:t> - weekly check points individually / group </a:t>
            </a:r>
            <a:endParaRPr sz="2600">
              <a:latin typeface="Arial"/>
              <a:cs typeface="Arial"/>
            </a:endParaRPr>
          </a:p>
          <a:p>
            <a:pPr marL="355600" indent="-342900">
              <a:spcBef>
                <a:spcPts val="1605"/>
              </a:spcBef>
              <a:buFont typeface="Arial"/>
              <a:buChar char="•"/>
              <a:tabLst>
                <a:tab pos="355600" algn="l"/>
              </a:tabLst>
            </a:pPr>
            <a:r>
              <a:rPr lang="en-US" sz="2600" spc="-10">
                <a:latin typeface="Arial"/>
                <a:cs typeface="Arial"/>
              </a:rPr>
              <a:t>Attendance to labs is </a:t>
            </a:r>
            <a:r>
              <a:rPr lang="en-US" sz="2600" b="1" spc="-10">
                <a:latin typeface="Arial"/>
                <a:cs typeface="Arial"/>
              </a:rPr>
              <a:t>mandatory</a:t>
            </a:r>
            <a:r>
              <a:rPr lang="en-AU" sz="2600" b="1" spc="-10">
                <a:latin typeface="Arial"/>
                <a:cs typeface="Arial"/>
              </a:rPr>
              <a:t> </a:t>
            </a:r>
            <a:r>
              <a:rPr lang="en-AU" sz="2600" spc="-10">
                <a:latin typeface="Arial"/>
                <a:cs typeface="Arial"/>
              </a:rPr>
              <a:t>and will be recorded – report individual and group progress to tutors (mentors)</a:t>
            </a:r>
            <a:endParaRPr lang="en-US" sz="2600" b="1" spc="-10">
              <a:latin typeface="Arial"/>
              <a:cs typeface="Arial"/>
            </a:endParaRPr>
          </a:p>
          <a:p>
            <a:pPr marL="355600" indent="-342900">
              <a:spcBef>
                <a:spcPts val="1505"/>
              </a:spcBef>
              <a:buFont typeface="Arial"/>
              <a:buChar char="•"/>
              <a:tabLst>
                <a:tab pos="355600" algn="l"/>
              </a:tabLst>
            </a:pPr>
            <a:r>
              <a:rPr lang="en-US" sz="2600" b="1" spc="-45">
                <a:latin typeface="Arial"/>
                <a:cs typeface="Arial"/>
              </a:rPr>
              <a:t>Individual and group assessments </a:t>
            </a:r>
          </a:p>
          <a:p>
            <a:pPr marL="355600" indent="-342900">
              <a:lnSpc>
                <a:spcPct val="100000"/>
              </a:lnSpc>
              <a:spcBef>
                <a:spcPts val="1505"/>
              </a:spcBef>
              <a:buFont typeface="Arial"/>
              <a:buChar char="•"/>
              <a:tabLst>
                <a:tab pos="355600" algn="l"/>
              </a:tabLst>
            </a:pPr>
            <a:r>
              <a:rPr sz="2600" b="1" spc="-45">
                <a:latin typeface="Arial"/>
                <a:cs typeface="Arial"/>
              </a:rPr>
              <a:t>Two</a:t>
            </a:r>
            <a:r>
              <a:rPr sz="2600" b="1" spc="-80">
                <a:latin typeface="Arial"/>
                <a:cs typeface="Arial"/>
              </a:rPr>
              <a:t> </a:t>
            </a:r>
            <a:r>
              <a:rPr sz="2600" b="1">
                <a:latin typeface="Arial"/>
                <a:cs typeface="Arial"/>
              </a:rPr>
              <a:t>progressive</a:t>
            </a:r>
            <a:r>
              <a:rPr sz="2600" b="1" spc="-55">
                <a:latin typeface="Arial"/>
                <a:cs typeface="Arial"/>
              </a:rPr>
              <a:t> </a:t>
            </a:r>
            <a:r>
              <a:rPr sz="2600" b="1">
                <a:latin typeface="Arial"/>
                <a:cs typeface="Arial"/>
              </a:rPr>
              <a:t>demos</a:t>
            </a:r>
            <a:r>
              <a:rPr sz="2600" b="1" spc="-45">
                <a:latin typeface="Arial"/>
                <a:cs typeface="Arial"/>
              </a:rPr>
              <a:t> </a:t>
            </a:r>
            <a:r>
              <a:rPr sz="2600">
                <a:latin typeface="Arial"/>
                <a:cs typeface="Arial"/>
              </a:rPr>
              <a:t>to</a:t>
            </a:r>
            <a:r>
              <a:rPr sz="2600" spc="-75">
                <a:latin typeface="Arial"/>
                <a:cs typeface="Arial"/>
              </a:rPr>
              <a:t> </a:t>
            </a:r>
            <a:r>
              <a:rPr sz="2600">
                <a:latin typeface="Arial"/>
                <a:cs typeface="Arial"/>
              </a:rPr>
              <a:t>mentor</a:t>
            </a:r>
            <a:r>
              <a:rPr sz="2600" spc="-65">
                <a:latin typeface="Arial"/>
                <a:cs typeface="Arial"/>
              </a:rPr>
              <a:t> </a:t>
            </a:r>
            <a:r>
              <a:rPr sz="2600">
                <a:latin typeface="Arial"/>
                <a:cs typeface="Arial"/>
              </a:rPr>
              <a:t>in</a:t>
            </a:r>
            <a:r>
              <a:rPr sz="2600" spc="-55">
                <a:latin typeface="Arial"/>
                <a:cs typeface="Arial"/>
              </a:rPr>
              <a:t> </a:t>
            </a:r>
            <a:r>
              <a:rPr sz="2600" b="1">
                <a:latin typeface="Arial"/>
                <a:cs typeface="Arial"/>
              </a:rPr>
              <a:t>Weeks</a:t>
            </a:r>
            <a:r>
              <a:rPr sz="2600" b="1" spc="-70">
                <a:latin typeface="Arial"/>
                <a:cs typeface="Arial"/>
              </a:rPr>
              <a:t> </a:t>
            </a:r>
            <a:r>
              <a:rPr sz="2600" b="1">
                <a:latin typeface="Arial"/>
                <a:cs typeface="Arial"/>
              </a:rPr>
              <a:t>5</a:t>
            </a:r>
            <a:r>
              <a:rPr sz="2600" b="1" spc="-70">
                <a:latin typeface="Arial"/>
                <a:cs typeface="Arial"/>
              </a:rPr>
              <a:t> </a:t>
            </a:r>
            <a:r>
              <a:rPr sz="2600" b="1">
                <a:latin typeface="Arial"/>
                <a:cs typeface="Arial"/>
              </a:rPr>
              <a:t>and</a:t>
            </a:r>
            <a:r>
              <a:rPr sz="2600" b="1" spc="-70">
                <a:latin typeface="Arial"/>
                <a:cs typeface="Arial"/>
              </a:rPr>
              <a:t> </a:t>
            </a:r>
            <a:r>
              <a:rPr sz="2600" b="1">
                <a:latin typeface="Arial"/>
                <a:cs typeface="Arial"/>
              </a:rPr>
              <a:t>8</a:t>
            </a:r>
            <a:r>
              <a:rPr sz="2600" b="1" spc="-65">
                <a:latin typeface="Arial"/>
                <a:cs typeface="Arial"/>
              </a:rPr>
              <a:t> </a:t>
            </a:r>
            <a:r>
              <a:rPr sz="2600" spc="-25">
                <a:latin typeface="Arial"/>
                <a:cs typeface="Arial"/>
              </a:rPr>
              <a:t>and</a:t>
            </a:r>
            <a:endParaRPr sz="2600">
              <a:latin typeface="Arial"/>
              <a:cs typeface="Arial"/>
            </a:endParaRPr>
          </a:p>
          <a:p>
            <a:pPr marL="355600">
              <a:lnSpc>
                <a:spcPct val="100000"/>
              </a:lnSpc>
            </a:pPr>
            <a:r>
              <a:rPr sz="2600" b="1">
                <a:latin typeface="Arial"/>
                <a:cs typeface="Arial"/>
              </a:rPr>
              <a:t>final</a:t>
            </a:r>
            <a:r>
              <a:rPr sz="2600" b="1" spc="-80">
                <a:latin typeface="Arial"/>
                <a:cs typeface="Arial"/>
              </a:rPr>
              <a:t> </a:t>
            </a:r>
            <a:r>
              <a:rPr sz="2600" b="1" spc="-10">
                <a:latin typeface="Arial"/>
                <a:cs typeface="Arial"/>
              </a:rPr>
              <a:t>demo</a:t>
            </a:r>
            <a:r>
              <a:rPr sz="2600" b="1" spc="-15">
                <a:latin typeface="Arial"/>
                <a:cs typeface="Arial"/>
              </a:rPr>
              <a:t> </a:t>
            </a:r>
            <a:r>
              <a:rPr sz="2600">
                <a:latin typeface="Arial"/>
                <a:cs typeface="Arial"/>
              </a:rPr>
              <a:t>in</a:t>
            </a:r>
            <a:r>
              <a:rPr sz="2600" spc="-60">
                <a:latin typeface="Arial"/>
                <a:cs typeface="Arial"/>
              </a:rPr>
              <a:t> </a:t>
            </a:r>
            <a:r>
              <a:rPr sz="2600" b="1">
                <a:latin typeface="Arial"/>
                <a:cs typeface="Arial"/>
              </a:rPr>
              <a:t>Week</a:t>
            </a:r>
            <a:r>
              <a:rPr sz="2600" b="1" spc="-75">
                <a:latin typeface="Arial"/>
                <a:cs typeface="Arial"/>
              </a:rPr>
              <a:t> </a:t>
            </a:r>
            <a:r>
              <a:rPr sz="2600" b="1" spc="-25">
                <a:latin typeface="Arial"/>
                <a:cs typeface="Arial"/>
              </a:rPr>
              <a:t>10</a:t>
            </a:r>
            <a:endParaRPr sz="2600">
              <a:latin typeface="Arial"/>
              <a:cs typeface="Arial"/>
            </a:endParaRPr>
          </a:p>
          <a:p>
            <a:pPr marL="355600" marR="724535" indent="-343535">
              <a:spcBef>
                <a:spcPts val="1500"/>
              </a:spcBef>
              <a:buFont typeface="Arial"/>
              <a:buChar char="•"/>
              <a:tabLst>
                <a:tab pos="355600" algn="l"/>
                <a:tab pos="2178050" algn="l"/>
              </a:tabLst>
            </a:pPr>
            <a:r>
              <a:rPr sz="2600" b="1" spc="-45">
                <a:latin typeface="Arial"/>
                <a:cs typeface="Arial"/>
              </a:rPr>
              <a:t>Two</a:t>
            </a:r>
            <a:r>
              <a:rPr sz="2600" b="1" spc="-110">
                <a:latin typeface="Arial"/>
                <a:cs typeface="Arial"/>
              </a:rPr>
              <a:t> </a:t>
            </a:r>
            <a:r>
              <a:rPr sz="2600" b="1">
                <a:latin typeface="Arial"/>
                <a:cs typeface="Arial"/>
              </a:rPr>
              <a:t>retrospectives</a:t>
            </a:r>
            <a:r>
              <a:rPr sz="2600" b="1" spc="-75">
                <a:latin typeface="Arial"/>
                <a:cs typeface="Arial"/>
              </a:rPr>
              <a:t> </a:t>
            </a:r>
            <a:r>
              <a:rPr sz="2600">
                <a:latin typeface="Arial"/>
                <a:cs typeface="Arial"/>
              </a:rPr>
              <a:t>right</a:t>
            </a:r>
            <a:r>
              <a:rPr sz="2600" spc="-100">
                <a:latin typeface="Arial"/>
                <a:cs typeface="Arial"/>
              </a:rPr>
              <a:t> </a:t>
            </a:r>
            <a:r>
              <a:rPr sz="2600">
                <a:latin typeface="Arial"/>
                <a:cs typeface="Arial"/>
              </a:rPr>
              <a:t>after</a:t>
            </a:r>
            <a:r>
              <a:rPr sz="2600" spc="-100">
                <a:latin typeface="Arial"/>
                <a:cs typeface="Arial"/>
              </a:rPr>
              <a:t> </a:t>
            </a:r>
            <a:r>
              <a:rPr sz="2600">
                <a:latin typeface="Arial"/>
                <a:cs typeface="Arial"/>
              </a:rPr>
              <a:t>progressive</a:t>
            </a:r>
            <a:r>
              <a:rPr sz="2600" spc="-110">
                <a:latin typeface="Arial"/>
                <a:cs typeface="Arial"/>
              </a:rPr>
              <a:t> </a:t>
            </a:r>
            <a:r>
              <a:rPr sz="2600">
                <a:latin typeface="Arial"/>
                <a:cs typeface="Arial"/>
              </a:rPr>
              <a:t>demos</a:t>
            </a:r>
            <a:r>
              <a:rPr lang="en-US" sz="2600">
                <a:latin typeface="Arial"/>
                <a:cs typeface="Arial"/>
              </a:rPr>
              <a:t> (</a:t>
            </a:r>
            <a:r>
              <a:rPr sz="2600" spc="-25">
                <a:latin typeface="Arial"/>
                <a:cs typeface="Arial"/>
              </a:rPr>
              <a:t>due</a:t>
            </a:r>
            <a:r>
              <a:rPr lang="en-US" sz="2600" spc="-25">
                <a:latin typeface="Arial"/>
                <a:cs typeface="Arial"/>
              </a:rPr>
              <a:t> </a:t>
            </a:r>
            <a:r>
              <a:rPr sz="2600" b="1">
                <a:latin typeface="Arial"/>
                <a:cs typeface="Arial"/>
              </a:rPr>
              <a:t>Weeks</a:t>
            </a:r>
            <a:r>
              <a:rPr sz="2600" b="1" spc="-50">
                <a:latin typeface="Arial"/>
                <a:cs typeface="Arial"/>
              </a:rPr>
              <a:t> </a:t>
            </a:r>
            <a:r>
              <a:rPr sz="2600" b="1">
                <a:latin typeface="Arial"/>
                <a:cs typeface="Arial"/>
              </a:rPr>
              <a:t>5</a:t>
            </a:r>
            <a:r>
              <a:rPr lang="en-US" sz="2600" b="1" spc="-50">
                <a:latin typeface="Arial"/>
                <a:cs typeface="Arial"/>
              </a:rPr>
              <a:t> &amp;</a:t>
            </a:r>
            <a:r>
              <a:rPr sz="2600" b="1" spc="-50">
                <a:latin typeface="Arial"/>
                <a:cs typeface="Arial"/>
              </a:rPr>
              <a:t> </a:t>
            </a:r>
            <a:r>
              <a:rPr sz="2600" b="1">
                <a:latin typeface="Arial"/>
                <a:cs typeface="Arial"/>
              </a:rPr>
              <a:t>8</a:t>
            </a:r>
            <a:r>
              <a:rPr lang="en-US" sz="2600" b="1">
                <a:latin typeface="Arial"/>
                <a:cs typeface="Arial"/>
              </a:rPr>
              <a:t>)</a:t>
            </a:r>
            <a:r>
              <a:rPr sz="2600" b="1" spc="-80">
                <a:latin typeface="Arial"/>
                <a:cs typeface="Arial"/>
              </a:rPr>
              <a:t> </a:t>
            </a:r>
            <a:endParaRPr lang="en-US" sz="2600" spc="-10">
              <a:latin typeface="Arial"/>
              <a:cs typeface="Arial"/>
            </a:endParaRPr>
          </a:p>
          <a:p>
            <a:pPr marL="355600" marR="5080" indent="-343535">
              <a:lnSpc>
                <a:spcPct val="100000"/>
              </a:lnSpc>
              <a:spcBef>
                <a:spcPts val="1505"/>
              </a:spcBef>
              <a:buChar char="•"/>
              <a:tabLst>
                <a:tab pos="355600" algn="l"/>
              </a:tabLst>
            </a:pPr>
            <a:r>
              <a:rPr sz="2600" b="1">
                <a:latin typeface="Arial"/>
                <a:cs typeface="Arial"/>
              </a:rPr>
              <a:t>Regular</a:t>
            </a:r>
            <a:r>
              <a:rPr sz="2600" b="1" spc="-60">
                <a:latin typeface="Arial"/>
                <a:cs typeface="Arial"/>
              </a:rPr>
              <a:t> </a:t>
            </a:r>
            <a:r>
              <a:rPr sz="2600" b="1">
                <a:latin typeface="Arial"/>
                <a:cs typeface="Arial"/>
              </a:rPr>
              <a:t>group</a:t>
            </a:r>
            <a:r>
              <a:rPr sz="2600" b="1" spc="-60">
                <a:latin typeface="Arial"/>
                <a:cs typeface="Arial"/>
              </a:rPr>
              <a:t> </a:t>
            </a:r>
            <a:r>
              <a:rPr sz="2600" b="1">
                <a:latin typeface="Arial"/>
                <a:cs typeface="Arial"/>
              </a:rPr>
              <a:t>meetings</a:t>
            </a:r>
            <a:r>
              <a:rPr sz="2600" spc="-70">
                <a:latin typeface="Arial"/>
                <a:cs typeface="Arial"/>
              </a:rPr>
              <a:t> </a:t>
            </a:r>
            <a:r>
              <a:rPr sz="2600">
                <a:latin typeface="Arial"/>
                <a:cs typeface="Arial"/>
              </a:rPr>
              <a:t>(more</a:t>
            </a:r>
            <a:r>
              <a:rPr sz="2600" spc="-45">
                <a:latin typeface="Arial"/>
                <a:cs typeface="Arial"/>
              </a:rPr>
              <a:t> </a:t>
            </a:r>
            <a:r>
              <a:rPr sz="2600">
                <a:latin typeface="Arial"/>
                <a:cs typeface="Arial"/>
              </a:rPr>
              <a:t>than</a:t>
            </a:r>
            <a:r>
              <a:rPr sz="2600" spc="-80">
                <a:latin typeface="Arial"/>
                <a:cs typeface="Arial"/>
              </a:rPr>
              <a:t> </a:t>
            </a:r>
            <a:r>
              <a:rPr sz="2600">
                <a:latin typeface="Arial"/>
                <a:cs typeface="Arial"/>
              </a:rPr>
              <a:t>once</a:t>
            </a:r>
            <a:r>
              <a:rPr sz="2600" spc="-75">
                <a:latin typeface="Arial"/>
                <a:cs typeface="Arial"/>
              </a:rPr>
              <a:t> </a:t>
            </a:r>
            <a:r>
              <a:rPr sz="2600">
                <a:latin typeface="Arial"/>
                <a:cs typeface="Arial"/>
              </a:rPr>
              <a:t>per</a:t>
            </a:r>
            <a:r>
              <a:rPr sz="2600" spc="-70">
                <a:latin typeface="Arial"/>
                <a:cs typeface="Arial"/>
              </a:rPr>
              <a:t> </a:t>
            </a:r>
            <a:r>
              <a:rPr sz="2600">
                <a:latin typeface="Arial"/>
                <a:cs typeface="Arial"/>
              </a:rPr>
              <a:t>week)</a:t>
            </a:r>
            <a:r>
              <a:rPr sz="2600" spc="-60">
                <a:latin typeface="Arial"/>
                <a:cs typeface="Arial"/>
              </a:rPr>
              <a:t> </a:t>
            </a:r>
            <a:r>
              <a:rPr sz="2600" spc="-10">
                <a:latin typeface="Arial"/>
                <a:cs typeface="Arial"/>
              </a:rPr>
              <a:t>among </a:t>
            </a:r>
            <a:r>
              <a:rPr sz="2600">
                <a:latin typeface="Arial"/>
                <a:cs typeface="Arial"/>
              </a:rPr>
              <a:t>team</a:t>
            </a:r>
            <a:r>
              <a:rPr sz="2600" spc="-70">
                <a:latin typeface="Arial"/>
                <a:cs typeface="Arial"/>
              </a:rPr>
              <a:t> </a:t>
            </a:r>
            <a:r>
              <a:rPr sz="2600" spc="-10">
                <a:latin typeface="Arial"/>
                <a:cs typeface="Arial"/>
              </a:rPr>
              <a:t>members</a:t>
            </a:r>
            <a:endParaRPr sz="2600">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2147" y="244135"/>
            <a:ext cx="10662919" cy="696595"/>
          </a:xfrm>
          <a:prstGeom prst="rect">
            <a:avLst/>
          </a:prstGeom>
        </p:spPr>
        <p:txBody>
          <a:bodyPr vert="horz" wrap="square" lIns="0" tIns="12700" rIns="0" bIns="0" rtlCol="0" anchor="t">
            <a:spAutoFit/>
          </a:bodyPr>
          <a:lstStyle/>
          <a:p>
            <a:pPr marL="12700">
              <a:spcBef>
                <a:spcPts val="100"/>
              </a:spcBef>
            </a:pPr>
            <a:r>
              <a:rPr sz="4400" b="1" spc="-10">
                <a:solidFill>
                  <a:srgbClr val="000000"/>
                </a:solidFill>
                <a:latin typeface="Arial"/>
                <a:cs typeface="Arial"/>
              </a:rPr>
              <a:t>Readings</a:t>
            </a:r>
            <a:r>
              <a:rPr lang="en-US" sz="4400" b="1" spc="-10">
                <a:solidFill>
                  <a:srgbClr val="000000"/>
                </a:solidFill>
              </a:rPr>
              <a:t> / Resources</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14</a:t>
            </a:fld>
            <a:endParaRPr spc="-25"/>
          </a:p>
        </p:txBody>
      </p:sp>
      <p:sp>
        <p:nvSpPr>
          <p:cNvPr id="3" name="object 3"/>
          <p:cNvSpPr txBox="1"/>
          <p:nvPr/>
        </p:nvSpPr>
        <p:spPr>
          <a:xfrm>
            <a:off x="599278" y="1200857"/>
            <a:ext cx="11185160" cy="4613442"/>
          </a:xfrm>
          <a:prstGeom prst="rect">
            <a:avLst/>
          </a:prstGeom>
        </p:spPr>
        <p:txBody>
          <a:bodyPr vert="horz" wrap="square" lIns="0" tIns="12065" rIns="0" bIns="0" rtlCol="0" anchor="t">
            <a:spAutoFit/>
          </a:bodyPr>
          <a:lstStyle/>
          <a:p>
            <a:pPr marL="354965" indent="-342265">
              <a:lnSpc>
                <a:spcPct val="100000"/>
              </a:lnSpc>
              <a:spcBef>
                <a:spcPts val="95"/>
              </a:spcBef>
              <a:buFont typeface="Arial"/>
              <a:buChar char="•"/>
              <a:tabLst>
                <a:tab pos="354965" algn="l"/>
              </a:tabLst>
            </a:pPr>
            <a:r>
              <a:rPr sz="2600">
                <a:latin typeface="Arial"/>
                <a:cs typeface="Arial"/>
              </a:rPr>
              <a:t>No</a:t>
            </a:r>
            <a:r>
              <a:rPr sz="2600" spc="-35">
                <a:latin typeface="Arial"/>
                <a:cs typeface="Arial"/>
              </a:rPr>
              <a:t> </a:t>
            </a:r>
            <a:r>
              <a:rPr sz="2600" spc="-10">
                <a:latin typeface="Arial"/>
                <a:cs typeface="Arial"/>
              </a:rPr>
              <a:t>textbook</a:t>
            </a:r>
            <a:endParaRPr sz="2600">
              <a:latin typeface="Arial"/>
              <a:cs typeface="Arial"/>
            </a:endParaRPr>
          </a:p>
          <a:p>
            <a:pPr marL="354965" indent="-342265">
              <a:spcBef>
                <a:spcPts val="2225"/>
              </a:spcBef>
              <a:buFont typeface="Arial"/>
              <a:buChar char="•"/>
              <a:tabLst>
                <a:tab pos="354965" algn="l"/>
              </a:tabLst>
            </a:pPr>
            <a:r>
              <a:rPr lang="en-US" sz="2600">
                <a:latin typeface="Arial"/>
                <a:cs typeface="Arial"/>
              </a:rPr>
              <a:t>Lectures slides</a:t>
            </a:r>
            <a:r>
              <a:rPr sz="2600" spc="-60">
                <a:latin typeface="Arial"/>
                <a:cs typeface="Arial"/>
              </a:rPr>
              <a:t> </a:t>
            </a:r>
            <a:r>
              <a:rPr lang="en-US" sz="2600" spc="-60">
                <a:latin typeface="Arial"/>
                <a:cs typeface="Arial"/>
              </a:rPr>
              <a:t>cover core knowledge and skills (</a:t>
            </a:r>
            <a:r>
              <a:rPr lang="en-US" sz="2600">
                <a:latin typeface="Arial"/>
                <a:cs typeface="Arial"/>
              </a:rPr>
              <a:t>links to additional resources/readings</a:t>
            </a:r>
            <a:r>
              <a:rPr sz="2600" spc="-10">
                <a:latin typeface="Arial"/>
                <a:cs typeface="Arial"/>
              </a:rPr>
              <a:t>)</a:t>
            </a:r>
            <a:endParaRPr sz="2600">
              <a:latin typeface="Arial"/>
              <a:cs typeface="Arial"/>
            </a:endParaRPr>
          </a:p>
          <a:p>
            <a:pPr marL="355600" marR="5080" indent="-342900">
              <a:spcBef>
                <a:spcPts val="2220"/>
              </a:spcBef>
              <a:buFont typeface="Arial"/>
              <a:buChar char="•"/>
              <a:tabLst>
                <a:tab pos="355600" algn="l"/>
              </a:tabLst>
            </a:pPr>
            <a:r>
              <a:rPr sz="2600" b="1">
                <a:latin typeface="Arial"/>
                <a:cs typeface="Arial"/>
              </a:rPr>
              <a:t>Online</a:t>
            </a:r>
            <a:r>
              <a:rPr sz="2600" b="1" spc="-55">
                <a:latin typeface="Arial"/>
                <a:cs typeface="Arial"/>
              </a:rPr>
              <a:t> </a:t>
            </a:r>
            <a:r>
              <a:rPr sz="2600" b="1">
                <a:latin typeface="Arial"/>
                <a:cs typeface="Arial"/>
              </a:rPr>
              <a:t>resources</a:t>
            </a:r>
            <a:r>
              <a:rPr lang="en-US" sz="2600" b="1" spc="-65">
                <a:latin typeface="Arial"/>
                <a:cs typeface="Arial"/>
              </a:rPr>
              <a:t> </a:t>
            </a:r>
            <a:r>
              <a:rPr lang="en-US" sz="2600" spc="-65">
                <a:latin typeface="Arial"/>
                <a:cs typeface="Arial"/>
              </a:rPr>
              <a:t>including Fundamentals Primers, </a:t>
            </a:r>
            <a:r>
              <a:rPr sz="2600">
                <a:latin typeface="Arial"/>
                <a:cs typeface="Arial"/>
              </a:rPr>
              <a:t>lectures</a:t>
            </a:r>
            <a:r>
              <a:rPr lang="en-US" sz="2600">
                <a:latin typeface="Arial"/>
                <a:cs typeface="Arial"/>
              </a:rPr>
              <a:t>, industry </a:t>
            </a:r>
            <a:r>
              <a:rPr lang="en-US" sz="2600" spc="-70">
                <a:latin typeface="Arial"/>
                <a:cs typeface="Arial"/>
              </a:rPr>
              <a:t> lectures, dedicated help sessions and </a:t>
            </a:r>
            <a:r>
              <a:rPr sz="2600">
                <a:latin typeface="Arial"/>
                <a:cs typeface="Arial"/>
              </a:rPr>
              <a:t>tutor/mentor</a:t>
            </a:r>
            <a:r>
              <a:rPr sz="2600" spc="-55">
                <a:latin typeface="Arial"/>
                <a:cs typeface="Arial"/>
              </a:rPr>
              <a:t> </a:t>
            </a:r>
            <a:r>
              <a:rPr lang="en-US" sz="2600" spc="-55">
                <a:latin typeface="Arial"/>
                <a:cs typeface="Arial"/>
              </a:rPr>
              <a:t>support</a:t>
            </a:r>
            <a:endParaRPr sz="2600">
              <a:latin typeface="Arial"/>
              <a:cs typeface="Arial"/>
            </a:endParaRPr>
          </a:p>
          <a:p>
            <a:pPr marL="355600" marR="125730" indent="-342900">
              <a:spcBef>
                <a:spcPts val="2220"/>
              </a:spcBef>
              <a:buFont typeface="Arial"/>
              <a:buChar char="•"/>
              <a:tabLst>
                <a:tab pos="355600" algn="l"/>
              </a:tabLst>
            </a:pPr>
            <a:r>
              <a:rPr sz="2600">
                <a:latin typeface="Arial"/>
                <a:cs typeface="Arial"/>
              </a:rPr>
              <a:t>For</a:t>
            </a:r>
            <a:r>
              <a:rPr sz="2600" spc="-55">
                <a:latin typeface="Arial"/>
                <a:cs typeface="Arial"/>
              </a:rPr>
              <a:t> </a:t>
            </a:r>
            <a:r>
              <a:rPr sz="2600" b="1">
                <a:latin typeface="Arial"/>
                <a:cs typeface="Arial"/>
              </a:rPr>
              <a:t>Project</a:t>
            </a:r>
            <a:r>
              <a:rPr sz="2600" b="1" spc="-75">
                <a:latin typeface="Arial"/>
                <a:cs typeface="Arial"/>
              </a:rPr>
              <a:t> </a:t>
            </a:r>
            <a:r>
              <a:rPr sz="2600" b="1">
                <a:latin typeface="Arial"/>
                <a:cs typeface="Arial"/>
              </a:rPr>
              <a:t>Management</a:t>
            </a:r>
            <a:r>
              <a:rPr sz="2600" b="1" spc="-35">
                <a:latin typeface="Arial"/>
                <a:cs typeface="Arial"/>
              </a:rPr>
              <a:t> </a:t>
            </a:r>
            <a:r>
              <a:rPr sz="2600">
                <a:latin typeface="Arial"/>
                <a:cs typeface="Arial"/>
              </a:rPr>
              <a:t>part</a:t>
            </a:r>
            <a:r>
              <a:rPr sz="2600" spc="-75">
                <a:latin typeface="Arial"/>
                <a:cs typeface="Arial"/>
              </a:rPr>
              <a:t> </a:t>
            </a:r>
            <a:r>
              <a:rPr sz="2600">
                <a:latin typeface="Arial"/>
                <a:cs typeface="Arial"/>
              </a:rPr>
              <a:t>of</a:t>
            </a:r>
            <a:r>
              <a:rPr sz="2600" spc="-60">
                <a:latin typeface="Arial"/>
                <a:cs typeface="Arial"/>
              </a:rPr>
              <a:t> </a:t>
            </a:r>
            <a:r>
              <a:rPr sz="2600">
                <a:latin typeface="Arial"/>
                <a:cs typeface="Arial"/>
              </a:rPr>
              <a:t>the</a:t>
            </a:r>
            <a:r>
              <a:rPr sz="2600" spc="-70">
                <a:latin typeface="Arial"/>
                <a:cs typeface="Arial"/>
              </a:rPr>
              <a:t> </a:t>
            </a:r>
            <a:r>
              <a:rPr sz="2600">
                <a:latin typeface="Arial"/>
                <a:cs typeface="Arial"/>
              </a:rPr>
              <a:t>course,</a:t>
            </a:r>
            <a:r>
              <a:rPr sz="2600" spc="-70">
                <a:latin typeface="Arial"/>
                <a:cs typeface="Arial"/>
              </a:rPr>
              <a:t> </a:t>
            </a:r>
            <a:r>
              <a:rPr sz="2600">
                <a:latin typeface="Arial"/>
                <a:cs typeface="Arial"/>
              </a:rPr>
              <a:t>the</a:t>
            </a:r>
            <a:r>
              <a:rPr sz="2600" spc="-70">
                <a:latin typeface="Arial"/>
                <a:cs typeface="Arial"/>
              </a:rPr>
              <a:t> </a:t>
            </a:r>
            <a:r>
              <a:rPr sz="2600" spc="-10">
                <a:latin typeface="Arial"/>
                <a:cs typeface="Arial"/>
              </a:rPr>
              <a:t>following </a:t>
            </a:r>
            <a:r>
              <a:rPr sz="2600">
                <a:latin typeface="Arial"/>
                <a:cs typeface="Arial"/>
              </a:rPr>
              <a:t>text</a:t>
            </a:r>
            <a:r>
              <a:rPr sz="2600" spc="-50">
                <a:latin typeface="Arial"/>
                <a:cs typeface="Arial"/>
              </a:rPr>
              <a:t> </a:t>
            </a:r>
            <a:r>
              <a:rPr sz="2600">
                <a:latin typeface="Arial"/>
                <a:cs typeface="Arial"/>
              </a:rPr>
              <a:t>is</a:t>
            </a:r>
            <a:r>
              <a:rPr sz="2600" spc="-45">
                <a:latin typeface="Arial"/>
                <a:cs typeface="Arial"/>
              </a:rPr>
              <a:t> </a:t>
            </a:r>
            <a:r>
              <a:rPr sz="2600" spc="-10">
                <a:latin typeface="Arial"/>
                <a:cs typeface="Arial"/>
              </a:rPr>
              <a:t>recommended</a:t>
            </a:r>
            <a:r>
              <a:rPr lang="en-US" sz="2600" spc="-10">
                <a:latin typeface="Arial"/>
                <a:cs typeface="Arial"/>
              </a:rPr>
              <a:t> (for traditional project management)</a:t>
            </a:r>
            <a:endParaRPr sz="2600">
              <a:latin typeface="Arial"/>
              <a:cs typeface="Arial"/>
            </a:endParaRPr>
          </a:p>
          <a:p>
            <a:pPr marL="812800" marR="829310" indent="-457200">
              <a:lnSpc>
                <a:spcPct val="100000"/>
              </a:lnSpc>
              <a:spcBef>
                <a:spcPts val="1205"/>
              </a:spcBef>
              <a:buFont typeface="Arial"/>
              <a:buChar char="•"/>
            </a:pPr>
            <a:r>
              <a:rPr sz="2600" b="1">
                <a:latin typeface="Arial"/>
                <a:cs typeface="Arial"/>
              </a:rPr>
              <a:t>Kathy</a:t>
            </a:r>
            <a:r>
              <a:rPr sz="2600" b="1" spc="-110">
                <a:latin typeface="Arial"/>
                <a:cs typeface="Arial"/>
              </a:rPr>
              <a:t> </a:t>
            </a:r>
            <a:r>
              <a:rPr sz="2600" b="1">
                <a:latin typeface="Arial"/>
                <a:cs typeface="Arial"/>
              </a:rPr>
              <a:t>Schwalbe.</a:t>
            </a:r>
            <a:r>
              <a:rPr sz="2600" b="1" spc="-114">
                <a:latin typeface="Arial"/>
                <a:cs typeface="Arial"/>
              </a:rPr>
              <a:t> </a:t>
            </a:r>
            <a:r>
              <a:rPr sz="2600" b="1">
                <a:latin typeface="Arial"/>
                <a:cs typeface="Arial"/>
              </a:rPr>
              <a:t>Information</a:t>
            </a:r>
            <a:r>
              <a:rPr sz="2600" b="1" spc="-120">
                <a:latin typeface="Arial"/>
                <a:cs typeface="Arial"/>
              </a:rPr>
              <a:t> </a:t>
            </a:r>
            <a:r>
              <a:rPr sz="2600" b="1" spc="-25">
                <a:latin typeface="Arial"/>
                <a:cs typeface="Arial"/>
              </a:rPr>
              <a:t>Technology</a:t>
            </a:r>
            <a:r>
              <a:rPr sz="2600" b="1" spc="-95">
                <a:latin typeface="Arial"/>
                <a:cs typeface="Arial"/>
              </a:rPr>
              <a:t> </a:t>
            </a:r>
            <a:r>
              <a:rPr sz="2600" b="1" spc="-10">
                <a:latin typeface="Arial"/>
                <a:cs typeface="Arial"/>
              </a:rPr>
              <a:t>Project </a:t>
            </a:r>
            <a:r>
              <a:rPr sz="2600" b="1">
                <a:latin typeface="Arial"/>
                <a:cs typeface="Arial"/>
              </a:rPr>
              <a:t>Management.</a:t>
            </a:r>
            <a:r>
              <a:rPr sz="2600" b="1" spc="-85">
                <a:latin typeface="Arial"/>
                <a:cs typeface="Arial"/>
              </a:rPr>
              <a:t> </a:t>
            </a:r>
            <a:r>
              <a:rPr sz="2600" b="1">
                <a:latin typeface="Arial"/>
                <a:cs typeface="Arial"/>
              </a:rPr>
              <a:t>9th</a:t>
            </a:r>
            <a:r>
              <a:rPr sz="2600" b="1" spc="-100">
                <a:latin typeface="Arial"/>
                <a:cs typeface="Arial"/>
              </a:rPr>
              <a:t> </a:t>
            </a:r>
            <a:r>
              <a:rPr sz="2600" b="1">
                <a:latin typeface="Arial"/>
                <a:cs typeface="Arial"/>
              </a:rPr>
              <a:t>Edition.</a:t>
            </a:r>
            <a:r>
              <a:rPr sz="2600" b="1" spc="-100">
                <a:latin typeface="Arial"/>
                <a:cs typeface="Arial"/>
              </a:rPr>
              <a:t> </a:t>
            </a:r>
            <a:r>
              <a:rPr sz="2600" b="1">
                <a:latin typeface="Arial"/>
                <a:cs typeface="Arial"/>
              </a:rPr>
              <a:t>Cengage.</a:t>
            </a:r>
            <a:r>
              <a:rPr sz="2600" b="1" spc="-85">
                <a:latin typeface="Arial"/>
                <a:cs typeface="Arial"/>
              </a:rPr>
              <a:t> </a:t>
            </a:r>
            <a:r>
              <a:rPr sz="2600" b="1" spc="-20">
                <a:latin typeface="Arial"/>
                <a:cs typeface="Arial"/>
              </a:rPr>
              <a:t>2018</a:t>
            </a:r>
            <a:endParaRPr sz="260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7163" y="319085"/>
            <a:ext cx="10662919" cy="696595"/>
          </a:xfrm>
          <a:prstGeom prst="rect">
            <a:avLst/>
          </a:prstGeom>
        </p:spPr>
        <p:txBody>
          <a:bodyPr vert="horz" wrap="square" lIns="0" tIns="12700" rIns="0" bIns="0" rtlCol="0">
            <a:spAutoFit/>
          </a:bodyPr>
          <a:lstStyle/>
          <a:p>
            <a:pPr marL="12700">
              <a:lnSpc>
                <a:spcPct val="100000"/>
              </a:lnSpc>
              <a:spcBef>
                <a:spcPts val="100"/>
              </a:spcBef>
            </a:pPr>
            <a:r>
              <a:rPr sz="4400" b="1">
                <a:solidFill>
                  <a:srgbClr val="000000"/>
                </a:solidFill>
                <a:latin typeface="Arial"/>
                <a:cs typeface="Arial"/>
              </a:rPr>
              <a:t>Assumed </a:t>
            </a:r>
            <a:r>
              <a:rPr sz="4400" b="1" spc="-10">
                <a:solidFill>
                  <a:srgbClr val="000000"/>
                </a:solidFill>
                <a:latin typeface="Arial"/>
                <a:cs typeface="Arial"/>
              </a:rPr>
              <a:t>Knowledge</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15</a:t>
            </a:fld>
            <a:endParaRPr spc="-25"/>
          </a:p>
        </p:txBody>
      </p:sp>
      <p:sp>
        <p:nvSpPr>
          <p:cNvPr id="3" name="object 3"/>
          <p:cNvSpPr txBox="1"/>
          <p:nvPr/>
        </p:nvSpPr>
        <p:spPr>
          <a:xfrm>
            <a:off x="919742" y="1354981"/>
            <a:ext cx="10646524" cy="3799117"/>
          </a:xfrm>
          <a:prstGeom prst="rect">
            <a:avLst/>
          </a:prstGeom>
        </p:spPr>
        <p:txBody>
          <a:bodyPr vert="horz" wrap="square" lIns="0" tIns="203835" rIns="0" bIns="0" rtlCol="0" anchor="t">
            <a:spAutoFit/>
          </a:bodyPr>
          <a:lstStyle/>
          <a:p>
            <a:pPr marL="12700">
              <a:lnSpc>
                <a:spcPct val="100000"/>
              </a:lnSpc>
              <a:spcBef>
                <a:spcPts val="1605"/>
              </a:spcBef>
            </a:pPr>
            <a:r>
              <a:rPr sz="2800">
                <a:latin typeface="Arial"/>
                <a:cs typeface="Arial"/>
              </a:rPr>
              <a:t>Before</a:t>
            </a:r>
            <a:r>
              <a:rPr sz="2800" spc="-85">
                <a:latin typeface="Arial"/>
                <a:cs typeface="Arial"/>
              </a:rPr>
              <a:t> </a:t>
            </a:r>
            <a:r>
              <a:rPr sz="2800">
                <a:latin typeface="Arial"/>
                <a:cs typeface="Arial"/>
              </a:rPr>
              <a:t>commencing</a:t>
            </a:r>
            <a:r>
              <a:rPr sz="2800" spc="-65">
                <a:latin typeface="Arial"/>
                <a:cs typeface="Arial"/>
              </a:rPr>
              <a:t> </a:t>
            </a:r>
            <a:r>
              <a:rPr sz="2800">
                <a:latin typeface="Arial"/>
                <a:cs typeface="Arial"/>
              </a:rPr>
              <a:t>this</a:t>
            </a:r>
            <a:r>
              <a:rPr sz="2800" spc="-85">
                <a:latin typeface="Arial"/>
                <a:cs typeface="Arial"/>
              </a:rPr>
              <a:t> </a:t>
            </a:r>
            <a:r>
              <a:rPr sz="2800">
                <a:latin typeface="Arial"/>
                <a:cs typeface="Arial"/>
              </a:rPr>
              <a:t>course,</a:t>
            </a:r>
            <a:r>
              <a:rPr sz="2800" spc="-90">
                <a:latin typeface="Arial"/>
                <a:cs typeface="Arial"/>
              </a:rPr>
              <a:t> </a:t>
            </a:r>
            <a:r>
              <a:rPr sz="2800">
                <a:latin typeface="Arial"/>
                <a:cs typeface="Arial"/>
              </a:rPr>
              <a:t>students</a:t>
            </a:r>
            <a:r>
              <a:rPr sz="2800" spc="-95">
                <a:latin typeface="Arial"/>
                <a:cs typeface="Arial"/>
              </a:rPr>
              <a:t> </a:t>
            </a:r>
            <a:r>
              <a:rPr sz="2800">
                <a:latin typeface="Arial"/>
                <a:cs typeface="Arial"/>
              </a:rPr>
              <a:t>should</a:t>
            </a:r>
            <a:r>
              <a:rPr sz="2800" spc="-90">
                <a:latin typeface="Arial"/>
                <a:cs typeface="Arial"/>
              </a:rPr>
              <a:t> </a:t>
            </a:r>
            <a:r>
              <a:rPr sz="2800">
                <a:latin typeface="Arial"/>
                <a:cs typeface="Arial"/>
              </a:rPr>
              <a:t>be</a:t>
            </a:r>
            <a:r>
              <a:rPr sz="2800" spc="-95">
                <a:latin typeface="Arial"/>
                <a:cs typeface="Arial"/>
              </a:rPr>
              <a:t> </a:t>
            </a:r>
            <a:r>
              <a:rPr sz="2800">
                <a:latin typeface="Arial"/>
                <a:cs typeface="Arial"/>
              </a:rPr>
              <a:t>able</a:t>
            </a:r>
            <a:r>
              <a:rPr sz="2800" spc="-75">
                <a:latin typeface="Arial"/>
                <a:cs typeface="Arial"/>
              </a:rPr>
              <a:t> </a:t>
            </a:r>
            <a:r>
              <a:rPr sz="2800" spc="-25">
                <a:latin typeface="Arial"/>
                <a:cs typeface="Arial"/>
              </a:rPr>
              <a:t>to:</a:t>
            </a:r>
            <a:endParaRPr sz="2800">
              <a:latin typeface="Arial"/>
              <a:cs typeface="Arial"/>
            </a:endParaRPr>
          </a:p>
          <a:p>
            <a:pPr marL="354965" marR="146685" indent="-342900">
              <a:lnSpc>
                <a:spcPct val="100000"/>
              </a:lnSpc>
              <a:spcBef>
                <a:spcPts val="1505"/>
              </a:spcBef>
              <a:buChar char="•"/>
              <a:tabLst>
                <a:tab pos="354965" algn="l"/>
              </a:tabLst>
            </a:pPr>
            <a:r>
              <a:rPr sz="2800">
                <a:latin typeface="Arial"/>
                <a:cs typeface="Arial"/>
              </a:rPr>
              <a:t>produce</a:t>
            </a:r>
            <a:r>
              <a:rPr sz="2800" spc="-60">
                <a:latin typeface="Arial"/>
                <a:cs typeface="Arial"/>
              </a:rPr>
              <a:t> </a:t>
            </a:r>
            <a:r>
              <a:rPr sz="2800" b="1">
                <a:latin typeface="Arial"/>
                <a:cs typeface="Arial"/>
              </a:rPr>
              <a:t>correct</a:t>
            </a:r>
            <a:r>
              <a:rPr sz="2800" b="1" spc="-55">
                <a:latin typeface="Arial"/>
                <a:cs typeface="Arial"/>
              </a:rPr>
              <a:t> </a:t>
            </a:r>
            <a:r>
              <a:rPr sz="2800" b="1">
                <a:latin typeface="Arial"/>
                <a:cs typeface="Arial"/>
              </a:rPr>
              <a:t>software</a:t>
            </a:r>
            <a:r>
              <a:rPr sz="2800" b="1" spc="-60">
                <a:latin typeface="Arial"/>
                <a:cs typeface="Arial"/>
              </a:rPr>
              <a:t> </a:t>
            </a:r>
            <a:r>
              <a:rPr sz="2800" b="1">
                <a:latin typeface="Arial"/>
                <a:cs typeface="Arial"/>
              </a:rPr>
              <a:t>programs</a:t>
            </a:r>
            <a:r>
              <a:rPr sz="2800" spc="-50">
                <a:latin typeface="Arial"/>
                <a:cs typeface="Arial"/>
              </a:rPr>
              <a:t> </a:t>
            </a:r>
            <a:r>
              <a:rPr sz="2800">
                <a:latin typeface="Arial"/>
                <a:cs typeface="Arial"/>
              </a:rPr>
              <a:t>in</a:t>
            </a:r>
            <a:r>
              <a:rPr sz="2800" spc="-60">
                <a:latin typeface="Arial"/>
                <a:cs typeface="Arial"/>
              </a:rPr>
              <a:t> </a:t>
            </a:r>
            <a:r>
              <a:rPr sz="2800">
                <a:latin typeface="Arial"/>
                <a:cs typeface="Arial"/>
              </a:rPr>
              <a:t>Python,</a:t>
            </a:r>
            <a:r>
              <a:rPr sz="2800" spc="-75">
                <a:latin typeface="Arial"/>
                <a:cs typeface="Arial"/>
              </a:rPr>
              <a:t> </a:t>
            </a:r>
            <a:r>
              <a:rPr sz="2800">
                <a:latin typeface="Arial"/>
                <a:cs typeface="Arial"/>
              </a:rPr>
              <a:t>Java</a:t>
            </a:r>
            <a:r>
              <a:rPr sz="2800" spc="-65">
                <a:latin typeface="Arial"/>
                <a:cs typeface="Arial"/>
              </a:rPr>
              <a:t> </a:t>
            </a:r>
            <a:r>
              <a:rPr sz="2800" spc="-25">
                <a:latin typeface="Arial"/>
                <a:cs typeface="Arial"/>
              </a:rPr>
              <a:t>or </a:t>
            </a:r>
            <a:r>
              <a:rPr sz="2800">
                <a:latin typeface="Arial"/>
                <a:cs typeface="Arial"/>
              </a:rPr>
              <a:t>C/C++,</a:t>
            </a:r>
            <a:r>
              <a:rPr sz="2800" spc="-95">
                <a:latin typeface="Arial"/>
                <a:cs typeface="Arial"/>
              </a:rPr>
              <a:t> </a:t>
            </a:r>
            <a:r>
              <a:rPr sz="2800">
                <a:latin typeface="Arial"/>
                <a:cs typeface="Arial"/>
              </a:rPr>
              <a:t>i.e.,</a:t>
            </a:r>
            <a:r>
              <a:rPr sz="2800" spc="-110">
                <a:latin typeface="Arial"/>
                <a:cs typeface="Arial"/>
              </a:rPr>
              <a:t> </a:t>
            </a:r>
            <a:r>
              <a:rPr sz="2800">
                <a:latin typeface="Arial"/>
                <a:cs typeface="Arial"/>
              </a:rPr>
              <a:t>compilation,</a:t>
            </a:r>
            <a:r>
              <a:rPr sz="2800" spc="-95">
                <a:latin typeface="Arial"/>
                <a:cs typeface="Arial"/>
              </a:rPr>
              <a:t> </a:t>
            </a:r>
            <a:r>
              <a:rPr sz="2800">
                <a:latin typeface="Arial"/>
                <a:cs typeface="Arial"/>
              </a:rPr>
              <a:t>running,</a:t>
            </a:r>
            <a:r>
              <a:rPr sz="2800" spc="-90">
                <a:latin typeface="Arial"/>
                <a:cs typeface="Arial"/>
              </a:rPr>
              <a:t> </a:t>
            </a:r>
            <a:r>
              <a:rPr sz="2800">
                <a:latin typeface="Arial"/>
                <a:cs typeface="Arial"/>
              </a:rPr>
              <a:t>testing,</a:t>
            </a:r>
            <a:r>
              <a:rPr sz="2800" spc="-114">
                <a:latin typeface="Arial"/>
                <a:cs typeface="Arial"/>
              </a:rPr>
              <a:t> </a:t>
            </a:r>
            <a:r>
              <a:rPr sz="2800">
                <a:latin typeface="Arial"/>
                <a:cs typeface="Arial"/>
              </a:rPr>
              <a:t>debugging,</a:t>
            </a:r>
            <a:r>
              <a:rPr sz="2800" spc="-90">
                <a:latin typeface="Arial"/>
                <a:cs typeface="Arial"/>
              </a:rPr>
              <a:t> </a:t>
            </a:r>
            <a:r>
              <a:rPr sz="2800" spc="-20">
                <a:latin typeface="Arial"/>
                <a:cs typeface="Arial"/>
              </a:rPr>
              <a:t>etc.</a:t>
            </a:r>
            <a:endParaRPr sz="2800">
              <a:latin typeface="Arial"/>
              <a:cs typeface="Arial"/>
            </a:endParaRPr>
          </a:p>
          <a:p>
            <a:pPr marL="354965" indent="-342265">
              <a:lnSpc>
                <a:spcPct val="100000"/>
              </a:lnSpc>
              <a:spcBef>
                <a:spcPts val="1500"/>
              </a:spcBef>
              <a:buChar char="•"/>
              <a:tabLst>
                <a:tab pos="354965" algn="l"/>
              </a:tabLst>
            </a:pPr>
            <a:r>
              <a:rPr sz="2800">
                <a:latin typeface="Arial"/>
                <a:cs typeface="Arial"/>
              </a:rPr>
              <a:t>produce</a:t>
            </a:r>
            <a:r>
              <a:rPr sz="2800" spc="-55">
                <a:latin typeface="Arial"/>
                <a:cs typeface="Arial"/>
              </a:rPr>
              <a:t> </a:t>
            </a:r>
            <a:r>
              <a:rPr sz="2800" b="1">
                <a:latin typeface="Arial"/>
                <a:cs typeface="Arial"/>
              </a:rPr>
              <a:t>readable</a:t>
            </a:r>
            <a:r>
              <a:rPr sz="2800" b="1" spc="-50">
                <a:latin typeface="Arial"/>
                <a:cs typeface="Arial"/>
              </a:rPr>
              <a:t> </a:t>
            </a:r>
            <a:r>
              <a:rPr sz="2800" b="1">
                <a:latin typeface="Arial"/>
                <a:cs typeface="Arial"/>
              </a:rPr>
              <a:t>code</a:t>
            </a:r>
            <a:r>
              <a:rPr sz="2800" spc="-50">
                <a:latin typeface="Arial"/>
                <a:cs typeface="Arial"/>
              </a:rPr>
              <a:t> </a:t>
            </a:r>
            <a:r>
              <a:rPr sz="2800">
                <a:latin typeface="Arial"/>
                <a:cs typeface="Arial"/>
              </a:rPr>
              <a:t>with</a:t>
            </a:r>
            <a:r>
              <a:rPr sz="2800" spc="-45">
                <a:latin typeface="Arial"/>
                <a:cs typeface="Arial"/>
              </a:rPr>
              <a:t> </a:t>
            </a:r>
            <a:r>
              <a:rPr sz="2800">
                <a:latin typeface="Arial"/>
                <a:cs typeface="Arial"/>
              </a:rPr>
              <a:t>clear</a:t>
            </a:r>
            <a:r>
              <a:rPr sz="2800" spc="-65">
                <a:latin typeface="Arial"/>
                <a:cs typeface="Arial"/>
              </a:rPr>
              <a:t> </a:t>
            </a:r>
            <a:r>
              <a:rPr sz="2800" spc="-10">
                <a:latin typeface="Arial"/>
                <a:cs typeface="Arial"/>
              </a:rPr>
              <a:t>documentation</a:t>
            </a:r>
            <a:endParaRPr sz="2800">
              <a:latin typeface="Arial"/>
              <a:cs typeface="Arial"/>
            </a:endParaRPr>
          </a:p>
          <a:p>
            <a:pPr marL="354965" marR="5080" indent="-342900">
              <a:lnSpc>
                <a:spcPct val="100000"/>
              </a:lnSpc>
              <a:spcBef>
                <a:spcPts val="1500"/>
              </a:spcBef>
              <a:buChar char="•"/>
              <a:tabLst>
                <a:tab pos="354965" algn="l"/>
              </a:tabLst>
            </a:pPr>
            <a:r>
              <a:rPr sz="2800">
                <a:latin typeface="Arial"/>
                <a:cs typeface="Arial"/>
              </a:rPr>
              <a:t>have</a:t>
            </a:r>
            <a:r>
              <a:rPr sz="2800" spc="-95">
                <a:latin typeface="Arial"/>
                <a:cs typeface="Arial"/>
              </a:rPr>
              <a:t> </a:t>
            </a:r>
            <a:r>
              <a:rPr sz="2800">
                <a:latin typeface="Arial"/>
                <a:cs typeface="Arial"/>
              </a:rPr>
              <a:t>basic</a:t>
            </a:r>
            <a:r>
              <a:rPr sz="2800" spc="-100">
                <a:latin typeface="Arial"/>
                <a:cs typeface="Arial"/>
              </a:rPr>
              <a:t> </a:t>
            </a:r>
            <a:r>
              <a:rPr sz="2800">
                <a:latin typeface="Arial"/>
                <a:cs typeface="Arial"/>
              </a:rPr>
              <a:t>knowledge</a:t>
            </a:r>
            <a:r>
              <a:rPr sz="2800" spc="-70">
                <a:latin typeface="Arial"/>
                <a:cs typeface="Arial"/>
              </a:rPr>
              <a:t> </a:t>
            </a:r>
            <a:r>
              <a:rPr sz="2800">
                <a:latin typeface="Arial"/>
                <a:cs typeface="Arial"/>
              </a:rPr>
              <a:t>of</a:t>
            </a:r>
            <a:r>
              <a:rPr sz="2800" spc="-100">
                <a:latin typeface="Arial"/>
                <a:cs typeface="Arial"/>
              </a:rPr>
              <a:t> </a:t>
            </a:r>
            <a:r>
              <a:rPr sz="2800" b="1">
                <a:latin typeface="Arial"/>
                <a:cs typeface="Arial"/>
              </a:rPr>
              <a:t>database</a:t>
            </a:r>
            <a:r>
              <a:rPr sz="2800" b="1" spc="-100">
                <a:latin typeface="Arial"/>
                <a:cs typeface="Arial"/>
              </a:rPr>
              <a:t> </a:t>
            </a:r>
            <a:r>
              <a:rPr sz="2800" b="1">
                <a:latin typeface="Arial"/>
                <a:cs typeface="Arial"/>
              </a:rPr>
              <a:t>programming</a:t>
            </a:r>
            <a:r>
              <a:rPr sz="2800">
                <a:latin typeface="Arial"/>
                <a:cs typeface="Arial"/>
              </a:rPr>
              <a:t>,</a:t>
            </a:r>
            <a:r>
              <a:rPr sz="2800" spc="-70">
                <a:latin typeface="Arial"/>
                <a:cs typeface="Arial"/>
              </a:rPr>
              <a:t> </a:t>
            </a:r>
            <a:r>
              <a:rPr sz="2800" b="1" spc="-25">
                <a:latin typeface="Arial"/>
                <a:cs typeface="Arial"/>
              </a:rPr>
              <a:t>Web </a:t>
            </a:r>
            <a:r>
              <a:rPr sz="2800" b="1">
                <a:latin typeface="Arial"/>
                <a:cs typeface="Arial"/>
              </a:rPr>
              <a:t>programming</a:t>
            </a:r>
            <a:r>
              <a:rPr sz="2800" spc="-75">
                <a:latin typeface="Arial"/>
                <a:cs typeface="Arial"/>
              </a:rPr>
              <a:t> </a:t>
            </a:r>
            <a:r>
              <a:rPr sz="2800">
                <a:latin typeface="Arial"/>
                <a:cs typeface="Arial"/>
              </a:rPr>
              <a:t>and/or</a:t>
            </a:r>
            <a:r>
              <a:rPr sz="2800" spc="-95">
                <a:latin typeface="Arial"/>
                <a:cs typeface="Arial"/>
              </a:rPr>
              <a:t> </a:t>
            </a:r>
            <a:r>
              <a:rPr sz="2800" b="1">
                <a:latin typeface="Arial"/>
                <a:cs typeface="Arial"/>
              </a:rPr>
              <a:t>script</a:t>
            </a:r>
            <a:r>
              <a:rPr sz="2800" b="1" spc="-105">
                <a:latin typeface="Arial"/>
                <a:cs typeface="Arial"/>
              </a:rPr>
              <a:t> </a:t>
            </a:r>
            <a:r>
              <a:rPr sz="2800" b="1">
                <a:latin typeface="Arial"/>
                <a:cs typeface="Arial"/>
              </a:rPr>
              <a:t>programming</a:t>
            </a:r>
            <a:r>
              <a:rPr sz="2800" spc="-70">
                <a:latin typeface="Arial"/>
                <a:cs typeface="Arial"/>
              </a:rPr>
              <a:t> </a:t>
            </a:r>
            <a:r>
              <a:rPr sz="2800">
                <a:latin typeface="Arial"/>
                <a:cs typeface="Arial"/>
              </a:rPr>
              <a:t>(such</a:t>
            </a:r>
            <a:r>
              <a:rPr sz="2800" spc="-110">
                <a:latin typeface="Arial"/>
                <a:cs typeface="Arial"/>
              </a:rPr>
              <a:t> </a:t>
            </a:r>
            <a:r>
              <a:rPr sz="2800">
                <a:latin typeface="Arial"/>
                <a:cs typeface="Arial"/>
              </a:rPr>
              <a:t>as</a:t>
            </a:r>
            <a:r>
              <a:rPr sz="2800" spc="-100">
                <a:latin typeface="Arial"/>
                <a:cs typeface="Arial"/>
              </a:rPr>
              <a:t> </a:t>
            </a:r>
            <a:r>
              <a:rPr sz="2800" spc="-10">
                <a:latin typeface="Arial"/>
                <a:cs typeface="Arial"/>
              </a:rPr>
              <a:t>Python, </a:t>
            </a:r>
            <a:r>
              <a:rPr sz="2800" spc="-80">
                <a:latin typeface="Arial"/>
                <a:cs typeface="Arial"/>
              </a:rPr>
              <a:t>PHP,</a:t>
            </a:r>
            <a:r>
              <a:rPr sz="2800" spc="-75">
                <a:latin typeface="Arial"/>
                <a:cs typeface="Arial"/>
              </a:rPr>
              <a:t> </a:t>
            </a:r>
            <a:r>
              <a:rPr sz="2800">
                <a:latin typeface="Arial"/>
                <a:cs typeface="Arial"/>
              </a:rPr>
              <a:t>and</a:t>
            </a:r>
            <a:r>
              <a:rPr sz="2800" spc="-70">
                <a:latin typeface="Arial"/>
                <a:cs typeface="Arial"/>
              </a:rPr>
              <a:t> </a:t>
            </a:r>
            <a:r>
              <a:rPr sz="2800" spc="-10">
                <a:latin typeface="Arial"/>
                <a:cs typeface="Arial"/>
              </a:rPr>
              <a:t>JavaScript)</a:t>
            </a:r>
            <a:endParaRPr sz="280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2212" y="319086"/>
            <a:ext cx="10662919" cy="696595"/>
          </a:xfrm>
          <a:prstGeom prst="rect">
            <a:avLst/>
          </a:prstGeom>
        </p:spPr>
        <p:txBody>
          <a:bodyPr vert="horz" wrap="square" lIns="0" tIns="12700" rIns="0" bIns="0" rtlCol="0">
            <a:spAutoFit/>
          </a:bodyPr>
          <a:lstStyle/>
          <a:p>
            <a:pPr marL="12700">
              <a:lnSpc>
                <a:spcPct val="100000"/>
              </a:lnSpc>
              <a:spcBef>
                <a:spcPts val="100"/>
              </a:spcBef>
            </a:pPr>
            <a:r>
              <a:rPr sz="4400" b="1">
                <a:solidFill>
                  <a:srgbClr val="000000"/>
                </a:solidFill>
                <a:latin typeface="Arial"/>
                <a:cs typeface="Arial"/>
              </a:rPr>
              <a:t>Assumed</a:t>
            </a:r>
            <a:r>
              <a:rPr sz="4400" b="1" spc="-30">
                <a:solidFill>
                  <a:srgbClr val="000000"/>
                </a:solidFill>
                <a:latin typeface="Arial"/>
                <a:cs typeface="Arial"/>
              </a:rPr>
              <a:t> </a:t>
            </a:r>
            <a:r>
              <a:rPr sz="4400" b="1">
                <a:solidFill>
                  <a:srgbClr val="000000"/>
                </a:solidFill>
                <a:latin typeface="Arial"/>
                <a:cs typeface="Arial"/>
              </a:rPr>
              <a:t>Knowledge</a:t>
            </a:r>
            <a:r>
              <a:rPr sz="4400" b="1" spc="-20">
                <a:solidFill>
                  <a:srgbClr val="000000"/>
                </a:solidFill>
                <a:latin typeface="Arial"/>
                <a:cs typeface="Arial"/>
              </a:rPr>
              <a:t> </a:t>
            </a:r>
            <a:r>
              <a:rPr sz="4400" b="1" spc="-10">
                <a:solidFill>
                  <a:srgbClr val="000000"/>
                </a:solidFill>
                <a:latin typeface="Arial"/>
                <a:cs typeface="Arial"/>
              </a:rPr>
              <a:t>(cont’d)</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16</a:t>
            </a:fld>
            <a:endParaRPr spc="-25"/>
          </a:p>
        </p:txBody>
      </p:sp>
      <p:sp>
        <p:nvSpPr>
          <p:cNvPr id="3" name="object 3"/>
          <p:cNvSpPr txBox="1"/>
          <p:nvPr/>
        </p:nvSpPr>
        <p:spPr>
          <a:xfrm>
            <a:off x="1069644" y="1468577"/>
            <a:ext cx="10373526" cy="3380740"/>
          </a:xfrm>
          <a:prstGeom prst="rect">
            <a:avLst/>
          </a:prstGeom>
        </p:spPr>
        <p:txBody>
          <a:bodyPr vert="horz" wrap="square" lIns="0" tIns="13335" rIns="0" bIns="0" rtlCol="0">
            <a:spAutoFit/>
          </a:bodyPr>
          <a:lstStyle/>
          <a:p>
            <a:pPr marL="12700">
              <a:lnSpc>
                <a:spcPct val="100000"/>
              </a:lnSpc>
              <a:spcBef>
                <a:spcPts val="105"/>
              </a:spcBef>
            </a:pPr>
            <a:r>
              <a:rPr sz="3200">
                <a:latin typeface="Arial"/>
                <a:cs typeface="Arial"/>
              </a:rPr>
              <a:t>For</a:t>
            </a:r>
            <a:r>
              <a:rPr sz="3200" spc="-55">
                <a:latin typeface="Arial"/>
                <a:cs typeface="Arial"/>
              </a:rPr>
              <a:t> </a:t>
            </a:r>
            <a:r>
              <a:rPr sz="3200" b="1">
                <a:latin typeface="Arial"/>
                <a:cs typeface="Arial"/>
              </a:rPr>
              <a:t>COMP3900</a:t>
            </a:r>
            <a:r>
              <a:rPr sz="3200">
                <a:latin typeface="Arial"/>
                <a:cs typeface="Arial"/>
              </a:rPr>
              <a:t>,</a:t>
            </a:r>
            <a:r>
              <a:rPr sz="3200" spc="-55">
                <a:latin typeface="Arial"/>
                <a:cs typeface="Arial"/>
              </a:rPr>
              <a:t> </a:t>
            </a:r>
            <a:r>
              <a:rPr sz="3200">
                <a:latin typeface="Arial"/>
                <a:cs typeface="Arial"/>
              </a:rPr>
              <a:t>students</a:t>
            </a:r>
            <a:r>
              <a:rPr sz="3200" spc="-60">
                <a:latin typeface="Arial"/>
                <a:cs typeface="Arial"/>
              </a:rPr>
              <a:t> </a:t>
            </a:r>
            <a:r>
              <a:rPr sz="3200" spc="-10">
                <a:latin typeface="Arial"/>
                <a:cs typeface="Arial"/>
              </a:rPr>
              <a:t>must:</a:t>
            </a:r>
            <a:endParaRPr sz="3200">
              <a:latin typeface="Arial"/>
              <a:cs typeface="Arial"/>
            </a:endParaRPr>
          </a:p>
          <a:p>
            <a:pPr marL="469265" indent="-456565">
              <a:lnSpc>
                <a:spcPct val="100000"/>
              </a:lnSpc>
              <a:spcBef>
                <a:spcPts val="2405"/>
              </a:spcBef>
              <a:buChar char="•"/>
              <a:tabLst>
                <a:tab pos="469265" algn="l"/>
              </a:tabLst>
            </a:pPr>
            <a:r>
              <a:rPr sz="3200">
                <a:latin typeface="Arial"/>
                <a:cs typeface="Arial"/>
              </a:rPr>
              <a:t>Have</a:t>
            </a:r>
            <a:r>
              <a:rPr sz="3200" spc="-45">
                <a:latin typeface="Arial"/>
                <a:cs typeface="Arial"/>
              </a:rPr>
              <a:t> </a:t>
            </a:r>
            <a:r>
              <a:rPr sz="3200">
                <a:latin typeface="Arial"/>
                <a:cs typeface="Arial"/>
              </a:rPr>
              <a:t>successfully</a:t>
            </a:r>
            <a:r>
              <a:rPr sz="3200" spc="-65">
                <a:latin typeface="Arial"/>
                <a:cs typeface="Arial"/>
              </a:rPr>
              <a:t> </a:t>
            </a:r>
            <a:r>
              <a:rPr sz="3200">
                <a:latin typeface="Arial"/>
                <a:cs typeface="Arial"/>
              </a:rPr>
              <a:t>completed</a:t>
            </a:r>
            <a:r>
              <a:rPr sz="3200" spc="-45">
                <a:latin typeface="Arial"/>
                <a:cs typeface="Arial"/>
              </a:rPr>
              <a:t> </a:t>
            </a:r>
            <a:r>
              <a:rPr sz="3200" b="1">
                <a:latin typeface="Arial"/>
                <a:cs typeface="Arial"/>
              </a:rPr>
              <a:t>COMP1531</a:t>
            </a:r>
            <a:r>
              <a:rPr sz="3200" b="1" spc="-50">
                <a:latin typeface="Arial"/>
                <a:cs typeface="Arial"/>
              </a:rPr>
              <a:t> </a:t>
            </a:r>
            <a:r>
              <a:rPr sz="3200" spc="-25">
                <a:latin typeface="Arial"/>
                <a:cs typeface="Arial"/>
              </a:rPr>
              <a:t>and</a:t>
            </a:r>
            <a:endParaRPr sz="3200">
              <a:latin typeface="Arial"/>
              <a:cs typeface="Arial"/>
            </a:endParaRPr>
          </a:p>
          <a:p>
            <a:pPr marL="469265">
              <a:lnSpc>
                <a:spcPct val="100000"/>
              </a:lnSpc>
            </a:pPr>
            <a:r>
              <a:rPr sz="3200" b="1">
                <a:latin typeface="Arial"/>
                <a:cs typeface="Arial"/>
              </a:rPr>
              <a:t>COMP2521</a:t>
            </a:r>
            <a:r>
              <a:rPr sz="3200" b="1" spc="-60">
                <a:latin typeface="Arial"/>
                <a:cs typeface="Arial"/>
              </a:rPr>
              <a:t> </a:t>
            </a:r>
            <a:r>
              <a:rPr sz="3200">
                <a:latin typeface="Arial"/>
                <a:cs typeface="Arial"/>
              </a:rPr>
              <a:t>(or</a:t>
            </a:r>
            <a:r>
              <a:rPr sz="3200" spc="-55">
                <a:latin typeface="Arial"/>
                <a:cs typeface="Arial"/>
              </a:rPr>
              <a:t> </a:t>
            </a:r>
            <a:r>
              <a:rPr sz="3200">
                <a:latin typeface="Arial"/>
                <a:cs typeface="Arial"/>
              </a:rPr>
              <a:t>the</a:t>
            </a:r>
            <a:r>
              <a:rPr sz="3200" spc="-50">
                <a:latin typeface="Arial"/>
                <a:cs typeface="Arial"/>
              </a:rPr>
              <a:t> </a:t>
            </a:r>
            <a:r>
              <a:rPr sz="3200">
                <a:latin typeface="Arial"/>
                <a:cs typeface="Arial"/>
              </a:rPr>
              <a:t>old</a:t>
            </a:r>
            <a:r>
              <a:rPr sz="3200" spc="-30">
                <a:latin typeface="Arial"/>
                <a:cs typeface="Arial"/>
              </a:rPr>
              <a:t> </a:t>
            </a:r>
            <a:r>
              <a:rPr sz="3200">
                <a:latin typeface="Arial"/>
                <a:cs typeface="Arial"/>
              </a:rPr>
              <a:t>equivalent</a:t>
            </a:r>
            <a:r>
              <a:rPr sz="3200" spc="-50">
                <a:latin typeface="Arial"/>
                <a:cs typeface="Arial"/>
              </a:rPr>
              <a:t> </a:t>
            </a:r>
            <a:r>
              <a:rPr sz="3200" spc="-10">
                <a:latin typeface="Arial"/>
                <a:cs typeface="Arial"/>
              </a:rPr>
              <a:t>COMP1927)</a:t>
            </a:r>
            <a:endParaRPr sz="3200">
              <a:latin typeface="Arial"/>
              <a:cs typeface="Arial"/>
            </a:endParaRPr>
          </a:p>
          <a:p>
            <a:pPr marL="469265" indent="-456565">
              <a:lnSpc>
                <a:spcPct val="100000"/>
              </a:lnSpc>
              <a:spcBef>
                <a:spcPts val="2400"/>
              </a:spcBef>
              <a:buChar char="•"/>
              <a:tabLst>
                <a:tab pos="469265" algn="l"/>
              </a:tabLst>
            </a:pPr>
            <a:r>
              <a:rPr sz="3200">
                <a:latin typeface="Arial"/>
                <a:cs typeface="Arial"/>
              </a:rPr>
              <a:t>Be</a:t>
            </a:r>
            <a:r>
              <a:rPr sz="3200" spc="-30">
                <a:latin typeface="Arial"/>
                <a:cs typeface="Arial"/>
              </a:rPr>
              <a:t> </a:t>
            </a:r>
            <a:r>
              <a:rPr sz="3200">
                <a:latin typeface="Arial"/>
                <a:cs typeface="Arial"/>
              </a:rPr>
              <a:t>enrolled</a:t>
            </a:r>
            <a:r>
              <a:rPr sz="3200" spc="-30">
                <a:latin typeface="Arial"/>
                <a:cs typeface="Arial"/>
              </a:rPr>
              <a:t> </a:t>
            </a:r>
            <a:r>
              <a:rPr sz="3200">
                <a:latin typeface="Arial"/>
                <a:cs typeface="Arial"/>
              </a:rPr>
              <a:t>in</a:t>
            </a:r>
            <a:r>
              <a:rPr sz="3200" spc="-30">
                <a:latin typeface="Arial"/>
                <a:cs typeface="Arial"/>
              </a:rPr>
              <a:t> </a:t>
            </a:r>
            <a:r>
              <a:rPr sz="3200">
                <a:latin typeface="Arial"/>
                <a:cs typeface="Arial"/>
              </a:rPr>
              <a:t>a</a:t>
            </a:r>
            <a:r>
              <a:rPr sz="3200" spc="-35">
                <a:latin typeface="Arial"/>
                <a:cs typeface="Arial"/>
              </a:rPr>
              <a:t> </a:t>
            </a:r>
            <a:r>
              <a:rPr sz="3200" b="1">
                <a:latin typeface="Arial"/>
                <a:cs typeface="Arial"/>
              </a:rPr>
              <a:t>BSc</a:t>
            </a:r>
            <a:r>
              <a:rPr sz="3200" b="1" spc="-30">
                <a:latin typeface="Arial"/>
                <a:cs typeface="Arial"/>
              </a:rPr>
              <a:t> </a:t>
            </a:r>
            <a:r>
              <a:rPr sz="3200" b="1">
                <a:latin typeface="Arial"/>
                <a:cs typeface="Arial"/>
              </a:rPr>
              <a:t>Computer</a:t>
            </a:r>
            <a:r>
              <a:rPr sz="3200" b="1" spc="-60">
                <a:latin typeface="Arial"/>
                <a:cs typeface="Arial"/>
              </a:rPr>
              <a:t> </a:t>
            </a:r>
            <a:r>
              <a:rPr sz="3200" b="1">
                <a:latin typeface="Arial"/>
                <a:cs typeface="Arial"/>
              </a:rPr>
              <a:t>Science</a:t>
            </a:r>
            <a:r>
              <a:rPr sz="3200" b="1" spc="-45">
                <a:latin typeface="Arial"/>
                <a:cs typeface="Arial"/>
              </a:rPr>
              <a:t> </a:t>
            </a:r>
            <a:r>
              <a:rPr sz="3200" spc="-10">
                <a:latin typeface="Arial"/>
                <a:cs typeface="Arial"/>
              </a:rPr>
              <a:t>major</a:t>
            </a:r>
            <a:endParaRPr sz="3200">
              <a:latin typeface="Arial"/>
              <a:cs typeface="Arial"/>
            </a:endParaRPr>
          </a:p>
          <a:p>
            <a:pPr marL="469265" indent="-456565">
              <a:lnSpc>
                <a:spcPct val="100000"/>
              </a:lnSpc>
              <a:spcBef>
                <a:spcPts val="2405"/>
              </a:spcBef>
              <a:buChar char="•"/>
              <a:tabLst>
                <a:tab pos="469265" algn="l"/>
              </a:tabLst>
            </a:pPr>
            <a:r>
              <a:rPr sz="3200">
                <a:latin typeface="Arial"/>
                <a:cs typeface="Arial"/>
              </a:rPr>
              <a:t>Have</a:t>
            </a:r>
            <a:r>
              <a:rPr sz="3200" spc="-50">
                <a:latin typeface="Arial"/>
                <a:cs typeface="Arial"/>
              </a:rPr>
              <a:t> </a:t>
            </a:r>
            <a:r>
              <a:rPr sz="3200">
                <a:latin typeface="Arial"/>
                <a:cs typeface="Arial"/>
              </a:rPr>
              <a:t>completed</a:t>
            </a:r>
            <a:r>
              <a:rPr sz="3200" spc="-45">
                <a:latin typeface="Arial"/>
                <a:cs typeface="Arial"/>
              </a:rPr>
              <a:t> </a:t>
            </a:r>
            <a:r>
              <a:rPr sz="3200">
                <a:latin typeface="Arial"/>
                <a:cs typeface="Arial"/>
              </a:rPr>
              <a:t>at</a:t>
            </a:r>
            <a:r>
              <a:rPr sz="3200" spc="-35">
                <a:latin typeface="Arial"/>
                <a:cs typeface="Arial"/>
              </a:rPr>
              <a:t> </a:t>
            </a:r>
            <a:r>
              <a:rPr sz="3200">
                <a:latin typeface="Arial"/>
                <a:cs typeface="Arial"/>
              </a:rPr>
              <a:t>least</a:t>
            </a:r>
            <a:r>
              <a:rPr sz="3200" spc="-30">
                <a:latin typeface="Arial"/>
                <a:cs typeface="Arial"/>
              </a:rPr>
              <a:t> </a:t>
            </a:r>
            <a:r>
              <a:rPr sz="3200" b="1">
                <a:latin typeface="Arial"/>
                <a:cs typeface="Arial"/>
              </a:rPr>
              <a:t>102</a:t>
            </a:r>
            <a:r>
              <a:rPr sz="3200" b="1" spc="-30">
                <a:latin typeface="Arial"/>
                <a:cs typeface="Arial"/>
              </a:rPr>
              <a:t> </a:t>
            </a:r>
            <a:r>
              <a:rPr sz="3200" spc="-25">
                <a:latin typeface="Arial"/>
                <a:cs typeface="Arial"/>
              </a:rPr>
              <a:t>UOC</a:t>
            </a:r>
            <a:endParaRPr sz="320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400" b="1">
                <a:solidFill>
                  <a:srgbClr val="000000"/>
                </a:solidFill>
                <a:latin typeface="Arial"/>
                <a:cs typeface="Arial"/>
              </a:rPr>
              <a:t>Assumed</a:t>
            </a:r>
            <a:r>
              <a:rPr sz="4400" b="1" spc="-30">
                <a:solidFill>
                  <a:srgbClr val="000000"/>
                </a:solidFill>
                <a:latin typeface="Arial"/>
                <a:cs typeface="Arial"/>
              </a:rPr>
              <a:t> </a:t>
            </a:r>
            <a:r>
              <a:rPr sz="4400" b="1">
                <a:solidFill>
                  <a:srgbClr val="000000"/>
                </a:solidFill>
                <a:latin typeface="Arial"/>
                <a:cs typeface="Arial"/>
              </a:rPr>
              <a:t>Knowledge</a:t>
            </a:r>
            <a:r>
              <a:rPr sz="4400" b="1" spc="-20">
                <a:solidFill>
                  <a:srgbClr val="000000"/>
                </a:solidFill>
                <a:latin typeface="Arial"/>
                <a:cs typeface="Arial"/>
              </a:rPr>
              <a:t> </a:t>
            </a:r>
            <a:r>
              <a:rPr sz="4400" b="1" spc="-10">
                <a:solidFill>
                  <a:srgbClr val="000000"/>
                </a:solidFill>
                <a:latin typeface="Arial"/>
                <a:cs typeface="Arial"/>
              </a:rPr>
              <a:t>(cont’d)</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17</a:t>
            </a:fld>
            <a:endParaRPr spc="-25"/>
          </a:p>
        </p:txBody>
      </p:sp>
      <p:sp>
        <p:nvSpPr>
          <p:cNvPr id="3" name="object 3"/>
          <p:cNvSpPr txBox="1"/>
          <p:nvPr/>
        </p:nvSpPr>
        <p:spPr>
          <a:xfrm>
            <a:off x="370104" y="1718413"/>
            <a:ext cx="11461227" cy="2106346"/>
          </a:xfrm>
          <a:prstGeom prst="rect">
            <a:avLst/>
          </a:prstGeom>
        </p:spPr>
        <p:txBody>
          <a:bodyPr vert="horz" wrap="square" lIns="0" tIns="13335" rIns="0" bIns="0" rtlCol="0">
            <a:spAutoFit/>
          </a:bodyPr>
          <a:lstStyle/>
          <a:p>
            <a:pPr marL="12700">
              <a:lnSpc>
                <a:spcPct val="100000"/>
              </a:lnSpc>
              <a:spcBef>
                <a:spcPts val="105"/>
              </a:spcBef>
            </a:pPr>
            <a:r>
              <a:rPr sz="3200">
                <a:latin typeface="Arial"/>
                <a:cs typeface="Arial"/>
              </a:rPr>
              <a:t>For</a:t>
            </a:r>
            <a:r>
              <a:rPr sz="3200" spc="-55">
                <a:latin typeface="Arial"/>
                <a:cs typeface="Arial"/>
              </a:rPr>
              <a:t> </a:t>
            </a:r>
            <a:r>
              <a:rPr sz="3200" b="1">
                <a:latin typeface="Arial"/>
                <a:cs typeface="Arial"/>
              </a:rPr>
              <a:t>COMP9900</a:t>
            </a:r>
            <a:r>
              <a:rPr sz="3200">
                <a:latin typeface="Arial"/>
                <a:cs typeface="Arial"/>
              </a:rPr>
              <a:t>,</a:t>
            </a:r>
            <a:r>
              <a:rPr sz="3200" spc="-55">
                <a:latin typeface="Arial"/>
                <a:cs typeface="Arial"/>
              </a:rPr>
              <a:t> </a:t>
            </a:r>
            <a:r>
              <a:rPr sz="3200">
                <a:latin typeface="Arial"/>
                <a:cs typeface="Arial"/>
              </a:rPr>
              <a:t>students</a:t>
            </a:r>
            <a:r>
              <a:rPr sz="3200" spc="-60">
                <a:latin typeface="Arial"/>
                <a:cs typeface="Arial"/>
              </a:rPr>
              <a:t> </a:t>
            </a:r>
            <a:r>
              <a:rPr sz="3200" spc="-10">
                <a:latin typeface="Arial"/>
                <a:cs typeface="Arial"/>
              </a:rPr>
              <a:t>must:</a:t>
            </a:r>
            <a:endParaRPr sz="3200">
              <a:latin typeface="Arial"/>
              <a:cs typeface="Arial"/>
            </a:endParaRPr>
          </a:p>
          <a:p>
            <a:pPr marL="469265" indent="-456565">
              <a:lnSpc>
                <a:spcPct val="100000"/>
              </a:lnSpc>
              <a:spcBef>
                <a:spcPts val="2405"/>
              </a:spcBef>
              <a:buChar char="•"/>
              <a:tabLst>
                <a:tab pos="469265" algn="l"/>
              </a:tabLst>
            </a:pPr>
            <a:r>
              <a:rPr sz="3200">
                <a:latin typeface="Arial"/>
                <a:cs typeface="Arial"/>
              </a:rPr>
              <a:t>Be</a:t>
            </a:r>
            <a:r>
              <a:rPr sz="3200" spc="-30">
                <a:latin typeface="Arial"/>
                <a:cs typeface="Arial"/>
              </a:rPr>
              <a:t> </a:t>
            </a:r>
            <a:r>
              <a:rPr sz="3200">
                <a:latin typeface="Arial"/>
                <a:cs typeface="Arial"/>
              </a:rPr>
              <a:t>in</a:t>
            </a:r>
            <a:r>
              <a:rPr sz="3200" spc="-25">
                <a:latin typeface="Arial"/>
                <a:cs typeface="Arial"/>
              </a:rPr>
              <a:t> </a:t>
            </a:r>
            <a:r>
              <a:rPr sz="3200">
                <a:latin typeface="Arial"/>
                <a:cs typeface="Arial"/>
              </a:rPr>
              <a:t>their</a:t>
            </a:r>
            <a:r>
              <a:rPr sz="3200" spc="-30">
                <a:latin typeface="Arial"/>
                <a:cs typeface="Arial"/>
              </a:rPr>
              <a:t> </a:t>
            </a:r>
            <a:r>
              <a:rPr sz="3200" b="1">
                <a:latin typeface="Arial"/>
                <a:cs typeface="Arial"/>
              </a:rPr>
              <a:t>final</a:t>
            </a:r>
            <a:r>
              <a:rPr sz="3200" b="1" spc="-55">
                <a:latin typeface="Arial"/>
                <a:cs typeface="Arial"/>
              </a:rPr>
              <a:t> </a:t>
            </a:r>
            <a:r>
              <a:rPr sz="3200">
                <a:latin typeface="Arial"/>
                <a:cs typeface="Arial"/>
              </a:rPr>
              <a:t>term</a:t>
            </a:r>
            <a:r>
              <a:rPr sz="3200" spc="-60">
                <a:latin typeface="Arial"/>
                <a:cs typeface="Arial"/>
              </a:rPr>
              <a:t> </a:t>
            </a:r>
            <a:r>
              <a:rPr sz="3200">
                <a:latin typeface="Arial"/>
                <a:cs typeface="Arial"/>
              </a:rPr>
              <a:t>of</a:t>
            </a:r>
            <a:r>
              <a:rPr sz="3200" spc="-35">
                <a:latin typeface="Arial"/>
                <a:cs typeface="Arial"/>
              </a:rPr>
              <a:t> </a:t>
            </a:r>
            <a:r>
              <a:rPr sz="3200" spc="-20">
                <a:latin typeface="Arial"/>
                <a:cs typeface="Arial"/>
              </a:rPr>
              <a:t>study,</a:t>
            </a:r>
            <a:r>
              <a:rPr sz="3200" spc="-55">
                <a:latin typeface="Arial"/>
                <a:cs typeface="Arial"/>
              </a:rPr>
              <a:t> </a:t>
            </a:r>
            <a:r>
              <a:rPr sz="3200" spc="-25">
                <a:latin typeface="Arial"/>
                <a:cs typeface="Arial"/>
              </a:rPr>
              <a:t>and</a:t>
            </a:r>
            <a:endParaRPr sz="3200">
              <a:latin typeface="Arial"/>
              <a:cs typeface="Arial"/>
            </a:endParaRPr>
          </a:p>
          <a:p>
            <a:pPr marL="469265" marR="5080" indent="-457200">
              <a:lnSpc>
                <a:spcPct val="100000"/>
              </a:lnSpc>
              <a:spcBef>
                <a:spcPts val="2400"/>
              </a:spcBef>
              <a:buChar char="•"/>
              <a:tabLst>
                <a:tab pos="469265" algn="l"/>
              </a:tabLst>
            </a:pPr>
            <a:r>
              <a:rPr sz="3200">
                <a:latin typeface="Arial"/>
                <a:cs typeface="Arial"/>
              </a:rPr>
              <a:t>Have</a:t>
            </a:r>
            <a:r>
              <a:rPr sz="3200" spc="-35">
                <a:latin typeface="Arial"/>
                <a:cs typeface="Arial"/>
              </a:rPr>
              <a:t> </a:t>
            </a:r>
            <a:r>
              <a:rPr sz="3200">
                <a:latin typeface="Arial"/>
                <a:cs typeface="Arial"/>
              </a:rPr>
              <a:t>completed</a:t>
            </a:r>
            <a:r>
              <a:rPr sz="3200" spc="-40">
                <a:latin typeface="Arial"/>
                <a:cs typeface="Arial"/>
              </a:rPr>
              <a:t> </a:t>
            </a:r>
            <a:r>
              <a:rPr sz="3200">
                <a:latin typeface="Arial"/>
                <a:cs typeface="Arial"/>
              </a:rPr>
              <a:t>at</a:t>
            </a:r>
            <a:r>
              <a:rPr sz="3200" spc="-30">
                <a:latin typeface="Arial"/>
                <a:cs typeface="Arial"/>
              </a:rPr>
              <a:t> </a:t>
            </a:r>
            <a:r>
              <a:rPr sz="3200">
                <a:latin typeface="Arial"/>
                <a:cs typeface="Arial"/>
              </a:rPr>
              <a:t>least</a:t>
            </a:r>
            <a:r>
              <a:rPr sz="3200" spc="-25">
                <a:latin typeface="Arial"/>
                <a:cs typeface="Arial"/>
              </a:rPr>
              <a:t> </a:t>
            </a:r>
            <a:r>
              <a:rPr sz="3200" b="1">
                <a:latin typeface="Arial"/>
                <a:cs typeface="Arial"/>
              </a:rPr>
              <a:t>66</a:t>
            </a:r>
            <a:r>
              <a:rPr sz="3200" b="1" spc="-30">
                <a:latin typeface="Arial"/>
                <a:cs typeface="Arial"/>
              </a:rPr>
              <a:t> </a:t>
            </a:r>
            <a:r>
              <a:rPr sz="3200">
                <a:latin typeface="Arial"/>
                <a:cs typeface="Arial"/>
              </a:rPr>
              <a:t>UOC</a:t>
            </a:r>
            <a:r>
              <a:rPr sz="3200" spc="-15">
                <a:latin typeface="Arial"/>
                <a:cs typeface="Arial"/>
              </a:rPr>
              <a:t> </a:t>
            </a:r>
            <a:r>
              <a:rPr sz="3200">
                <a:latin typeface="Arial"/>
                <a:cs typeface="Arial"/>
              </a:rPr>
              <a:t>towards</a:t>
            </a:r>
            <a:r>
              <a:rPr sz="3200" spc="-45">
                <a:latin typeface="Arial"/>
                <a:cs typeface="Arial"/>
              </a:rPr>
              <a:t> </a:t>
            </a:r>
            <a:r>
              <a:rPr sz="3200" spc="-25">
                <a:latin typeface="Arial"/>
                <a:cs typeface="Arial"/>
              </a:rPr>
              <a:t>MIT </a:t>
            </a:r>
            <a:r>
              <a:rPr sz="3200">
                <a:latin typeface="Arial"/>
                <a:cs typeface="Arial"/>
              </a:rPr>
              <a:t>program</a:t>
            </a:r>
            <a:r>
              <a:rPr sz="3200" spc="-70">
                <a:latin typeface="Arial"/>
                <a:cs typeface="Arial"/>
              </a:rPr>
              <a:t> </a:t>
            </a:r>
            <a:r>
              <a:rPr sz="3200" b="1" spc="-20">
                <a:latin typeface="Arial"/>
                <a:cs typeface="Arial"/>
              </a:rPr>
              <a:t>8543</a:t>
            </a:r>
            <a:endParaRPr sz="320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4671" y="181676"/>
            <a:ext cx="10662919" cy="696595"/>
          </a:xfrm>
          <a:prstGeom prst="rect">
            <a:avLst/>
          </a:prstGeom>
        </p:spPr>
        <p:txBody>
          <a:bodyPr vert="horz" wrap="square" lIns="0" tIns="12700" rIns="0" bIns="0" rtlCol="0" anchor="t">
            <a:spAutoFit/>
          </a:bodyPr>
          <a:lstStyle/>
          <a:p>
            <a:pPr marL="12700">
              <a:lnSpc>
                <a:spcPct val="100000"/>
              </a:lnSpc>
              <a:spcBef>
                <a:spcPts val="100"/>
              </a:spcBef>
            </a:pPr>
            <a:r>
              <a:rPr sz="4400" b="1">
                <a:solidFill>
                  <a:srgbClr val="000000"/>
                </a:solidFill>
                <a:latin typeface="Arial"/>
                <a:cs typeface="Arial"/>
              </a:rPr>
              <a:t>Learning </a:t>
            </a:r>
            <a:r>
              <a:rPr lang="en-US" sz="4400" b="1">
                <a:solidFill>
                  <a:srgbClr val="000000"/>
                </a:solidFill>
              </a:rPr>
              <a:t>O</a:t>
            </a:r>
            <a:r>
              <a:rPr lang="en-US" sz="4400" b="1" spc="-10">
                <a:solidFill>
                  <a:srgbClr val="000000"/>
                </a:solidFill>
              </a:rPr>
              <a:t>utcomes</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18</a:t>
            </a:fld>
            <a:endParaRPr spc="-25"/>
          </a:p>
        </p:txBody>
      </p:sp>
      <p:sp>
        <p:nvSpPr>
          <p:cNvPr id="3" name="object 3"/>
          <p:cNvSpPr txBox="1"/>
          <p:nvPr/>
        </p:nvSpPr>
        <p:spPr>
          <a:xfrm>
            <a:off x="367301" y="980384"/>
            <a:ext cx="11452337" cy="5091137"/>
          </a:xfrm>
          <a:prstGeom prst="rect">
            <a:avLst/>
          </a:prstGeom>
        </p:spPr>
        <p:txBody>
          <a:bodyPr vert="horz" wrap="square" lIns="0" tIns="12700" rIns="0" bIns="0" rtlCol="0" anchor="t">
            <a:spAutoFit/>
          </a:bodyPr>
          <a:lstStyle/>
          <a:p>
            <a:pPr marL="469900" indent="-457200">
              <a:lnSpc>
                <a:spcPct val="100000"/>
              </a:lnSpc>
              <a:spcBef>
                <a:spcPts val="100"/>
              </a:spcBef>
              <a:buAutoNum type="arabicPeriod"/>
              <a:tabLst>
                <a:tab pos="469900" algn="l"/>
              </a:tabLst>
            </a:pPr>
            <a:r>
              <a:rPr lang="en-US" sz="2600">
                <a:latin typeface="Arial"/>
                <a:cs typeface="Arial"/>
              </a:rPr>
              <a:t>Work</a:t>
            </a:r>
            <a:r>
              <a:rPr sz="2600" spc="-50">
                <a:latin typeface="Arial"/>
                <a:cs typeface="Arial"/>
              </a:rPr>
              <a:t> </a:t>
            </a:r>
            <a:r>
              <a:rPr sz="2600">
                <a:latin typeface="Arial"/>
                <a:cs typeface="Arial"/>
              </a:rPr>
              <a:t>from</a:t>
            </a:r>
            <a:r>
              <a:rPr sz="2600" spc="-65">
                <a:latin typeface="Arial"/>
                <a:cs typeface="Arial"/>
              </a:rPr>
              <a:t> </a:t>
            </a:r>
            <a:r>
              <a:rPr sz="2600">
                <a:latin typeface="Arial"/>
                <a:cs typeface="Arial"/>
              </a:rPr>
              <a:t>a</a:t>
            </a:r>
            <a:r>
              <a:rPr sz="2600" spc="-50">
                <a:latin typeface="Arial"/>
                <a:cs typeface="Arial"/>
              </a:rPr>
              <a:t> </a:t>
            </a:r>
            <a:r>
              <a:rPr sz="2600">
                <a:latin typeface="Arial"/>
                <a:cs typeface="Arial"/>
              </a:rPr>
              <a:t>set</a:t>
            </a:r>
            <a:r>
              <a:rPr sz="2600" spc="-50">
                <a:latin typeface="Arial"/>
                <a:cs typeface="Arial"/>
              </a:rPr>
              <a:t> </a:t>
            </a:r>
            <a:r>
              <a:rPr sz="2600">
                <a:latin typeface="Arial"/>
                <a:cs typeface="Arial"/>
              </a:rPr>
              <a:t>of</a:t>
            </a:r>
            <a:r>
              <a:rPr sz="2600" spc="-55">
                <a:latin typeface="Arial"/>
                <a:cs typeface="Arial"/>
              </a:rPr>
              <a:t> </a:t>
            </a:r>
            <a:r>
              <a:rPr sz="2600" b="1" spc="-10">
                <a:latin typeface="Arial"/>
                <a:cs typeface="Arial"/>
              </a:rPr>
              <a:t>requirements</a:t>
            </a:r>
            <a:r>
              <a:rPr sz="2600" spc="-10">
                <a:latin typeface="Arial"/>
                <a:cs typeface="Arial"/>
              </a:rPr>
              <a:t>,</a:t>
            </a:r>
            <a:r>
              <a:rPr sz="2600" spc="-50">
                <a:latin typeface="Arial"/>
                <a:cs typeface="Arial"/>
              </a:rPr>
              <a:t> </a:t>
            </a:r>
            <a:r>
              <a:rPr sz="2600">
                <a:latin typeface="Arial"/>
                <a:cs typeface="Arial"/>
              </a:rPr>
              <a:t>elaborate</a:t>
            </a:r>
            <a:r>
              <a:rPr sz="2600" spc="-20">
                <a:latin typeface="Arial"/>
                <a:cs typeface="Arial"/>
              </a:rPr>
              <a:t> </a:t>
            </a:r>
            <a:r>
              <a:rPr sz="2600">
                <a:latin typeface="Arial"/>
                <a:cs typeface="Arial"/>
              </a:rPr>
              <a:t>them,</a:t>
            </a:r>
            <a:r>
              <a:rPr sz="2600" spc="-65">
                <a:latin typeface="Arial"/>
                <a:cs typeface="Arial"/>
              </a:rPr>
              <a:t> </a:t>
            </a:r>
            <a:r>
              <a:rPr sz="2600">
                <a:latin typeface="Arial"/>
                <a:cs typeface="Arial"/>
              </a:rPr>
              <a:t>and</a:t>
            </a:r>
            <a:r>
              <a:rPr sz="2600" spc="-60">
                <a:latin typeface="Arial"/>
                <a:cs typeface="Arial"/>
              </a:rPr>
              <a:t> </a:t>
            </a:r>
            <a:r>
              <a:rPr sz="2600">
                <a:latin typeface="Arial"/>
                <a:cs typeface="Arial"/>
              </a:rPr>
              <a:t>produce</a:t>
            </a:r>
            <a:r>
              <a:rPr sz="2600" spc="-40">
                <a:latin typeface="Arial"/>
                <a:cs typeface="Arial"/>
              </a:rPr>
              <a:t> </a:t>
            </a:r>
            <a:r>
              <a:rPr sz="2600" spc="-50">
                <a:latin typeface="Arial"/>
                <a:cs typeface="Arial"/>
              </a:rPr>
              <a:t>a</a:t>
            </a:r>
            <a:endParaRPr sz="2600">
              <a:latin typeface="Arial"/>
              <a:cs typeface="Arial"/>
            </a:endParaRPr>
          </a:p>
          <a:p>
            <a:pPr marL="469900">
              <a:lnSpc>
                <a:spcPct val="100000"/>
              </a:lnSpc>
            </a:pPr>
            <a:r>
              <a:rPr sz="2600" b="1" spc="-10">
                <a:latin typeface="Arial"/>
                <a:cs typeface="Arial"/>
              </a:rPr>
              <a:t>specification</a:t>
            </a:r>
            <a:endParaRPr sz="2600">
              <a:latin typeface="Arial"/>
              <a:cs typeface="Arial"/>
            </a:endParaRPr>
          </a:p>
          <a:p>
            <a:pPr marL="469900" indent="-457200">
              <a:lnSpc>
                <a:spcPct val="100000"/>
              </a:lnSpc>
              <a:spcBef>
                <a:spcPts val="1390"/>
              </a:spcBef>
              <a:buAutoNum type="arabicPeriod" startAt="2"/>
              <a:tabLst>
                <a:tab pos="469900" algn="l"/>
              </a:tabLst>
            </a:pPr>
            <a:r>
              <a:rPr lang="en-US" sz="2600">
                <a:latin typeface="Arial"/>
                <a:cs typeface="Arial"/>
              </a:rPr>
              <a:t>Design</a:t>
            </a:r>
            <a:r>
              <a:rPr sz="2600" spc="-25">
                <a:latin typeface="Arial"/>
                <a:cs typeface="Arial"/>
              </a:rPr>
              <a:t> </a:t>
            </a:r>
            <a:r>
              <a:rPr sz="2600">
                <a:latin typeface="Arial"/>
                <a:cs typeface="Arial"/>
              </a:rPr>
              <a:t>and</a:t>
            </a:r>
            <a:r>
              <a:rPr sz="2600" spc="-45">
                <a:latin typeface="Arial"/>
                <a:cs typeface="Arial"/>
              </a:rPr>
              <a:t> </a:t>
            </a:r>
            <a:r>
              <a:rPr sz="2600">
                <a:latin typeface="Arial"/>
                <a:cs typeface="Arial"/>
              </a:rPr>
              <a:t>build</a:t>
            </a:r>
            <a:r>
              <a:rPr sz="2600" spc="-20">
                <a:latin typeface="Arial"/>
                <a:cs typeface="Arial"/>
              </a:rPr>
              <a:t> </a:t>
            </a:r>
            <a:r>
              <a:rPr sz="2600">
                <a:latin typeface="Arial"/>
                <a:cs typeface="Arial"/>
              </a:rPr>
              <a:t>a</a:t>
            </a:r>
            <a:r>
              <a:rPr sz="2600" spc="-50">
                <a:latin typeface="Arial"/>
                <a:cs typeface="Arial"/>
              </a:rPr>
              <a:t> </a:t>
            </a:r>
            <a:r>
              <a:rPr sz="2600" b="1">
                <a:latin typeface="Arial"/>
                <a:cs typeface="Arial"/>
              </a:rPr>
              <a:t>correct</a:t>
            </a:r>
            <a:r>
              <a:rPr sz="2600">
                <a:latin typeface="Arial"/>
                <a:cs typeface="Arial"/>
              </a:rPr>
              <a:t>,</a:t>
            </a:r>
            <a:r>
              <a:rPr sz="2600" spc="-40">
                <a:latin typeface="Arial"/>
                <a:cs typeface="Arial"/>
              </a:rPr>
              <a:t> </a:t>
            </a:r>
            <a:r>
              <a:rPr sz="2600" b="1">
                <a:latin typeface="Arial"/>
                <a:cs typeface="Arial"/>
              </a:rPr>
              <a:t>efficient</a:t>
            </a:r>
            <a:r>
              <a:rPr sz="2600" b="1" spc="-60">
                <a:latin typeface="Arial"/>
                <a:cs typeface="Arial"/>
              </a:rPr>
              <a:t> </a:t>
            </a:r>
            <a:r>
              <a:rPr sz="2600">
                <a:latin typeface="Arial"/>
                <a:cs typeface="Arial"/>
              </a:rPr>
              <a:t>and</a:t>
            </a:r>
            <a:r>
              <a:rPr sz="2600" spc="-45">
                <a:latin typeface="Arial"/>
                <a:cs typeface="Arial"/>
              </a:rPr>
              <a:t> </a:t>
            </a:r>
            <a:r>
              <a:rPr sz="2600" b="1">
                <a:latin typeface="Arial"/>
                <a:cs typeface="Arial"/>
              </a:rPr>
              <a:t>robust</a:t>
            </a:r>
            <a:r>
              <a:rPr sz="2600" b="1" spc="-50">
                <a:latin typeface="Arial"/>
                <a:cs typeface="Arial"/>
              </a:rPr>
              <a:t> </a:t>
            </a:r>
            <a:r>
              <a:rPr sz="2600">
                <a:latin typeface="Arial"/>
                <a:cs typeface="Arial"/>
              </a:rPr>
              <a:t>software</a:t>
            </a:r>
            <a:r>
              <a:rPr sz="2600" spc="-45">
                <a:latin typeface="Arial"/>
                <a:cs typeface="Arial"/>
              </a:rPr>
              <a:t> </a:t>
            </a:r>
            <a:r>
              <a:rPr sz="2600">
                <a:latin typeface="Arial"/>
                <a:cs typeface="Arial"/>
              </a:rPr>
              <a:t>system</a:t>
            </a:r>
            <a:r>
              <a:rPr sz="2600" spc="-70">
                <a:latin typeface="Arial"/>
                <a:cs typeface="Arial"/>
              </a:rPr>
              <a:t> </a:t>
            </a:r>
            <a:r>
              <a:rPr sz="2600" spc="-20">
                <a:latin typeface="Arial"/>
                <a:cs typeface="Arial"/>
              </a:rPr>
              <a:t>from</a:t>
            </a:r>
            <a:endParaRPr sz="2600">
              <a:latin typeface="Arial"/>
              <a:cs typeface="Arial"/>
            </a:endParaRPr>
          </a:p>
          <a:p>
            <a:pPr marL="469900">
              <a:lnSpc>
                <a:spcPct val="100000"/>
              </a:lnSpc>
            </a:pPr>
            <a:r>
              <a:rPr sz="2600" b="1" spc="-10">
                <a:latin typeface="Arial"/>
                <a:cs typeface="Arial"/>
              </a:rPr>
              <a:t>specification</a:t>
            </a:r>
            <a:endParaRPr sz="2600">
              <a:latin typeface="Arial"/>
              <a:cs typeface="Arial"/>
            </a:endParaRPr>
          </a:p>
          <a:p>
            <a:pPr marL="469900" indent="-457200">
              <a:lnSpc>
                <a:spcPct val="100000"/>
              </a:lnSpc>
              <a:spcBef>
                <a:spcPts val="1405"/>
              </a:spcBef>
              <a:buAutoNum type="arabicPeriod" startAt="3"/>
              <a:tabLst>
                <a:tab pos="469900" algn="l"/>
              </a:tabLst>
            </a:pPr>
            <a:r>
              <a:rPr lang="en-US" sz="2600">
                <a:latin typeface="Arial"/>
                <a:cs typeface="Arial"/>
              </a:rPr>
              <a:t>Use</a:t>
            </a:r>
            <a:r>
              <a:rPr sz="2600" spc="-60">
                <a:latin typeface="Arial"/>
                <a:cs typeface="Arial"/>
              </a:rPr>
              <a:t> </a:t>
            </a:r>
            <a:r>
              <a:rPr sz="2600">
                <a:latin typeface="Arial"/>
                <a:cs typeface="Arial"/>
              </a:rPr>
              <a:t>software</a:t>
            </a:r>
            <a:r>
              <a:rPr sz="2600" spc="-55">
                <a:latin typeface="Arial"/>
                <a:cs typeface="Arial"/>
              </a:rPr>
              <a:t> </a:t>
            </a:r>
            <a:r>
              <a:rPr sz="2600" b="1">
                <a:latin typeface="Arial"/>
                <a:cs typeface="Arial"/>
              </a:rPr>
              <a:t>development</a:t>
            </a:r>
            <a:r>
              <a:rPr sz="2600" b="1" spc="-80">
                <a:latin typeface="Arial"/>
                <a:cs typeface="Arial"/>
              </a:rPr>
              <a:t> </a:t>
            </a:r>
            <a:r>
              <a:rPr sz="2600">
                <a:latin typeface="Arial"/>
                <a:cs typeface="Arial"/>
              </a:rPr>
              <a:t>and</a:t>
            </a:r>
            <a:r>
              <a:rPr sz="2600" spc="-55">
                <a:latin typeface="Arial"/>
                <a:cs typeface="Arial"/>
              </a:rPr>
              <a:t> </a:t>
            </a:r>
            <a:r>
              <a:rPr sz="2600">
                <a:latin typeface="Arial"/>
                <a:cs typeface="Arial"/>
              </a:rPr>
              <a:t>software</a:t>
            </a:r>
            <a:r>
              <a:rPr sz="2600" spc="-70">
                <a:latin typeface="Arial"/>
                <a:cs typeface="Arial"/>
              </a:rPr>
              <a:t> </a:t>
            </a:r>
            <a:r>
              <a:rPr sz="2600" b="1">
                <a:latin typeface="Arial"/>
                <a:cs typeface="Arial"/>
              </a:rPr>
              <a:t>project</a:t>
            </a:r>
            <a:r>
              <a:rPr sz="2600" b="1" spc="-65">
                <a:latin typeface="Arial"/>
                <a:cs typeface="Arial"/>
              </a:rPr>
              <a:t> </a:t>
            </a:r>
            <a:r>
              <a:rPr sz="2600" b="1">
                <a:latin typeface="Arial"/>
                <a:cs typeface="Arial"/>
              </a:rPr>
              <a:t>management</a:t>
            </a:r>
            <a:r>
              <a:rPr sz="2600" b="1" spc="-45">
                <a:latin typeface="Arial"/>
                <a:cs typeface="Arial"/>
              </a:rPr>
              <a:t> </a:t>
            </a:r>
            <a:r>
              <a:rPr sz="2600" b="1" spc="-10">
                <a:latin typeface="Arial"/>
                <a:cs typeface="Arial"/>
              </a:rPr>
              <a:t>tools</a:t>
            </a:r>
            <a:endParaRPr sz="2600">
              <a:latin typeface="Arial"/>
              <a:cs typeface="Arial"/>
            </a:endParaRPr>
          </a:p>
          <a:p>
            <a:pPr marL="469900" indent="-457200">
              <a:lnSpc>
                <a:spcPct val="100000"/>
              </a:lnSpc>
              <a:spcBef>
                <a:spcPts val="1405"/>
              </a:spcBef>
              <a:buAutoNum type="arabicPeriod" startAt="3"/>
              <a:tabLst>
                <a:tab pos="469900" algn="l"/>
              </a:tabLst>
            </a:pPr>
            <a:r>
              <a:rPr lang="en-US" sz="2600">
                <a:latin typeface="Arial"/>
                <a:cs typeface="Arial"/>
              </a:rPr>
              <a:t>Validate</a:t>
            </a:r>
            <a:r>
              <a:rPr sz="2600" spc="-50">
                <a:latin typeface="Arial"/>
                <a:cs typeface="Arial"/>
              </a:rPr>
              <a:t> </a:t>
            </a:r>
            <a:r>
              <a:rPr sz="2600">
                <a:latin typeface="Arial"/>
                <a:cs typeface="Arial"/>
              </a:rPr>
              <a:t>the</a:t>
            </a:r>
            <a:r>
              <a:rPr sz="2600" spc="-70">
                <a:latin typeface="Arial"/>
                <a:cs typeface="Arial"/>
              </a:rPr>
              <a:t> </a:t>
            </a:r>
            <a:r>
              <a:rPr sz="2600" b="1">
                <a:latin typeface="Arial"/>
                <a:cs typeface="Arial"/>
              </a:rPr>
              <a:t>correctness</a:t>
            </a:r>
            <a:r>
              <a:rPr sz="2600" b="1" spc="-45">
                <a:latin typeface="Arial"/>
                <a:cs typeface="Arial"/>
              </a:rPr>
              <a:t> </a:t>
            </a:r>
            <a:r>
              <a:rPr sz="2600">
                <a:latin typeface="Arial"/>
                <a:cs typeface="Arial"/>
              </a:rPr>
              <a:t>and</a:t>
            </a:r>
            <a:r>
              <a:rPr sz="2600" spc="-65">
                <a:latin typeface="Arial"/>
                <a:cs typeface="Arial"/>
              </a:rPr>
              <a:t> </a:t>
            </a:r>
            <a:r>
              <a:rPr sz="2600" b="1">
                <a:latin typeface="Arial"/>
                <a:cs typeface="Arial"/>
              </a:rPr>
              <a:t>robustness</a:t>
            </a:r>
            <a:r>
              <a:rPr sz="2600" b="1" spc="-60">
                <a:latin typeface="Arial"/>
                <a:cs typeface="Arial"/>
              </a:rPr>
              <a:t> </a:t>
            </a:r>
            <a:r>
              <a:rPr sz="2600">
                <a:latin typeface="Arial"/>
                <a:cs typeface="Arial"/>
              </a:rPr>
              <a:t>of</a:t>
            </a:r>
            <a:r>
              <a:rPr sz="2600" spc="-70">
                <a:latin typeface="Arial"/>
                <a:cs typeface="Arial"/>
              </a:rPr>
              <a:t> </a:t>
            </a:r>
            <a:r>
              <a:rPr sz="2600" b="1" spc="-10">
                <a:latin typeface="Arial"/>
                <a:cs typeface="Arial"/>
              </a:rPr>
              <a:t>software</a:t>
            </a:r>
            <a:endParaRPr sz="2600">
              <a:latin typeface="Arial"/>
              <a:cs typeface="Arial"/>
            </a:endParaRPr>
          </a:p>
          <a:p>
            <a:pPr marL="469900" indent="-457200">
              <a:lnSpc>
                <a:spcPct val="100000"/>
              </a:lnSpc>
              <a:spcBef>
                <a:spcPts val="1395"/>
              </a:spcBef>
              <a:buAutoNum type="arabicPeriod" startAt="3"/>
              <a:tabLst>
                <a:tab pos="469900" algn="l"/>
              </a:tabLst>
            </a:pPr>
            <a:r>
              <a:rPr lang="en-US" sz="2600">
                <a:latin typeface="Arial"/>
                <a:cs typeface="Arial"/>
              </a:rPr>
              <a:t>Work</a:t>
            </a:r>
            <a:r>
              <a:rPr sz="2600" spc="-55">
                <a:latin typeface="Arial"/>
                <a:cs typeface="Arial"/>
              </a:rPr>
              <a:t> </a:t>
            </a:r>
            <a:r>
              <a:rPr sz="2600" b="1">
                <a:latin typeface="Arial"/>
                <a:cs typeface="Arial"/>
              </a:rPr>
              <a:t>effectively</a:t>
            </a:r>
            <a:r>
              <a:rPr sz="2600" b="1" spc="-45">
                <a:latin typeface="Arial"/>
                <a:cs typeface="Arial"/>
              </a:rPr>
              <a:t> </a:t>
            </a:r>
            <a:r>
              <a:rPr sz="2600">
                <a:latin typeface="Arial"/>
                <a:cs typeface="Arial"/>
              </a:rPr>
              <a:t>in</a:t>
            </a:r>
            <a:r>
              <a:rPr sz="2600" spc="-70">
                <a:latin typeface="Arial"/>
                <a:cs typeface="Arial"/>
              </a:rPr>
              <a:t> </a:t>
            </a:r>
            <a:r>
              <a:rPr sz="2600">
                <a:latin typeface="Arial"/>
                <a:cs typeface="Arial"/>
              </a:rPr>
              <a:t>a</a:t>
            </a:r>
            <a:r>
              <a:rPr sz="2600" spc="-55">
                <a:latin typeface="Arial"/>
                <a:cs typeface="Arial"/>
              </a:rPr>
              <a:t> </a:t>
            </a:r>
            <a:r>
              <a:rPr sz="2600">
                <a:latin typeface="Arial"/>
                <a:cs typeface="Arial"/>
              </a:rPr>
              <a:t>project</a:t>
            </a:r>
            <a:r>
              <a:rPr sz="2600" spc="-55">
                <a:latin typeface="Arial"/>
                <a:cs typeface="Arial"/>
              </a:rPr>
              <a:t> </a:t>
            </a:r>
            <a:r>
              <a:rPr sz="2600" b="1">
                <a:latin typeface="Arial"/>
                <a:cs typeface="Arial"/>
              </a:rPr>
              <a:t>team</a:t>
            </a:r>
            <a:r>
              <a:rPr sz="2600">
                <a:latin typeface="Arial"/>
                <a:cs typeface="Arial"/>
              </a:rPr>
              <a:t>,</a:t>
            </a:r>
            <a:r>
              <a:rPr sz="2600" spc="-55">
                <a:latin typeface="Arial"/>
                <a:cs typeface="Arial"/>
              </a:rPr>
              <a:t> </a:t>
            </a:r>
            <a:r>
              <a:rPr sz="2600">
                <a:latin typeface="Arial"/>
                <a:cs typeface="Arial"/>
              </a:rPr>
              <a:t>and</a:t>
            </a:r>
            <a:r>
              <a:rPr sz="2600" spc="-50">
                <a:latin typeface="Arial"/>
                <a:cs typeface="Arial"/>
              </a:rPr>
              <a:t> </a:t>
            </a:r>
            <a:r>
              <a:rPr sz="2600" b="1">
                <a:latin typeface="Arial"/>
                <a:cs typeface="Arial"/>
              </a:rPr>
              <a:t>lead</a:t>
            </a:r>
            <a:r>
              <a:rPr sz="2600" b="1" spc="-70">
                <a:latin typeface="Arial"/>
                <a:cs typeface="Arial"/>
              </a:rPr>
              <a:t> </a:t>
            </a:r>
            <a:r>
              <a:rPr sz="2600">
                <a:latin typeface="Arial"/>
                <a:cs typeface="Arial"/>
              </a:rPr>
              <a:t>when</a:t>
            </a:r>
            <a:r>
              <a:rPr sz="2600" spc="-55">
                <a:latin typeface="Arial"/>
                <a:cs typeface="Arial"/>
              </a:rPr>
              <a:t> </a:t>
            </a:r>
            <a:r>
              <a:rPr sz="2600" spc="-10">
                <a:latin typeface="Arial"/>
                <a:cs typeface="Arial"/>
              </a:rPr>
              <a:t>required</a:t>
            </a:r>
            <a:endParaRPr sz="2600">
              <a:latin typeface="Arial"/>
              <a:cs typeface="Arial"/>
            </a:endParaRPr>
          </a:p>
          <a:p>
            <a:pPr marL="469900" indent="-457200">
              <a:lnSpc>
                <a:spcPct val="100000"/>
              </a:lnSpc>
              <a:spcBef>
                <a:spcPts val="1405"/>
              </a:spcBef>
              <a:buAutoNum type="arabicPeriod" startAt="3"/>
              <a:tabLst>
                <a:tab pos="469900" algn="l"/>
              </a:tabLst>
            </a:pPr>
            <a:r>
              <a:rPr lang="en-US" sz="2600" b="1">
                <a:latin typeface="Arial"/>
                <a:cs typeface="Arial"/>
              </a:rPr>
              <a:t>Manage</a:t>
            </a:r>
            <a:r>
              <a:rPr sz="2600" b="1" spc="-55">
                <a:latin typeface="Arial"/>
                <a:cs typeface="Arial"/>
              </a:rPr>
              <a:t> </a:t>
            </a:r>
            <a:r>
              <a:rPr sz="2600">
                <a:latin typeface="Arial"/>
                <a:cs typeface="Arial"/>
              </a:rPr>
              <a:t>their</a:t>
            </a:r>
            <a:r>
              <a:rPr sz="2600" spc="-35">
                <a:latin typeface="Arial"/>
                <a:cs typeface="Arial"/>
              </a:rPr>
              <a:t> </a:t>
            </a:r>
            <a:r>
              <a:rPr sz="2600" b="1">
                <a:latin typeface="Arial"/>
                <a:cs typeface="Arial"/>
              </a:rPr>
              <a:t>time</a:t>
            </a:r>
            <a:r>
              <a:rPr sz="2600" b="1" spc="-60">
                <a:latin typeface="Arial"/>
                <a:cs typeface="Arial"/>
              </a:rPr>
              <a:t> </a:t>
            </a:r>
            <a:r>
              <a:rPr sz="2600" spc="-20">
                <a:latin typeface="Arial"/>
                <a:cs typeface="Arial"/>
              </a:rPr>
              <a:t>effectively,</a:t>
            </a:r>
            <a:r>
              <a:rPr sz="2600" spc="-45">
                <a:latin typeface="Arial"/>
                <a:cs typeface="Arial"/>
              </a:rPr>
              <a:t> </a:t>
            </a:r>
            <a:r>
              <a:rPr sz="2600">
                <a:latin typeface="Arial"/>
                <a:cs typeface="Arial"/>
              </a:rPr>
              <a:t>and</a:t>
            </a:r>
            <a:r>
              <a:rPr sz="2600" spc="-40">
                <a:latin typeface="Arial"/>
                <a:cs typeface="Arial"/>
              </a:rPr>
              <a:t> </a:t>
            </a:r>
            <a:r>
              <a:rPr sz="2600">
                <a:latin typeface="Arial"/>
                <a:cs typeface="Arial"/>
              </a:rPr>
              <a:t>make</a:t>
            </a:r>
            <a:r>
              <a:rPr sz="2600" spc="-50">
                <a:latin typeface="Arial"/>
                <a:cs typeface="Arial"/>
              </a:rPr>
              <a:t> </a:t>
            </a:r>
            <a:r>
              <a:rPr sz="2600">
                <a:latin typeface="Arial"/>
                <a:cs typeface="Arial"/>
              </a:rPr>
              <a:t>reasoned</a:t>
            </a:r>
            <a:r>
              <a:rPr sz="2600" spc="-25">
                <a:latin typeface="Arial"/>
                <a:cs typeface="Arial"/>
              </a:rPr>
              <a:t> </a:t>
            </a:r>
            <a:r>
              <a:rPr sz="2600" b="1" spc="-10">
                <a:latin typeface="Arial"/>
                <a:cs typeface="Arial"/>
              </a:rPr>
              <a:t>trade-</a:t>
            </a:r>
            <a:r>
              <a:rPr sz="2600" b="1">
                <a:latin typeface="Arial"/>
                <a:cs typeface="Arial"/>
              </a:rPr>
              <a:t>offs</a:t>
            </a:r>
            <a:r>
              <a:rPr sz="2600" b="1" spc="-45">
                <a:latin typeface="Arial"/>
                <a:cs typeface="Arial"/>
              </a:rPr>
              <a:t> </a:t>
            </a:r>
            <a:r>
              <a:rPr sz="2600" spc="-20">
                <a:latin typeface="Arial"/>
                <a:cs typeface="Arial"/>
              </a:rPr>
              <a:t>over</a:t>
            </a:r>
            <a:endParaRPr sz="2600">
              <a:latin typeface="Arial"/>
              <a:cs typeface="Arial"/>
            </a:endParaRPr>
          </a:p>
          <a:p>
            <a:pPr marL="469900">
              <a:lnSpc>
                <a:spcPct val="100000"/>
              </a:lnSpc>
            </a:pPr>
            <a:r>
              <a:rPr sz="2600">
                <a:latin typeface="Arial"/>
                <a:cs typeface="Arial"/>
              </a:rPr>
              <a:t>competing</a:t>
            </a:r>
            <a:r>
              <a:rPr sz="2600" spc="-150">
                <a:latin typeface="Arial"/>
                <a:cs typeface="Arial"/>
              </a:rPr>
              <a:t> </a:t>
            </a:r>
            <a:r>
              <a:rPr sz="2600" spc="-10">
                <a:latin typeface="Arial"/>
                <a:cs typeface="Arial"/>
              </a:rPr>
              <a:t>demands</a:t>
            </a:r>
            <a:endParaRPr sz="2600">
              <a:latin typeface="Arial"/>
              <a:cs typeface="Arial"/>
            </a:endParaRPr>
          </a:p>
          <a:p>
            <a:pPr marL="469900" indent="-457200">
              <a:lnSpc>
                <a:spcPct val="100000"/>
              </a:lnSpc>
              <a:spcBef>
                <a:spcPts val="1405"/>
              </a:spcBef>
              <a:buAutoNum type="arabicPeriod" startAt="7"/>
              <a:tabLst>
                <a:tab pos="469900" algn="l"/>
              </a:tabLst>
            </a:pPr>
            <a:r>
              <a:rPr lang="en-US" sz="2600" b="1" spc="-10">
                <a:latin typeface="Arial"/>
                <a:cs typeface="Arial"/>
              </a:rPr>
              <a:t>Communicate</a:t>
            </a:r>
            <a:r>
              <a:rPr sz="2600" b="1" spc="-90">
                <a:latin typeface="Arial"/>
                <a:cs typeface="Arial"/>
              </a:rPr>
              <a:t> </a:t>
            </a:r>
            <a:r>
              <a:rPr sz="2600">
                <a:latin typeface="Arial"/>
                <a:cs typeface="Arial"/>
              </a:rPr>
              <a:t>technical</a:t>
            </a:r>
            <a:r>
              <a:rPr sz="2600" spc="-80">
                <a:latin typeface="Arial"/>
                <a:cs typeface="Arial"/>
              </a:rPr>
              <a:t> </a:t>
            </a:r>
            <a:r>
              <a:rPr sz="2600">
                <a:latin typeface="Arial"/>
                <a:cs typeface="Arial"/>
              </a:rPr>
              <a:t>information</a:t>
            </a:r>
            <a:r>
              <a:rPr sz="2600" spc="-90">
                <a:latin typeface="Arial"/>
                <a:cs typeface="Arial"/>
              </a:rPr>
              <a:t> </a:t>
            </a:r>
            <a:r>
              <a:rPr sz="2600" spc="-10">
                <a:latin typeface="Arial"/>
                <a:cs typeface="Arial"/>
              </a:rPr>
              <a:t>clearly,</a:t>
            </a:r>
            <a:r>
              <a:rPr sz="2600" spc="-80">
                <a:latin typeface="Arial"/>
                <a:cs typeface="Arial"/>
              </a:rPr>
              <a:t> </a:t>
            </a:r>
            <a:r>
              <a:rPr sz="2600">
                <a:latin typeface="Arial"/>
                <a:cs typeface="Arial"/>
              </a:rPr>
              <a:t>both</a:t>
            </a:r>
            <a:r>
              <a:rPr sz="2600" spc="-75">
                <a:latin typeface="Arial"/>
                <a:cs typeface="Arial"/>
              </a:rPr>
              <a:t> </a:t>
            </a:r>
            <a:r>
              <a:rPr sz="2600" b="1">
                <a:latin typeface="Arial"/>
                <a:cs typeface="Arial"/>
              </a:rPr>
              <a:t>verbally</a:t>
            </a:r>
            <a:r>
              <a:rPr sz="2600" b="1" spc="-95">
                <a:latin typeface="Arial"/>
                <a:cs typeface="Arial"/>
              </a:rPr>
              <a:t> </a:t>
            </a:r>
            <a:r>
              <a:rPr sz="2600">
                <a:latin typeface="Arial"/>
                <a:cs typeface="Arial"/>
              </a:rPr>
              <a:t>and</a:t>
            </a:r>
            <a:r>
              <a:rPr sz="2600" spc="-90">
                <a:latin typeface="Arial"/>
                <a:cs typeface="Arial"/>
              </a:rPr>
              <a:t> </a:t>
            </a:r>
            <a:r>
              <a:rPr sz="2600">
                <a:latin typeface="Arial"/>
                <a:cs typeface="Arial"/>
              </a:rPr>
              <a:t>in</a:t>
            </a:r>
            <a:r>
              <a:rPr sz="2600" spc="-80">
                <a:latin typeface="Arial"/>
                <a:cs typeface="Arial"/>
              </a:rPr>
              <a:t> </a:t>
            </a:r>
            <a:r>
              <a:rPr sz="2600" b="1" spc="-10">
                <a:latin typeface="Arial"/>
                <a:cs typeface="Arial"/>
              </a:rPr>
              <a:t>writing</a:t>
            </a:r>
            <a:endParaRPr sz="2600">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39622" y="370019"/>
            <a:ext cx="11546527" cy="627736"/>
          </a:xfrm>
          <a:prstGeom prst="rect">
            <a:avLst/>
          </a:prstGeom>
        </p:spPr>
        <p:txBody>
          <a:bodyPr vert="horz" wrap="square" lIns="0" tIns="12065" rIns="0" bIns="0" rtlCol="0" anchor="t">
            <a:spAutoFit/>
          </a:bodyPr>
          <a:lstStyle/>
          <a:p>
            <a:pPr marL="12700" marR="5080">
              <a:spcBef>
                <a:spcPts val="95"/>
              </a:spcBef>
            </a:pPr>
            <a:r>
              <a:rPr lang="en-US" sz="4000" b="1">
                <a:solidFill>
                  <a:srgbClr val="000000"/>
                </a:solidFill>
              </a:rPr>
              <a:t>COMP[39]900</a:t>
            </a:r>
            <a:r>
              <a:rPr lang="en-US" sz="4000" b="1" spc="-70">
                <a:solidFill>
                  <a:srgbClr val="000000"/>
                </a:solidFill>
              </a:rPr>
              <a:t> </a:t>
            </a:r>
            <a:r>
              <a:rPr sz="4000" b="1" spc="-10">
                <a:solidFill>
                  <a:srgbClr val="000000"/>
                </a:solidFill>
                <a:latin typeface="Arial"/>
                <a:cs typeface="Arial"/>
              </a:rPr>
              <a:t> </a:t>
            </a:r>
            <a:r>
              <a:rPr sz="4000" b="1">
                <a:solidFill>
                  <a:srgbClr val="000000"/>
                </a:solidFill>
                <a:latin typeface="Arial"/>
                <a:cs typeface="Arial"/>
              </a:rPr>
              <a:t>–</a:t>
            </a:r>
            <a:r>
              <a:rPr sz="4000" b="1" spc="-70">
                <a:solidFill>
                  <a:srgbClr val="000000"/>
                </a:solidFill>
                <a:latin typeface="Arial"/>
                <a:cs typeface="Arial"/>
              </a:rPr>
              <a:t> </a:t>
            </a:r>
            <a:r>
              <a:rPr lang="en-US" sz="4000" b="1" spc="-10">
                <a:solidFill>
                  <a:srgbClr val="000000"/>
                </a:solidFill>
              </a:rPr>
              <a:t>Projects</a:t>
            </a:r>
            <a:endParaRPr sz="40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19</a:t>
            </a:fld>
            <a:endParaRPr spc="-25"/>
          </a:p>
        </p:txBody>
      </p:sp>
      <p:sp>
        <p:nvSpPr>
          <p:cNvPr id="3" name="object 3"/>
          <p:cNvSpPr txBox="1"/>
          <p:nvPr/>
        </p:nvSpPr>
        <p:spPr>
          <a:xfrm>
            <a:off x="769841" y="1904533"/>
            <a:ext cx="10326276" cy="3051175"/>
          </a:xfrm>
          <a:prstGeom prst="rect">
            <a:avLst/>
          </a:prstGeom>
        </p:spPr>
        <p:txBody>
          <a:bodyPr vert="horz" wrap="square" lIns="0" tIns="12065" rIns="0" bIns="0" rtlCol="0" anchor="t">
            <a:spAutoFit/>
          </a:bodyPr>
          <a:lstStyle/>
          <a:p>
            <a:pPr marL="354965" marR="450850" indent="-342900">
              <a:spcBef>
                <a:spcPts val="95"/>
              </a:spcBef>
              <a:buChar char="•"/>
              <a:tabLst>
                <a:tab pos="354965" algn="l"/>
              </a:tabLst>
            </a:pPr>
            <a:r>
              <a:rPr sz="2800">
                <a:latin typeface="Arial"/>
                <a:cs typeface="Arial"/>
              </a:rPr>
              <a:t>A</a:t>
            </a:r>
            <a:r>
              <a:rPr lang="en-US" sz="2800" spc="-195">
                <a:latin typeface="Arial"/>
                <a:cs typeface="Arial"/>
              </a:rPr>
              <a:t> brief </a:t>
            </a:r>
            <a:r>
              <a:rPr lang="en-US" sz="2800" b="1">
                <a:latin typeface="Arial"/>
                <a:cs typeface="Arial"/>
              </a:rPr>
              <a:t>description</a:t>
            </a:r>
            <a:r>
              <a:rPr sz="2800" b="1" spc="-50">
                <a:latin typeface="Arial"/>
                <a:cs typeface="Arial"/>
              </a:rPr>
              <a:t> </a:t>
            </a:r>
            <a:r>
              <a:rPr sz="2800">
                <a:latin typeface="Arial"/>
                <a:cs typeface="Arial"/>
              </a:rPr>
              <a:t>of</a:t>
            </a:r>
            <a:r>
              <a:rPr sz="2800" spc="-70">
                <a:latin typeface="Arial"/>
                <a:cs typeface="Arial"/>
              </a:rPr>
              <a:t> </a:t>
            </a:r>
            <a:r>
              <a:rPr sz="2800" b="1" spc="-20">
                <a:latin typeface="Arial"/>
                <a:cs typeface="Arial"/>
              </a:rPr>
              <a:t>real-</a:t>
            </a:r>
            <a:r>
              <a:rPr sz="2800" b="1">
                <a:latin typeface="Arial"/>
                <a:cs typeface="Arial"/>
              </a:rPr>
              <a:t>world</a:t>
            </a:r>
            <a:r>
              <a:rPr sz="2800" b="1" spc="-70">
                <a:latin typeface="Arial"/>
                <a:cs typeface="Arial"/>
              </a:rPr>
              <a:t> </a:t>
            </a:r>
            <a:r>
              <a:rPr sz="2800" b="1">
                <a:latin typeface="Arial"/>
                <a:cs typeface="Arial"/>
              </a:rPr>
              <a:t>projects</a:t>
            </a:r>
            <a:r>
              <a:rPr sz="2800" b="1" spc="-45">
                <a:latin typeface="Arial"/>
                <a:cs typeface="Arial"/>
              </a:rPr>
              <a:t> </a:t>
            </a:r>
            <a:r>
              <a:rPr sz="2800" spc="-25">
                <a:latin typeface="Arial"/>
                <a:cs typeface="Arial"/>
              </a:rPr>
              <a:t>to </a:t>
            </a:r>
            <a:r>
              <a:rPr sz="2800">
                <a:latin typeface="Arial"/>
                <a:cs typeface="Arial"/>
              </a:rPr>
              <a:t>choose</a:t>
            </a:r>
            <a:r>
              <a:rPr sz="2800" spc="-55">
                <a:latin typeface="Arial"/>
                <a:cs typeface="Arial"/>
              </a:rPr>
              <a:t> </a:t>
            </a:r>
            <a:r>
              <a:rPr sz="2800">
                <a:latin typeface="Arial"/>
                <a:cs typeface="Arial"/>
              </a:rPr>
              <a:t>from</a:t>
            </a:r>
            <a:r>
              <a:rPr sz="2800" spc="-65">
                <a:latin typeface="Arial"/>
                <a:cs typeface="Arial"/>
              </a:rPr>
              <a:t> </a:t>
            </a:r>
            <a:r>
              <a:rPr sz="2800">
                <a:latin typeface="Arial"/>
                <a:cs typeface="Arial"/>
              </a:rPr>
              <a:t>this</a:t>
            </a:r>
            <a:r>
              <a:rPr sz="2800" spc="-60">
                <a:latin typeface="Arial"/>
                <a:cs typeface="Arial"/>
              </a:rPr>
              <a:t> </a:t>
            </a:r>
            <a:r>
              <a:rPr sz="2800">
                <a:latin typeface="Arial"/>
                <a:cs typeface="Arial"/>
              </a:rPr>
              <a:t>term</a:t>
            </a:r>
            <a:r>
              <a:rPr sz="2800" spc="-65">
                <a:latin typeface="Arial"/>
                <a:cs typeface="Arial"/>
              </a:rPr>
              <a:t> </a:t>
            </a:r>
            <a:r>
              <a:rPr sz="2800">
                <a:latin typeface="Arial"/>
                <a:cs typeface="Arial"/>
              </a:rPr>
              <a:t>is</a:t>
            </a:r>
            <a:r>
              <a:rPr sz="2800" spc="-55">
                <a:latin typeface="Arial"/>
                <a:cs typeface="Arial"/>
              </a:rPr>
              <a:t> </a:t>
            </a:r>
            <a:r>
              <a:rPr sz="2800">
                <a:latin typeface="Arial"/>
                <a:cs typeface="Arial"/>
              </a:rPr>
              <a:t>provided</a:t>
            </a:r>
            <a:r>
              <a:rPr sz="2800" spc="-55">
                <a:latin typeface="Arial"/>
                <a:cs typeface="Arial"/>
              </a:rPr>
              <a:t> </a:t>
            </a:r>
            <a:r>
              <a:rPr sz="2800">
                <a:latin typeface="Arial"/>
                <a:cs typeface="Arial"/>
              </a:rPr>
              <a:t>under</a:t>
            </a:r>
            <a:r>
              <a:rPr sz="2800" spc="5">
                <a:latin typeface="Arial"/>
                <a:cs typeface="Arial"/>
              </a:rPr>
              <a:t> </a:t>
            </a:r>
            <a:r>
              <a:rPr sz="2800" b="1" spc="-10">
                <a:solidFill>
                  <a:srgbClr val="3333CC"/>
                </a:solidFill>
                <a:latin typeface="Arial"/>
                <a:cs typeface="Arial"/>
                <a:hlinkClick r:id="rId2"/>
              </a:rPr>
              <a:t>Project </a:t>
            </a:r>
            <a:r>
              <a:rPr sz="2800" b="1" spc="-25">
                <a:solidFill>
                  <a:srgbClr val="3333CC"/>
                </a:solidFill>
                <a:latin typeface="Arial"/>
                <a:cs typeface="Arial"/>
                <a:hlinkClick r:id="rId2"/>
              </a:rPr>
              <a:t>Topics</a:t>
            </a:r>
            <a:r>
              <a:rPr sz="2800" b="1" spc="-70">
                <a:solidFill>
                  <a:srgbClr val="3333CC"/>
                </a:solidFill>
                <a:latin typeface="Arial"/>
                <a:cs typeface="Arial"/>
              </a:rPr>
              <a:t> </a:t>
            </a:r>
            <a:r>
              <a:rPr sz="2800">
                <a:latin typeface="Arial"/>
                <a:cs typeface="Arial"/>
              </a:rPr>
              <a:t>section</a:t>
            </a:r>
            <a:r>
              <a:rPr sz="2800" spc="-95">
                <a:latin typeface="Arial"/>
                <a:cs typeface="Arial"/>
              </a:rPr>
              <a:t> </a:t>
            </a:r>
            <a:r>
              <a:rPr sz="2800">
                <a:latin typeface="Arial"/>
                <a:cs typeface="Arial"/>
              </a:rPr>
              <a:t>in</a:t>
            </a:r>
            <a:r>
              <a:rPr sz="2800" spc="-95">
                <a:latin typeface="Arial"/>
                <a:cs typeface="Arial"/>
              </a:rPr>
              <a:t> </a:t>
            </a:r>
            <a:r>
              <a:rPr sz="2800" spc="-10">
                <a:latin typeface="Arial"/>
                <a:cs typeface="Arial"/>
              </a:rPr>
              <a:t>Moodle</a:t>
            </a:r>
            <a:endParaRPr sz="2800">
              <a:latin typeface="Arial"/>
              <a:cs typeface="Arial"/>
            </a:endParaRPr>
          </a:p>
          <a:p>
            <a:pPr>
              <a:lnSpc>
                <a:spcPct val="100000"/>
              </a:lnSpc>
              <a:spcBef>
                <a:spcPts val="445"/>
              </a:spcBef>
              <a:buFont typeface="Arial"/>
              <a:buChar char="•"/>
            </a:pPr>
            <a:endParaRPr sz="2800">
              <a:latin typeface="Arial"/>
              <a:cs typeface="Arial"/>
            </a:endParaRPr>
          </a:p>
          <a:p>
            <a:pPr marL="354965" marR="5080" indent="-342900">
              <a:lnSpc>
                <a:spcPct val="100000"/>
              </a:lnSpc>
              <a:buChar char="•"/>
              <a:tabLst>
                <a:tab pos="354965" algn="l"/>
              </a:tabLst>
            </a:pPr>
            <a:r>
              <a:rPr sz="2800">
                <a:latin typeface="Arial"/>
                <a:cs typeface="Arial"/>
              </a:rPr>
              <a:t>As</a:t>
            </a:r>
            <a:r>
              <a:rPr sz="2800" spc="-60">
                <a:latin typeface="Arial"/>
                <a:cs typeface="Arial"/>
              </a:rPr>
              <a:t> </a:t>
            </a:r>
            <a:r>
              <a:rPr sz="2800">
                <a:latin typeface="Arial"/>
                <a:cs typeface="Arial"/>
              </a:rPr>
              <a:t>a</a:t>
            </a:r>
            <a:r>
              <a:rPr sz="2800" spc="-45">
                <a:latin typeface="Arial"/>
                <a:cs typeface="Arial"/>
              </a:rPr>
              <a:t> </a:t>
            </a:r>
            <a:r>
              <a:rPr sz="2800">
                <a:latin typeface="Arial"/>
                <a:cs typeface="Arial"/>
              </a:rPr>
              <a:t>team,</a:t>
            </a:r>
            <a:r>
              <a:rPr sz="2800" spc="-45">
                <a:latin typeface="Arial"/>
                <a:cs typeface="Arial"/>
              </a:rPr>
              <a:t> </a:t>
            </a:r>
            <a:r>
              <a:rPr sz="2800">
                <a:latin typeface="Arial"/>
                <a:cs typeface="Arial"/>
              </a:rPr>
              <a:t>decide</a:t>
            </a:r>
            <a:r>
              <a:rPr sz="2800" spc="-45">
                <a:latin typeface="Arial"/>
                <a:cs typeface="Arial"/>
              </a:rPr>
              <a:t> </a:t>
            </a:r>
            <a:r>
              <a:rPr sz="2800">
                <a:latin typeface="Arial"/>
                <a:cs typeface="Arial"/>
              </a:rPr>
              <a:t>on</a:t>
            </a:r>
            <a:r>
              <a:rPr sz="2800" spc="-45">
                <a:latin typeface="Arial"/>
                <a:cs typeface="Arial"/>
              </a:rPr>
              <a:t> </a:t>
            </a:r>
            <a:r>
              <a:rPr sz="2800">
                <a:latin typeface="Arial"/>
                <a:cs typeface="Arial"/>
              </a:rPr>
              <a:t>the</a:t>
            </a:r>
            <a:r>
              <a:rPr sz="2800" spc="-35">
                <a:latin typeface="Arial"/>
                <a:cs typeface="Arial"/>
              </a:rPr>
              <a:t> </a:t>
            </a:r>
            <a:r>
              <a:rPr sz="2800">
                <a:latin typeface="Arial"/>
                <a:cs typeface="Arial"/>
              </a:rPr>
              <a:t>project</a:t>
            </a:r>
            <a:r>
              <a:rPr sz="2800" spc="-45">
                <a:latin typeface="Arial"/>
                <a:cs typeface="Arial"/>
              </a:rPr>
              <a:t> </a:t>
            </a:r>
            <a:r>
              <a:rPr sz="2800">
                <a:latin typeface="Arial"/>
                <a:cs typeface="Arial"/>
              </a:rPr>
              <a:t>that</a:t>
            </a:r>
            <a:r>
              <a:rPr sz="2800" spc="-45">
                <a:latin typeface="Arial"/>
                <a:cs typeface="Arial"/>
              </a:rPr>
              <a:t> </a:t>
            </a:r>
            <a:r>
              <a:rPr sz="2800">
                <a:latin typeface="Arial"/>
                <a:cs typeface="Arial"/>
              </a:rPr>
              <a:t>best</a:t>
            </a:r>
            <a:r>
              <a:rPr sz="2800" spc="-55">
                <a:latin typeface="Arial"/>
                <a:cs typeface="Arial"/>
              </a:rPr>
              <a:t> </a:t>
            </a:r>
            <a:r>
              <a:rPr sz="2800" spc="-10">
                <a:latin typeface="Arial"/>
                <a:cs typeface="Arial"/>
              </a:rPr>
              <a:t>matches </a:t>
            </a:r>
            <a:r>
              <a:rPr sz="2800">
                <a:latin typeface="Arial"/>
                <a:cs typeface="Arial"/>
              </a:rPr>
              <a:t>the</a:t>
            </a:r>
            <a:r>
              <a:rPr sz="2800" spc="-85">
                <a:latin typeface="Arial"/>
                <a:cs typeface="Arial"/>
              </a:rPr>
              <a:t> </a:t>
            </a:r>
            <a:r>
              <a:rPr sz="2800" b="1">
                <a:latin typeface="Arial"/>
                <a:cs typeface="Arial"/>
              </a:rPr>
              <a:t>team’s</a:t>
            </a:r>
            <a:r>
              <a:rPr sz="2800" b="1" spc="-105">
                <a:latin typeface="Arial"/>
                <a:cs typeface="Arial"/>
              </a:rPr>
              <a:t> </a:t>
            </a:r>
            <a:r>
              <a:rPr sz="2800" b="1">
                <a:latin typeface="Arial"/>
                <a:cs typeface="Arial"/>
              </a:rPr>
              <a:t>areas</a:t>
            </a:r>
            <a:r>
              <a:rPr sz="2800" b="1" spc="-90">
                <a:latin typeface="Arial"/>
                <a:cs typeface="Arial"/>
              </a:rPr>
              <a:t> </a:t>
            </a:r>
            <a:r>
              <a:rPr sz="2800" b="1">
                <a:latin typeface="Arial"/>
                <a:cs typeface="Arial"/>
              </a:rPr>
              <a:t>of</a:t>
            </a:r>
            <a:r>
              <a:rPr sz="2800" b="1" spc="-90">
                <a:latin typeface="Arial"/>
                <a:cs typeface="Arial"/>
              </a:rPr>
              <a:t> </a:t>
            </a:r>
            <a:r>
              <a:rPr sz="2800" b="1">
                <a:latin typeface="Arial"/>
                <a:cs typeface="Arial"/>
              </a:rPr>
              <a:t>specialization</a:t>
            </a:r>
            <a:r>
              <a:rPr sz="2800">
                <a:latin typeface="Arial"/>
                <a:cs typeface="Arial"/>
              </a:rPr>
              <a:t>,</a:t>
            </a:r>
            <a:r>
              <a:rPr sz="2800" spc="-95">
                <a:latin typeface="Arial"/>
                <a:cs typeface="Arial"/>
              </a:rPr>
              <a:t> </a:t>
            </a:r>
            <a:r>
              <a:rPr sz="2800" b="1" spc="-10">
                <a:latin typeface="Arial"/>
                <a:cs typeface="Arial"/>
              </a:rPr>
              <a:t>knowledge </a:t>
            </a:r>
            <a:r>
              <a:rPr sz="2800">
                <a:latin typeface="Arial"/>
                <a:cs typeface="Arial"/>
              </a:rPr>
              <a:t>and</a:t>
            </a:r>
            <a:r>
              <a:rPr sz="2800" spc="-45">
                <a:latin typeface="Arial"/>
                <a:cs typeface="Arial"/>
              </a:rPr>
              <a:t> </a:t>
            </a:r>
            <a:r>
              <a:rPr sz="2800" b="1">
                <a:latin typeface="Arial"/>
                <a:cs typeface="Arial"/>
              </a:rPr>
              <a:t>skills</a:t>
            </a:r>
            <a:r>
              <a:rPr sz="2800" b="1" spc="-45">
                <a:latin typeface="Arial"/>
                <a:cs typeface="Arial"/>
              </a:rPr>
              <a:t> </a:t>
            </a:r>
            <a:r>
              <a:rPr sz="2800">
                <a:latin typeface="Arial"/>
                <a:cs typeface="Arial"/>
              </a:rPr>
              <a:t>by</a:t>
            </a:r>
            <a:r>
              <a:rPr sz="2800" spc="-35">
                <a:latin typeface="Arial"/>
                <a:cs typeface="Arial"/>
              </a:rPr>
              <a:t> </a:t>
            </a:r>
            <a:r>
              <a:rPr sz="2800">
                <a:latin typeface="Arial"/>
                <a:cs typeface="Arial"/>
              </a:rPr>
              <a:t>end</a:t>
            </a:r>
            <a:r>
              <a:rPr sz="2800" spc="-40">
                <a:latin typeface="Arial"/>
                <a:cs typeface="Arial"/>
              </a:rPr>
              <a:t> </a:t>
            </a:r>
            <a:r>
              <a:rPr sz="2800">
                <a:latin typeface="Arial"/>
                <a:cs typeface="Arial"/>
              </a:rPr>
              <a:t>of</a:t>
            </a:r>
            <a:r>
              <a:rPr sz="2800" spc="-55">
                <a:latin typeface="Arial"/>
                <a:cs typeface="Arial"/>
              </a:rPr>
              <a:t> </a:t>
            </a:r>
            <a:r>
              <a:rPr sz="2800">
                <a:latin typeface="Arial"/>
                <a:cs typeface="Arial"/>
              </a:rPr>
              <a:t>Week</a:t>
            </a:r>
            <a:r>
              <a:rPr sz="2800" spc="-40">
                <a:latin typeface="Arial"/>
                <a:cs typeface="Arial"/>
              </a:rPr>
              <a:t> </a:t>
            </a:r>
            <a:r>
              <a:rPr sz="2800" spc="-50">
                <a:latin typeface="Arial"/>
                <a:cs typeface="Arial"/>
              </a:rPr>
              <a:t>1</a:t>
            </a:r>
            <a:endParaRPr sz="2800">
              <a:latin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02602" y="249014"/>
            <a:ext cx="10662919" cy="696595"/>
          </a:xfrm>
          <a:prstGeom prst="rect">
            <a:avLst/>
          </a:prstGeom>
        </p:spPr>
        <p:txBody>
          <a:bodyPr vert="horz" wrap="square" lIns="0" tIns="12700" rIns="0" bIns="0" rtlCol="0" anchor="t">
            <a:spAutoFit/>
          </a:bodyPr>
          <a:lstStyle/>
          <a:p>
            <a:pPr marL="12700" algn="ctr">
              <a:spcBef>
                <a:spcPts val="100"/>
              </a:spcBef>
            </a:pPr>
            <a:r>
              <a:rPr lang="en-AU" sz="4400" b="1">
                <a:solidFill>
                  <a:srgbClr val="000000"/>
                </a:solidFill>
              </a:rPr>
              <a:t>Course Improvements - </a:t>
            </a:r>
            <a:r>
              <a:rPr lang="en-AU" sz="4400" b="1" err="1">
                <a:solidFill>
                  <a:srgbClr val="000000"/>
                </a:solidFill>
              </a:rPr>
              <a:t>MyExperience</a:t>
            </a:r>
            <a:endParaRPr lang="en-US" err="1"/>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20</a:t>
            </a:fld>
            <a:endParaRPr spc="-25"/>
          </a:p>
        </p:txBody>
      </p:sp>
      <p:sp>
        <p:nvSpPr>
          <p:cNvPr id="3" name="object 3"/>
          <p:cNvSpPr txBox="1"/>
          <p:nvPr/>
        </p:nvSpPr>
        <p:spPr>
          <a:xfrm>
            <a:off x="499908" y="958945"/>
            <a:ext cx="11201992" cy="5134675"/>
          </a:xfrm>
          <a:prstGeom prst="rect">
            <a:avLst/>
          </a:prstGeom>
        </p:spPr>
        <p:txBody>
          <a:bodyPr vert="horz" wrap="square" lIns="0" tIns="12065" rIns="0" bIns="0" rtlCol="0" anchor="t">
            <a:spAutoFit/>
          </a:bodyPr>
          <a:lstStyle/>
          <a:p>
            <a:pPr marL="355600" indent="-342900">
              <a:lnSpc>
                <a:spcPct val="150000"/>
              </a:lnSpc>
              <a:spcBef>
                <a:spcPts val="95"/>
              </a:spcBef>
              <a:buChar char="•"/>
              <a:tabLst>
                <a:tab pos="355600" algn="l"/>
              </a:tabLst>
            </a:pPr>
            <a:r>
              <a:rPr lang="en-AU" sz="2500">
                <a:latin typeface="Arial"/>
                <a:cs typeface="Arial"/>
              </a:rPr>
              <a:t>Larger number and varieties of</a:t>
            </a:r>
            <a:r>
              <a:rPr lang="en-AU" sz="2500" b="1">
                <a:latin typeface="Arial"/>
                <a:cs typeface="Arial"/>
              </a:rPr>
              <a:t> real-world projects</a:t>
            </a:r>
            <a:endParaRPr sz="2500" b="1">
              <a:latin typeface="Arial"/>
              <a:cs typeface="Arial"/>
            </a:endParaRPr>
          </a:p>
          <a:p>
            <a:pPr marL="355600" indent="-342900">
              <a:lnSpc>
                <a:spcPct val="150000"/>
              </a:lnSpc>
              <a:spcBef>
                <a:spcPts val="5"/>
              </a:spcBef>
              <a:buChar char="•"/>
              <a:tabLst>
                <a:tab pos="355600" algn="l"/>
              </a:tabLst>
            </a:pPr>
            <a:r>
              <a:rPr lang="en-AU" sz="2500">
                <a:latin typeface="Arial"/>
                <a:cs typeface="Arial"/>
              </a:rPr>
              <a:t>Refined and streamlined </a:t>
            </a:r>
            <a:r>
              <a:rPr lang="en-AU" sz="2500" b="1">
                <a:latin typeface="Arial"/>
                <a:cs typeface="Arial"/>
              </a:rPr>
              <a:t>assessments guidelines and markings </a:t>
            </a:r>
          </a:p>
          <a:p>
            <a:pPr marL="355600" indent="-342900">
              <a:lnSpc>
                <a:spcPct val="150000"/>
              </a:lnSpc>
              <a:spcBef>
                <a:spcPts val="5"/>
              </a:spcBef>
              <a:buChar char="•"/>
              <a:tabLst>
                <a:tab pos="355600" algn="l"/>
              </a:tabLst>
            </a:pPr>
            <a:r>
              <a:rPr lang="en-AU" sz="2500" b="1">
                <a:latin typeface="Arial"/>
                <a:cs typeface="Arial"/>
              </a:rPr>
              <a:t>Group-focused mentoring</a:t>
            </a:r>
            <a:r>
              <a:rPr lang="en-AU" sz="2500">
                <a:latin typeface="Arial"/>
                <a:cs typeface="Arial"/>
              </a:rPr>
              <a:t> – weekly consultation and check points </a:t>
            </a:r>
          </a:p>
          <a:p>
            <a:pPr marL="355600" indent="-342900">
              <a:lnSpc>
                <a:spcPct val="150000"/>
              </a:lnSpc>
              <a:spcBef>
                <a:spcPts val="5"/>
              </a:spcBef>
              <a:buChar char="•"/>
              <a:tabLst>
                <a:tab pos="355600" algn="l"/>
              </a:tabLst>
            </a:pPr>
            <a:r>
              <a:rPr lang="en-AU" sz="2500">
                <a:latin typeface="Arial"/>
                <a:cs typeface="Arial"/>
              </a:rPr>
              <a:t>Additional </a:t>
            </a:r>
            <a:r>
              <a:rPr lang="en-AU" sz="2500" b="1">
                <a:latin typeface="Arial"/>
                <a:cs typeface="Arial"/>
              </a:rPr>
              <a:t>resources </a:t>
            </a:r>
            <a:r>
              <a:rPr lang="en-AU" sz="2500">
                <a:latin typeface="Arial"/>
                <a:cs typeface="Arial"/>
              </a:rPr>
              <a:t>– e.g., primers, guide for essential skills</a:t>
            </a:r>
          </a:p>
          <a:p>
            <a:pPr marL="355600" indent="-342900">
              <a:lnSpc>
                <a:spcPct val="150000"/>
              </a:lnSpc>
              <a:spcBef>
                <a:spcPts val="5"/>
              </a:spcBef>
              <a:buChar char="•"/>
              <a:tabLst>
                <a:tab pos="355600" algn="l"/>
              </a:tabLst>
            </a:pPr>
            <a:r>
              <a:rPr lang="en-AU" sz="2500">
                <a:latin typeface="Arial"/>
                <a:cs typeface="Arial"/>
              </a:rPr>
              <a:t>Additional </a:t>
            </a:r>
            <a:r>
              <a:rPr lang="en-AU" sz="2500" b="1">
                <a:latin typeface="Arial"/>
                <a:cs typeface="Arial"/>
              </a:rPr>
              <a:t>help/consultation sessions</a:t>
            </a:r>
            <a:r>
              <a:rPr lang="en-AU" sz="2500">
                <a:latin typeface="Arial"/>
                <a:cs typeface="Arial"/>
              </a:rPr>
              <a:t> and support </a:t>
            </a:r>
            <a:endParaRPr lang="en-AU" sz="2500"/>
          </a:p>
          <a:p>
            <a:pPr marL="355600" indent="-342900">
              <a:lnSpc>
                <a:spcPct val="150000"/>
              </a:lnSpc>
              <a:spcBef>
                <a:spcPts val="5"/>
              </a:spcBef>
              <a:buChar char="•"/>
              <a:tabLst>
                <a:tab pos="355600" algn="l"/>
              </a:tabLst>
            </a:pPr>
            <a:r>
              <a:rPr lang="en-AU" sz="2500" b="1">
                <a:latin typeface="Arial"/>
                <a:cs typeface="Arial"/>
              </a:rPr>
              <a:t>Client feedback and assessment</a:t>
            </a:r>
            <a:r>
              <a:rPr lang="en-AU" sz="2500">
                <a:latin typeface="Arial"/>
                <a:cs typeface="Arial"/>
              </a:rPr>
              <a:t> throughout the term</a:t>
            </a:r>
            <a:endParaRPr lang="en-AU" sz="2500"/>
          </a:p>
          <a:p>
            <a:pPr marL="355600" indent="-342900">
              <a:lnSpc>
                <a:spcPct val="150000"/>
              </a:lnSpc>
              <a:spcBef>
                <a:spcPts val="5"/>
              </a:spcBef>
              <a:buChar char="•"/>
              <a:tabLst>
                <a:tab pos="355600" algn="l"/>
              </a:tabLst>
            </a:pPr>
            <a:r>
              <a:rPr lang="en-AU" sz="2500">
                <a:latin typeface="Arial"/>
                <a:cs typeface="Arial"/>
              </a:rPr>
              <a:t>A greater emphasis on </a:t>
            </a:r>
            <a:r>
              <a:rPr lang="en-AU" sz="2500" b="1">
                <a:latin typeface="Arial"/>
                <a:cs typeface="Arial"/>
              </a:rPr>
              <a:t>design </a:t>
            </a:r>
            <a:r>
              <a:rPr lang="en-AU" sz="2500">
                <a:latin typeface="Arial"/>
                <a:cs typeface="Arial"/>
              </a:rPr>
              <a:t>in the </a:t>
            </a:r>
            <a:r>
              <a:rPr lang="en-AU" sz="2500" b="1">
                <a:latin typeface="Arial"/>
                <a:cs typeface="Arial"/>
              </a:rPr>
              <a:t>development process</a:t>
            </a:r>
          </a:p>
          <a:p>
            <a:pPr marL="355600" indent="-342900">
              <a:lnSpc>
                <a:spcPct val="150000"/>
              </a:lnSpc>
              <a:spcBef>
                <a:spcPts val="5"/>
              </a:spcBef>
              <a:buChar char="•"/>
              <a:tabLst>
                <a:tab pos="355600" algn="l"/>
              </a:tabLst>
            </a:pPr>
            <a:r>
              <a:rPr lang="en-AU" sz="2500" b="1">
                <a:latin typeface="Arial"/>
                <a:cs typeface="Arial"/>
              </a:rPr>
              <a:t>Industry lectures</a:t>
            </a:r>
            <a:r>
              <a:rPr lang="en-AU" sz="2500">
                <a:latin typeface="Arial"/>
                <a:cs typeface="Arial"/>
              </a:rPr>
              <a:t> – related to project work </a:t>
            </a:r>
          </a:p>
          <a:p>
            <a:pPr marL="355600" indent="-342900">
              <a:lnSpc>
                <a:spcPct val="150000"/>
              </a:lnSpc>
              <a:spcBef>
                <a:spcPts val="5"/>
              </a:spcBef>
              <a:buChar char="•"/>
              <a:tabLst>
                <a:tab pos="355600" algn="l"/>
              </a:tabLst>
            </a:pPr>
            <a:r>
              <a:rPr lang="en-AU" sz="2500">
                <a:latin typeface="Arial"/>
                <a:cs typeface="Arial"/>
              </a:rPr>
              <a:t>Many more – teaching team weekly feedback discussion </a:t>
            </a:r>
          </a:p>
        </p:txBody>
      </p:sp>
    </p:spTree>
    <p:extLst>
      <p:ext uri="{BB962C8B-B14F-4D97-AF65-F5344CB8AC3E}">
        <p14:creationId xmlns:p14="http://schemas.microsoft.com/office/powerpoint/2010/main" val="1893986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9687" y="344069"/>
            <a:ext cx="10662919" cy="696595"/>
          </a:xfrm>
          <a:prstGeom prst="rect">
            <a:avLst/>
          </a:prstGeom>
        </p:spPr>
        <p:txBody>
          <a:bodyPr vert="horz" wrap="square" lIns="0" tIns="12700" rIns="0" bIns="0" rtlCol="0" anchor="t">
            <a:spAutoFit/>
          </a:bodyPr>
          <a:lstStyle/>
          <a:p>
            <a:pPr marL="12700" algn="ctr">
              <a:spcBef>
                <a:spcPts val="100"/>
              </a:spcBef>
            </a:pPr>
            <a:r>
              <a:rPr lang="en-AU" sz="4400" b="1">
                <a:solidFill>
                  <a:srgbClr val="000000"/>
                </a:solidFill>
              </a:rPr>
              <a:t>Course Improvements - Primers</a:t>
            </a:r>
            <a:endParaRPr lang="en-US" err="1"/>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21</a:t>
            </a:fld>
            <a:endParaRPr spc="-25"/>
          </a:p>
        </p:txBody>
      </p:sp>
      <p:sp>
        <p:nvSpPr>
          <p:cNvPr id="3" name="object 3"/>
          <p:cNvSpPr txBox="1"/>
          <p:nvPr/>
        </p:nvSpPr>
        <p:spPr>
          <a:xfrm>
            <a:off x="760273" y="1262892"/>
            <a:ext cx="8168370" cy="5154296"/>
          </a:xfrm>
          <a:prstGeom prst="rect">
            <a:avLst/>
          </a:prstGeom>
        </p:spPr>
        <p:txBody>
          <a:bodyPr vert="horz" wrap="square" lIns="0" tIns="12065" rIns="0" bIns="0" rtlCol="0" anchor="t">
            <a:spAutoFit/>
          </a:bodyPr>
          <a:lstStyle/>
          <a:p>
            <a:pPr marL="355600" indent="-342900">
              <a:lnSpc>
                <a:spcPct val="150000"/>
              </a:lnSpc>
              <a:spcBef>
                <a:spcPts val="95"/>
              </a:spcBef>
              <a:buChar char="•"/>
              <a:tabLst>
                <a:tab pos="355600" algn="l"/>
              </a:tabLst>
            </a:pPr>
            <a:r>
              <a:rPr lang="en-AU" sz="2800" b="1">
                <a:latin typeface="Arial"/>
                <a:cs typeface="Arial"/>
              </a:rPr>
              <a:t>Fundamentals Primers</a:t>
            </a:r>
            <a:r>
              <a:rPr lang="en-AU" sz="2800">
                <a:latin typeface="Arial"/>
                <a:cs typeface="Arial"/>
              </a:rPr>
              <a:t>: 3 short individual exercises </a:t>
            </a:r>
          </a:p>
          <a:p>
            <a:pPr marL="355600" indent="-342900">
              <a:lnSpc>
                <a:spcPct val="150000"/>
              </a:lnSpc>
              <a:spcBef>
                <a:spcPts val="95"/>
              </a:spcBef>
              <a:buChar char="•"/>
              <a:tabLst>
                <a:tab pos="355600" algn="l"/>
              </a:tabLst>
            </a:pPr>
            <a:r>
              <a:rPr lang="en-AU" sz="2800" b="1">
                <a:latin typeface="Arial"/>
                <a:cs typeface="Arial"/>
              </a:rPr>
              <a:t>Language Primer:</a:t>
            </a:r>
            <a:r>
              <a:rPr lang="en-AU" sz="2800">
                <a:latin typeface="Arial"/>
                <a:cs typeface="Arial"/>
              </a:rPr>
              <a:t> software development in Python or </a:t>
            </a:r>
            <a:r>
              <a:rPr lang="en-AU" sz="2800" err="1">
                <a:latin typeface="Arial"/>
                <a:cs typeface="Arial"/>
              </a:rPr>
              <a:t>Javascript</a:t>
            </a:r>
            <a:endParaRPr lang="en-AU" sz="2800">
              <a:latin typeface="Arial"/>
              <a:cs typeface="Arial"/>
            </a:endParaRPr>
          </a:p>
          <a:p>
            <a:pPr marL="355600" indent="-342900">
              <a:lnSpc>
                <a:spcPct val="150000"/>
              </a:lnSpc>
              <a:spcBef>
                <a:spcPts val="95"/>
              </a:spcBef>
              <a:buChar char="•"/>
              <a:tabLst>
                <a:tab pos="355600" algn="l"/>
              </a:tabLst>
            </a:pPr>
            <a:r>
              <a:rPr lang="en-AU" sz="2800" b="1">
                <a:latin typeface="Arial"/>
                <a:cs typeface="Arial"/>
              </a:rPr>
              <a:t>Git Primer: </a:t>
            </a:r>
            <a:r>
              <a:rPr lang="en-AU" sz="2800">
                <a:latin typeface="Arial"/>
                <a:cs typeface="Arial"/>
              </a:rPr>
              <a:t>version control and collaborative development and </a:t>
            </a:r>
          </a:p>
          <a:p>
            <a:pPr marL="355600" indent="-342900">
              <a:lnSpc>
                <a:spcPct val="150000"/>
              </a:lnSpc>
              <a:spcBef>
                <a:spcPts val="95"/>
              </a:spcBef>
              <a:buChar char="•"/>
              <a:tabLst>
                <a:tab pos="355600" algn="l"/>
              </a:tabLst>
            </a:pPr>
            <a:r>
              <a:rPr lang="en-AU" sz="2800" b="1">
                <a:latin typeface="Arial"/>
                <a:cs typeface="Arial"/>
              </a:rPr>
              <a:t>Docker Primer:</a:t>
            </a:r>
            <a:r>
              <a:rPr lang="en-AU" sz="2800">
                <a:latin typeface="Arial"/>
                <a:cs typeface="Arial"/>
              </a:rPr>
              <a:t> automated code deployment</a:t>
            </a:r>
          </a:p>
          <a:p>
            <a:pPr marL="12700">
              <a:lnSpc>
                <a:spcPct val="150000"/>
              </a:lnSpc>
              <a:spcBef>
                <a:spcPts val="95"/>
              </a:spcBef>
              <a:tabLst>
                <a:tab pos="355600" algn="l"/>
              </a:tabLst>
            </a:pPr>
            <a:endParaRPr lang="en-AU" sz="2800">
              <a:latin typeface="Arial"/>
              <a:cs typeface="Arial"/>
            </a:endParaRPr>
          </a:p>
        </p:txBody>
      </p:sp>
      <p:pic>
        <p:nvPicPr>
          <p:cNvPr id="5" name="Picture 4" descr="A screenshot of a phone&#10;&#10;Description automatically generated">
            <a:extLst>
              <a:ext uri="{FF2B5EF4-FFF2-40B4-BE49-F238E27FC236}">
                <a16:creationId xmlns:a16="http://schemas.microsoft.com/office/drawing/2014/main" id="{A82C4862-F0E8-579C-B2F2-3B8DD652AAC0}"/>
              </a:ext>
            </a:extLst>
          </p:cNvPr>
          <p:cNvPicPr>
            <a:picLocks noChangeAspect="1"/>
          </p:cNvPicPr>
          <p:nvPr/>
        </p:nvPicPr>
        <p:blipFill>
          <a:blip r:embed="rId3"/>
          <a:stretch>
            <a:fillRect/>
          </a:stretch>
        </p:blipFill>
        <p:spPr>
          <a:xfrm>
            <a:off x="8539162" y="1711624"/>
            <a:ext cx="3265637" cy="3017807"/>
          </a:xfrm>
          <a:prstGeom prst="rect">
            <a:avLst/>
          </a:prstGeom>
        </p:spPr>
      </p:pic>
    </p:spTree>
    <p:extLst>
      <p:ext uri="{BB962C8B-B14F-4D97-AF65-F5344CB8AC3E}">
        <p14:creationId xmlns:p14="http://schemas.microsoft.com/office/powerpoint/2010/main" val="3524769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4540" y="356561"/>
            <a:ext cx="10662919" cy="696595"/>
          </a:xfrm>
          <a:prstGeom prst="rect">
            <a:avLst/>
          </a:prstGeom>
        </p:spPr>
        <p:txBody>
          <a:bodyPr vert="horz" wrap="square" lIns="0" tIns="12700" rIns="0" bIns="0" rtlCol="0" anchor="t">
            <a:spAutoFit/>
          </a:bodyPr>
          <a:lstStyle/>
          <a:p>
            <a:pPr marL="12700" algn="ctr">
              <a:spcBef>
                <a:spcPts val="100"/>
              </a:spcBef>
            </a:pPr>
            <a:r>
              <a:rPr lang="en-AU" sz="4400" b="1">
                <a:solidFill>
                  <a:srgbClr val="000000"/>
                </a:solidFill>
              </a:rPr>
              <a:t>Course Improvements - Lab Resources</a:t>
            </a:r>
            <a:endParaRPr lang="en-US" err="1"/>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22</a:t>
            </a:fld>
            <a:endParaRPr spc="-25"/>
          </a:p>
        </p:txBody>
      </p:sp>
      <p:sp>
        <p:nvSpPr>
          <p:cNvPr id="3" name="object 3"/>
          <p:cNvSpPr txBox="1"/>
          <p:nvPr/>
        </p:nvSpPr>
        <p:spPr>
          <a:xfrm>
            <a:off x="760273" y="1262892"/>
            <a:ext cx="8168370" cy="4302781"/>
          </a:xfrm>
          <a:prstGeom prst="rect">
            <a:avLst/>
          </a:prstGeom>
        </p:spPr>
        <p:txBody>
          <a:bodyPr vert="horz" wrap="square" lIns="0" tIns="12065" rIns="0" bIns="0" rtlCol="0" anchor="t">
            <a:spAutoFit/>
          </a:bodyPr>
          <a:lstStyle/>
          <a:p>
            <a:pPr marL="12700">
              <a:lnSpc>
                <a:spcPct val="150000"/>
              </a:lnSpc>
              <a:spcBef>
                <a:spcPts val="95"/>
              </a:spcBef>
              <a:tabLst>
                <a:tab pos="355600" algn="l"/>
              </a:tabLst>
            </a:pPr>
            <a:r>
              <a:rPr lang="en-AU" sz="2800" b="1">
                <a:latin typeface="Arial"/>
                <a:cs typeface="Arial"/>
              </a:rPr>
              <a:t>Guides on key lab activities and assessments</a:t>
            </a:r>
            <a:endParaRPr lang="en-US"/>
          </a:p>
          <a:p>
            <a:pPr marL="355600" indent="-342900">
              <a:lnSpc>
                <a:spcPct val="150000"/>
              </a:lnSpc>
              <a:spcBef>
                <a:spcPts val="95"/>
              </a:spcBef>
              <a:buChar char="•"/>
              <a:tabLst>
                <a:tab pos="355600" algn="l"/>
              </a:tabLst>
            </a:pPr>
            <a:r>
              <a:rPr lang="en-AU" sz="2800">
                <a:latin typeface="Arial"/>
                <a:cs typeface="Arial"/>
              </a:rPr>
              <a:t>Group formation and project selection</a:t>
            </a:r>
          </a:p>
          <a:p>
            <a:pPr marL="355600" indent="-342900">
              <a:lnSpc>
                <a:spcPct val="150000"/>
              </a:lnSpc>
              <a:spcBef>
                <a:spcPts val="95"/>
              </a:spcBef>
              <a:buChar char="•"/>
              <a:tabLst>
                <a:tab pos="355600" algn="l"/>
              </a:tabLst>
            </a:pPr>
            <a:r>
              <a:rPr lang="en-AU" sz="2800">
                <a:latin typeface="Arial"/>
                <a:cs typeface="Arial"/>
              </a:rPr>
              <a:t>Project proposal</a:t>
            </a:r>
          </a:p>
          <a:p>
            <a:pPr marL="355600" indent="-342900">
              <a:lnSpc>
                <a:spcPct val="150000"/>
              </a:lnSpc>
              <a:spcBef>
                <a:spcPts val="95"/>
              </a:spcBef>
              <a:buChar char="•"/>
              <a:tabLst>
                <a:tab pos="355600" algn="l"/>
              </a:tabLst>
            </a:pPr>
            <a:r>
              <a:rPr lang="en-AU" sz="2800">
                <a:latin typeface="Arial"/>
                <a:cs typeface="Arial"/>
              </a:rPr>
              <a:t>Sprint demos. and retrospectives </a:t>
            </a:r>
          </a:p>
          <a:p>
            <a:pPr marL="355600" indent="-342900">
              <a:lnSpc>
                <a:spcPct val="150000"/>
              </a:lnSpc>
              <a:spcBef>
                <a:spcPts val="95"/>
              </a:spcBef>
              <a:buChar char="•"/>
              <a:tabLst>
                <a:tab pos="355600" algn="l"/>
              </a:tabLst>
            </a:pPr>
            <a:r>
              <a:rPr lang="en-AU" sz="2800">
                <a:latin typeface="Arial"/>
                <a:cs typeface="Arial"/>
              </a:rPr>
              <a:t>Final report, demo, code quality </a:t>
            </a:r>
          </a:p>
          <a:p>
            <a:pPr marL="355600" indent="-342900">
              <a:lnSpc>
                <a:spcPct val="150000"/>
              </a:lnSpc>
              <a:spcBef>
                <a:spcPts val="95"/>
              </a:spcBef>
              <a:buChar char="•"/>
              <a:tabLst>
                <a:tab pos="355600" algn="l"/>
              </a:tabLst>
            </a:pPr>
            <a:endParaRPr lang="en-US"/>
          </a:p>
          <a:p>
            <a:pPr marL="12700">
              <a:lnSpc>
                <a:spcPct val="150000"/>
              </a:lnSpc>
              <a:spcBef>
                <a:spcPts val="95"/>
              </a:spcBef>
              <a:tabLst>
                <a:tab pos="355600" algn="l"/>
              </a:tabLst>
            </a:pPr>
            <a:endParaRPr lang="en-AU" sz="2800">
              <a:latin typeface="Arial"/>
              <a:cs typeface="Arial"/>
            </a:endParaRPr>
          </a:p>
        </p:txBody>
      </p:sp>
      <p:pic>
        <p:nvPicPr>
          <p:cNvPr id="6" name="Picture 5" descr="A screenshot of a device&#10;&#10;Description automatically generated">
            <a:extLst>
              <a:ext uri="{FF2B5EF4-FFF2-40B4-BE49-F238E27FC236}">
                <a16:creationId xmlns:a16="http://schemas.microsoft.com/office/drawing/2014/main" id="{65B276DF-693F-12FB-4E46-C82CC3F8C572}"/>
              </a:ext>
            </a:extLst>
          </p:cNvPr>
          <p:cNvPicPr>
            <a:picLocks noChangeAspect="1"/>
          </p:cNvPicPr>
          <p:nvPr/>
        </p:nvPicPr>
        <p:blipFill>
          <a:blip r:embed="rId3"/>
          <a:stretch>
            <a:fillRect/>
          </a:stretch>
        </p:blipFill>
        <p:spPr>
          <a:xfrm>
            <a:off x="8366635" y="2076181"/>
            <a:ext cx="3351901" cy="3208846"/>
          </a:xfrm>
          <a:prstGeom prst="rect">
            <a:avLst/>
          </a:prstGeom>
        </p:spPr>
      </p:pic>
    </p:spTree>
    <p:extLst>
      <p:ext uri="{BB962C8B-B14F-4D97-AF65-F5344CB8AC3E}">
        <p14:creationId xmlns:p14="http://schemas.microsoft.com/office/powerpoint/2010/main" val="747666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373611" y="0"/>
            <a:ext cx="818515" cy="6858000"/>
            <a:chOff x="11373611" y="0"/>
            <a:chExt cx="818515" cy="6858000"/>
          </a:xfrm>
        </p:grpSpPr>
        <p:sp>
          <p:nvSpPr>
            <p:cNvPr id="3" name="object 3"/>
            <p:cNvSpPr/>
            <p:nvPr/>
          </p:nvSpPr>
          <p:spPr>
            <a:xfrm>
              <a:off x="11373611" y="0"/>
              <a:ext cx="818515" cy="6858000"/>
            </a:xfrm>
            <a:custGeom>
              <a:avLst/>
              <a:gdLst/>
              <a:ahLst/>
              <a:cxnLst/>
              <a:rect l="l" t="t" r="r" b="b"/>
              <a:pathLst>
                <a:path w="818515" h="6858000">
                  <a:moveTo>
                    <a:pt x="818388" y="0"/>
                  </a:moveTo>
                  <a:lnTo>
                    <a:pt x="0" y="0"/>
                  </a:lnTo>
                  <a:lnTo>
                    <a:pt x="0" y="6857999"/>
                  </a:lnTo>
                  <a:lnTo>
                    <a:pt x="818388" y="6857999"/>
                  </a:lnTo>
                  <a:lnTo>
                    <a:pt x="818388" y="0"/>
                  </a:lnTo>
                  <a:close/>
                </a:path>
              </a:pathLst>
            </a:custGeom>
            <a:solidFill>
              <a:srgbClr val="FFDC00"/>
            </a:solidFill>
          </p:spPr>
          <p:txBody>
            <a:bodyPr wrap="square" lIns="0" tIns="0" rIns="0" bIns="0" rtlCol="0"/>
            <a:lstStyle/>
            <a:p>
              <a:endParaRPr/>
            </a:p>
          </p:txBody>
        </p:sp>
        <p:pic>
          <p:nvPicPr>
            <p:cNvPr id="4" name="object 4"/>
            <p:cNvPicPr/>
            <p:nvPr/>
          </p:nvPicPr>
          <p:blipFill>
            <a:blip r:embed="rId2" cstate="print"/>
            <a:stretch>
              <a:fillRect/>
            </a:stretch>
          </p:blipFill>
          <p:spPr>
            <a:xfrm>
              <a:off x="11507723" y="6140194"/>
              <a:ext cx="598931" cy="701040"/>
            </a:xfrm>
            <a:prstGeom prst="rect">
              <a:avLst/>
            </a:prstGeom>
          </p:spPr>
        </p:pic>
      </p:grpSp>
      <p:sp>
        <p:nvSpPr>
          <p:cNvPr id="5" name="object 5"/>
          <p:cNvSpPr txBox="1">
            <a:spLocks noGrp="1"/>
          </p:cNvSpPr>
          <p:nvPr>
            <p:ph type="title"/>
          </p:nvPr>
        </p:nvSpPr>
        <p:spPr>
          <a:xfrm>
            <a:off x="688340" y="2666822"/>
            <a:ext cx="7665084" cy="697230"/>
          </a:xfrm>
          <a:prstGeom prst="rect">
            <a:avLst/>
          </a:prstGeom>
        </p:spPr>
        <p:txBody>
          <a:bodyPr vert="horz" wrap="square" lIns="0" tIns="13335" rIns="0" bIns="0" rtlCol="0">
            <a:spAutoFit/>
          </a:bodyPr>
          <a:lstStyle/>
          <a:p>
            <a:pPr marL="12700">
              <a:lnSpc>
                <a:spcPct val="100000"/>
              </a:lnSpc>
              <a:spcBef>
                <a:spcPts val="105"/>
              </a:spcBef>
            </a:pPr>
            <a:r>
              <a:rPr sz="4400" b="1">
                <a:solidFill>
                  <a:srgbClr val="000000"/>
                </a:solidFill>
                <a:latin typeface="Arial"/>
                <a:cs typeface="Arial"/>
              </a:rPr>
              <a:t>Assessment</a:t>
            </a:r>
            <a:r>
              <a:rPr sz="4400" b="1" spc="-180">
                <a:solidFill>
                  <a:srgbClr val="000000"/>
                </a:solidFill>
                <a:latin typeface="Arial"/>
                <a:cs typeface="Arial"/>
              </a:rPr>
              <a:t> </a:t>
            </a:r>
            <a:r>
              <a:rPr sz="4400" b="1" spc="-10">
                <a:solidFill>
                  <a:srgbClr val="000000"/>
                </a:solidFill>
                <a:latin typeface="Arial"/>
                <a:cs typeface="Arial"/>
              </a:rPr>
              <a:t>Tasks</a:t>
            </a:r>
            <a:r>
              <a:rPr sz="4400" b="1" spc="-170">
                <a:solidFill>
                  <a:srgbClr val="000000"/>
                </a:solidFill>
                <a:latin typeface="Arial"/>
                <a:cs typeface="Arial"/>
              </a:rPr>
              <a:t> </a:t>
            </a:r>
            <a:r>
              <a:rPr sz="4400" b="1" spc="-10">
                <a:solidFill>
                  <a:srgbClr val="000000"/>
                </a:solidFill>
                <a:latin typeface="Arial"/>
                <a:cs typeface="Arial"/>
              </a:rPr>
              <a:t>Overview</a:t>
            </a:r>
            <a:endParaRPr sz="4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23</a:t>
            </a:fld>
            <a:endParaRPr spc="-25"/>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4540" y="170433"/>
            <a:ext cx="7666990" cy="696595"/>
          </a:xfrm>
          <a:prstGeom prst="rect">
            <a:avLst/>
          </a:prstGeom>
        </p:spPr>
        <p:txBody>
          <a:bodyPr vert="horz" wrap="square" lIns="0" tIns="12700" rIns="0" bIns="0" rtlCol="0" anchor="t">
            <a:spAutoFit/>
          </a:bodyPr>
          <a:lstStyle/>
          <a:p>
            <a:pPr marL="12700">
              <a:lnSpc>
                <a:spcPct val="100000"/>
              </a:lnSpc>
              <a:spcBef>
                <a:spcPts val="100"/>
              </a:spcBef>
            </a:pPr>
            <a:r>
              <a:rPr sz="4400" b="1">
                <a:solidFill>
                  <a:srgbClr val="000000"/>
                </a:solidFill>
                <a:latin typeface="Arial"/>
                <a:cs typeface="Arial"/>
              </a:rPr>
              <a:t>Assessment</a:t>
            </a:r>
            <a:r>
              <a:rPr sz="4400" b="1" spc="-120">
                <a:solidFill>
                  <a:srgbClr val="000000"/>
                </a:solidFill>
                <a:latin typeface="Arial"/>
                <a:cs typeface="Arial"/>
              </a:rPr>
              <a:t> </a:t>
            </a:r>
            <a:r>
              <a:rPr sz="4400" b="1" spc="-10">
                <a:solidFill>
                  <a:srgbClr val="000000"/>
                </a:solidFill>
                <a:latin typeface="Arial"/>
                <a:cs typeface="Arial"/>
              </a:rPr>
              <a:t>Overview</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24</a:t>
            </a:fld>
            <a:endParaRPr spc="-25"/>
          </a:p>
        </p:txBody>
      </p:sp>
      <p:sp>
        <p:nvSpPr>
          <p:cNvPr id="3" name="object 3"/>
          <p:cNvSpPr txBox="1"/>
          <p:nvPr/>
        </p:nvSpPr>
        <p:spPr>
          <a:xfrm>
            <a:off x="766853" y="1568117"/>
            <a:ext cx="10117642" cy="3173305"/>
          </a:xfrm>
          <a:prstGeom prst="rect">
            <a:avLst/>
          </a:prstGeom>
        </p:spPr>
        <p:txBody>
          <a:bodyPr vert="horz" wrap="square" lIns="0" tIns="13335" rIns="0" bIns="0" rtlCol="0" anchor="t">
            <a:spAutoFit/>
          </a:bodyPr>
          <a:lstStyle/>
          <a:p>
            <a:pPr marL="354965" indent="-342265">
              <a:lnSpc>
                <a:spcPct val="100000"/>
              </a:lnSpc>
              <a:spcBef>
                <a:spcPts val="105"/>
              </a:spcBef>
              <a:buChar char="•"/>
              <a:tabLst>
                <a:tab pos="354965" algn="l"/>
              </a:tabLst>
            </a:pPr>
            <a:r>
              <a:rPr sz="3200">
                <a:latin typeface="Arial"/>
                <a:cs typeface="Arial"/>
              </a:rPr>
              <a:t>No</a:t>
            </a:r>
            <a:r>
              <a:rPr sz="3200" spc="-30">
                <a:latin typeface="Arial"/>
                <a:cs typeface="Arial"/>
              </a:rPr>
              <a:t> </a:t>
            </a:r>
            <a:r>
              <a:rPr sz="3200">
                <a:latin typeface="Arial"/>
                <a:cs typeface="Arial"/>
              </a:rPr>
              <a:t>final</a:t>
            </a:r>
            <a:r>
              <a:rPr sz="3200" spc="-25">
                <a:latin typeface="Arial"/>
                <a:cs typeface="Arial"/>
              </a:rPr>
              <a:t> </a:t>
            </a:r>
            <a:r>
              <a:rPr sz="3200" spc="-20">
                <a:latin typeface="Arial"/>
                <a:cs typeface="Arial"/>
              </a:rPr>
              <a:t>exam</a:t>
            </a:r>
            <a:endParaRPr sz="3200">
              <a:latin typeface="Arial"/>
              <a:cs typeface="Arial"/>
            </a:endParaRPr>
          </a:p>
          <a:p>
            <a:pPr>
              <a:lnSpc>
                <a:spcPct val="100000"/>
              </a:lnSpc>
              <a:spcBef>
                <a:spcPts val="755"/>
              </a:spcBef>
              <a:buFont typeface="Arial"/>
              <a:buChar char="•"/>
            </a:pPr>
            <a:endParaRPr sz="3200">
              <a:latin typeface="Arial"/>
              <a:cs typeface="Arial"/>
            </a:endParaRPr>
          </a:p>
          <a:p>
            <a:pPr marL="354965" indent="-342265">
              <a:lnSpc>
                <a:spcPct val="100000"/>
              </a:lnSpc>
              <a:spcBef>
                <a:spcPts val="5"/>
              </a:spcBef>
              <a:buChar char="•"/>
              <a:tabLst>
                <a:tab pos="354965" algn="l"/>
              </a:tabLst>
            </a:pPr>
            <a:r>
              <a:rPr sz="3200">
                <a:latin typeface="Arial"/>
                <a:cs typeface="Arial"/>
              </a:rPr>
              <a:t>A</a:t>
            </a:r>
            <a:r>
              <a:rPr sz="3200" spc="-190">
                <a:latin typeface="Arial"/>
                <a:cs typeface="Arial"/>
              </a:rPr>
              <a:t> </a:t>
            </a:r>
            <a:r>
              <a:rPr sz="3200" spc="-10">
                <a:latin typeface="Arial"/>
                <a:cs typeface="Arial"/>
              </a:rPr>
              <a:t>team-</a:t>
            </a:r>
            <a:r>
              <a:rPr sz="3200">
                <a:latin typeface="Arial"/>
                <a:cs typeface="Arial"/>
              </a:rPr>
              <a:t>based</a:t>
            </a:r>
            <a:r>
              <a:rPr sz="3200" spc="-25">
                <a:latin typeface="Arial"/>
                <a:cs typeface="Arial"/>
              </a:rPr>
              <a:t> </a:t>
            </a:r>
            <a:r>
              <a:rPr sz="3200" spc="-10">
                <a:latin typeface="Arial"/>
                <a:cs typeface="Arial"/>
              </a:rPr>
              <a:t>project</a:t>
            </a:r>
            <a:endParaRPr sz="3200">
              <a:latin typeface="Arial"/>
              <a:cs typeface="Arial"/>
            </a:endParaRPr>
          </a:p>
          <a:p>
            <a:pPr>
              <a:lnSpc>
                <a:spcPct val="100000"/>
              </a:lnSpc>
              <a:spcBef>
                <a:spcPts val="760"/>
              </a:spcBef>
              <a:buFont typeface="Arial"/>
              <a:buChar char="•"/>
            </a:pPr>
            <a:endParaRPr sz="3200">
              <a:latin typeface="Arial"/>
              <a:cs typeface="Arial"/>
            </a:endParaRPr>
          </a:p>
          <a:p>
            <a:pPr marL="354965" indent="-342265">
              <a:buChar char="•"/>
              <a:tabLst>
                <a:tab pos="354965" algn="l"/>
              </a:tabLst>
            </a:pPr>
            <a:r>
              <a:rPr sz="3200">
                <a:latin typeface="Arial"/>
                <a:cs typeface="Arial"/>
              </a:rPr>
              <a:t>Each</a:t>
            </a:r>
            <a:r>
              <a:rPr sz="3200" spc="-55">
                <a:latin typeface="Arial"/>
                <a:cs typeface="Arial"/>
              </a:rPr>
              <a:t> </a:t>
            </a:r>
            <a:r>
              <a:rPr sz="3200">
                <a:latin typeface="Arial"/>
                <a:cs typeface="Arial"/>
              </a:rPr>
              <a:t>team</a:t>
            </a:r>
            <a:r>
              <a:rPr sz="3200" spc="-30">
                <a:latin typeface="Arial"/>
                <a:cs typeface="Arial"/>
              </a:rPr>
              <a:t> </a:t>
            </a:r>
            <a:r>
              <a:rPr sz="3200">
                <a:latin typeface="Arial"/>
                <a:cs typeface="Arial"/>
              </a:rPr>
              <a:t>has</a:t>
            </a:r>
            <a:r>
              <a:rPr sz="3200" spc="-35">
                <a:latin typeface="Arial"/>
                <a:cs typeface="Arial"/>
              </a:rPr>
              <a:t> </a:t>
            </a:r>
            <a:r>
              <a:rPr lang="en-AU" sz="3200" b="1" spc="-40">
                <a:latin typeface="Arial"/>
                <a:cs typeface="Arial"/>
              </a:rPr>
              <a:t>six</a:t>
            </a:r>
            <a:r>
              <a:rPr sz="3200" b="1" spc="-35">
                <a:latin typeface="Arial"/>
                <a:cs typeface="Arial"/>
              </a:rPr>
              <a:t> </a:t>
            </a:r>
            <a:r>
              <a:rPr sz="3200" b="1" spc="-10">
                <a:latin typeface="Arial"/>
                <a:cs typeface="Arial"/>
              </a:rPr>
              <a:t>(</a:t>
            </a:r>
            <a:r>
              <a:rPr lang="en-US" sz="3200" b="1">
                <a:latin typeface="Arial"/>
                <a:cs typeface="Arial"/>
              </a:rPr>
              <a:t>6</a:t>
            </a:r>
            <a:r>
              <a:rPr sz="3200" b="1">
                <a:latin typeface="Arial"/>
                <a:cs typeface="Arial"/>
              </a:rPr>
              <a:t>)</a:t>
            </a:r>
            <a:r>
              <a:rPr sz="3200" b="1" spc="-40">
                <a:latin typeface="Arial"/>
                <a:cs typeface="Arial"/>
              </a:rPr>
              <a:t> </a:t>
            </a:r>
            <a:r>
              <a:rPr sz="3200" b="1" spc="-10">
                <a:latin typeface="Arial"/>
                <a:cs typeface="Arial"/>
              </a:rPr>
              <a:t>members</a:t>
            </a:r>
            <a:r>
              <a:rPr lang="en-US" sz="3200" b="1" spc="-10">
                <a:latin typeface="Arial"/>
                <a:cs typeface="Arial"/>
              </a:rPr>
              <a:t> (4 groups per lab)</a:t>
            </a:r>
            <a:endParaRPr sz="3200" b="1" spc="-10">
              <a:latin typeface="Arial"/>
              <a:cs typeface="Arial"/>
            </a:endParaRPr>
          </a:p>
          <a:p>
            <a:pPr marL="354965" indent="-342265">
              <a:buChar char="•"/>
              <a:tabLst>
                <a:tab pos="354965" algn="l"/>
              </a:tabLst>
            </a:pPr>
            <a:endParaRPr lang="en-US" sz="3200" b="1" spc="-1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64540" y="170433"/>
            <a:ext cx="9872345" cy="696595"/>
          </a:xfrm>
          <a:prstGeom prst="rect">
            <a:avLst/>
          </a:prstGeom>
        </p:spPr>
        <p:txBody>
          <a:bodyPr vert="horz" wrap="square" lIns="0" tIns="12700" rIns="0" bIns="0" rtlCol="0" anchor="t">
            <a:spAutoFit/>
          </a:bodyPr>
          <a:lstStyle/>
          <a:p>
            <a:pPr marL="12700">
              <a:lnSpc>
                <a:spcPct val="100000"/>
              </a:lnSpc>
              <a:spcBef>
                <a:spcPts val="100"/>
              </a:spcBef>
            </a:pPr>
            <a:r>
              <a:rPr sz="4400" b="1">
                <a:solidFill>
                  <a:srgbClr val="000000"/>
                </a:solidFill>
                <a:latin typeface="Arial"/>
                <a:cs typeface="Arial"/>
              </a:rPr>
              <a:t>Assessment</a:t>
            </a:r>
            <a:r>
              <a:rPr sz="4400" b="1" spc="-105">
                <a:solidFill>
                  <a:srgbClr val="000000"/>
                </a:solidFill>
                <a:latin typeface="Arial"/>
                <a:cs typeface="Arial"/>
              </a:rPr>
              <a:t> </a:t>
            </a:r>
            <a:r>
              <a:rPr sz="4400" b="1">
                <a:solidFill>
                  <a:srgbClr val="000000"/>
                </a:solidFill>
                <a:latin typeface="Arial"/>
                <a:cs typeface="Arial"/>
              </a:rPr>
              <a:t>Overview</a:t>
            </a:r>
            <a:r>
              <a:rPr sz="4400" b="1" spc="-114">
                <a:solidFill>
                  <a:srgbClr val="000000"/>
                </a:solidFill>
                <a:latin typeface="Arial"/>
                <a:cs typeface="Arial"/>
              </a:rPr>
              <a:t> </a:t>
            </a:r>
            <a:r>
              <a:rPr sz="4400" b="1" spc="-10">
                <a:solidFill>
                  <a:srgbClr val="000000"/>
                </a:solidFill>
                <a:latin typeface="Arial"/>
                <a:cs typeface="Arial"/>
              </a:rPr>
              <a:t>(cont’d)</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25</a:t>
            </a:fld>
            <a:endParaRPr spc="-25"/>
          </a:p>
        </p:txBody>
      </p:sp>
      <p:pic>
        <p:nvPicPr>
          <p:cNvPr id="2" name="Picture 1" descr="A screenshot of a calendar&#10;&#10;AI-generated content may be incorrect.">
            <a:extLst>
              <a:ext uri="{FF2B5EF4-FFF2-40B4-BE49-F238E27FC236}">
                <a16:creationId xmlns:a16="http://schemas.microsoft.com/office/drawing/2014/main" id="{5827A05D-2A32-4AF2-1CA9-DD8E1C8EF82D}"/>
              </a:ext>
            </a:extLst>
          </p:cNvPr>
          <p:cNvPicPr>
            <a:picLocks noChangeAspect="1"/>
          </p:cNvPicPr>
          <p:nvPr/>
        </p:nvPicPr>
        <p:blipFill>
          <a:blip r:embed="rId2"/>
          <a:stretch>
            <a:fillRect/>
          </a:stretch>
        </p:blipFill>
        <p:spPr>
          <a:xfrm>
            <a:off x="679330" y="974845"/>
            <a:ext cx="10833340" cy="505927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916" y="170433"/>
            <a:ext cx="11631770" cy="1243930"/>
          </a:xfrm>
          <a:prstGeom prst="rect">
            <a:avLst/>
          </a:prstGeom>
        </p:spPr>
        <p:txBody>
          <a:bodyPr vert="horz" wrap="square" lIns="0" tIns="12700" rIns="0" bIns="0" rtlCol="0" anchor="t">
            <a:spAutoFit/>
          </a:bodyPr>
          <a:lstStyle/>
          <a:p>
            <a:pPr marL="12700">
              <a:spcBef>
                <a:spcPts val="100"/>
              </a:spcBef>
            </a:pPr>
            <a:r>
              <a:rPr sz="4000" b="1">
                <a:solidFill>
                  <a:srgbClr val="000000"/>
                </a:solidFill>
                <a:latin typeface="Arial"/>
                <a:cs typeface="Arial"/>
              </a:rPr>
              <a:t>Assessment</a:t>
            </a:r>
            <a:r>
              <a:rPr lang="en-US" sz="4000" b="1">
                <a:solidFill>
                  <a:srgbClr val="000000"/>
                </a:solidFill>
              </a:rPr>
              <a:t> – Individual Contributions and Peer Assessment </a:t>
            </a:r>
            <a:endParaRPr sz="40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26</a:t>
            </a:fld>
            <a:endParaRPr spc="-25"/>
          </a:p>
        </p:txBody>
      </p:sp>
      <p:sp>
        <p:nvSpPr>
          <p:cNvPr id="3" name="object 3"/>
          <p:cNvSpPr txBox="1"/>
          <p:nvPr/>
        </p:nvSpPr>
        <p:spPr>
          <a:xfrm>
            <a:off x="660532" y="1720349"/>
            <a:ext cx="10260516" cy="4117153"/>
          </a:xfrm>
          <a:prstGeom prst="rect">
            <a:avLst/>
          </a:prstGeom>
        </p:spPr>
        <p:txBody>
          <a:bodyPr vert="horz" wrap="square" lIns="0" tIns="13335" rIns="0" bIns="0" rtlCol="0" anchor="t">
            <a:spAutoFit/>
          </a:bodyPr>
          <a:lstStyle/>
          <a:p>
            <a:pPr marL="354965" indent="-342265" algn="l">
              <a:buChar char="•"/>
              <a:tabLst>
                <a:tab pos="354965" algn="l"/>
              </a:tabLst>
            </a:pPr>
            <a:r>
              <a:rPr lang="en-US" sz="2600" spc="-20">
                <a:solidFill>
                  <a:srgbClr val="000000"/>
                </a:solidFill>
                <a:latin typeface="Arial"/>
                <a:ea typeface="Roboto"/>
                <a:cs typeface="Arial"/>
              </a:rPr>
              <a:t>Fundamentals Primers (5%): Week 3 Lab Time (individual)</a:t>
            </a:r>
            <a:endParaRPr sz="2600">
              <a:latin typeface="Arial"/>
              <a:cs typeface="Arial"/>
            </a:endParaRPr>
          </a:p>
          <a:p>
            <a:pPr marL="354965" indent="-342265" algn="l">
              <a:spcBef>
                <a:spcPts val="105"/>
              </a:spcBef>
              <a:buFontTx/>
              <a:buChar char="•"/>
            </a:pPr>
            <a:endParaRPr lang="en-US" sz="2600" spc="-20">
              <a:solidFill>
                <a:srgbClr val="000000"/>
              </a:solidFill>
              <a:latin typeface="Arial"/>
              <a:ea typeface="Roboto"/>
              <a:cs typeface="Arial"/>
            </a:endParaRPr>
          </a:p>
          <a:p>
            <a:pPr marL="354965" indent="-342265" algn="l">
              <a:spcBef>
                <a:spcPts val="105"/>
              </a:spcBef>
              <a:buFontTx/>
              <a:buChar char="•"/>
            </a:pPr>
            <a:r>
              <a:rPr lang="en-US" sz="2600" spc="-20">
                <a:solidFill>
                  <a:srgbClr val="000000"/>
                </a:solidFill>
                <a:latin typeface="Arial"/>
                <a:ea typeface="Roboto"/>
                <a:cs typeface="Arial"/>
              </a:rPr>
              <a:t>Interim Peer Assessment - 1 (1%): Week 5 Sunday (individual)</a:t>
            </a:r>
            <a:endParaRPr lang="en-US" sz="2600">
              <a:solidFill>
                <a:srgbClr val="000000"/>
              </a:solidFill>
            </a:endParaRPr>
          </a:p>
          <a:p>
            <a:pPr marL="354965" indent="-342265" algn="l">
              <a:spcBef>
                <a:spcPts val="105"/>
              </a:spcBef>
              <a:buFontTx/>
              <a:buChar char="•"/>
            </a:pPr>
            <a:endParaRPr lang="en-US" sz="2600" spc="-20">
              <a:solidFill>
                <a:srgbClr val="000000"/>
              </a:solidFill>
              <a:latin typeface="Arial"/>
              <a:ea typeface="Roboto"/>
              <a:cs typeface="Arial"/>
            </a:endParaRPr>
          </a:p>
          <a:p>
            <a:pPr marL="354965" indent="-342265" algn="l">
              <a:spcBef>
                <a:spcPts val="105"/>
              </a:spcBef>
              <a:buFontTx/>
              <a:buChar char="•"/>
            </a:pPr>
            <a:r>
              <a:rPr lang="en-US" sz="2600" spc="-20">
                <a:solidFill>
                  <a:srgbClr val="000000"/>
                </a:solidFill>
                <a:latin typeface="Arial"/>
                <a:ea typeface="Roboto"/>
                <a:cs typeface="Arial"/>
              </a:rPr>
              <a:t>Interim Peer Assessment - 2 (1%): Week 8 Sunday (individual)</a:t>
            </a:r>
          </a:p>
          <a:p>
            <a:pPr marL="354965" indent="-342265" algn="l">
              <a:spcBef>
                <a:spcPts val="105"/>
              </a:spcBef>
              <a:buFontTx/>
              <a:buChar char="•"/>
            </a:pPr>
            <a:endParaRPr lang="en-US" sz="2600" spc="-20">
              <a:solidFill>
                <a:srgbClr val="000000"/>
              </a:solidFill>
              <a:latin typeface="Arial"/>
              <a:ea typeface="Roboto"/>
              <a:cs typeface="Arial"/>
            </a:endParaRPr>
          </a:p>
          <a:p>
            <a:pPr marL="354965" indent="-342265" algn="l">
              <a:spcBef>
                <a:spcPts val="105"/>
              </a:spcBef>
              <a:buFontTx/>
              <a:buChar char="•"/>
            </a:pPr>
            <a:r>
              <a:rPr lang="en-US" sz="2600" spc="-20">
                <a:solidFill>
                  <a:srgbClr val="000000"/>
                </a:solidFill>
                <a:latin typeface="Arial"/>
                <a:ea typeface="Roboto"/>
                <a:cs typeface="Arial"/>
              </a:rPr>
              <a:t>Teamwork and Collaboration Assessment (5%): Week </a:t>
            </a:r>
            <a:r>
              <a:rPr lang="en-US" sz="2600" spc="-20">
                <a:latin typeface="Arial"/>
                <a:cs typeface="Arial"/>
              </a:rPr>
              <a:t>9 Lab Time (individual)</a:t>
            </a:r>
            <a:endParaRPr sz="2600"/>
          </a:p>
          <a:p>
            <a:pPr marL="354965" indent="-342265" algn="l">
              <a:spcBef>
                <a:spcPts val="105"/>
              </a:spcBef>
              <a:buFontTx/>
              <a:buChar char="•"/>
            </a:pPr>
            <a:endParaRPr lang="en-US" sz="2600" spc="-20">
              <a:latin typeface="Arial"/>
              <a:cs typeface="Arial"/>
            </a:endParaRPr>
          </a:p>
          <a:p>
            <a:pPr marL="354965" indent="-342265" algn="l">
              <a:spcBef>
                <a:spcPts val="105"/>
              </a:spcBef>
              <a:buFontTx/>
              <a:buChar char="•"/>
            </a:pPr>
            <a:r>
              <a:rPr lang="en-US" sz="2600" spc="-20">
                <a:latin typeface="Arial"/>
                <a:cs typeface="Arial"/>
              </a:rPr>
              <a:t>Final Peer Assessment (8%): Week 10 Sunday (individual)</a:t>
            </a:r>
            <a:endParaRPr sz="2600"/>
          </a:p>
        </p:txBody>
      </p:sp>
    </p:spTree>
    <p:extLst>
      <p:ext uri="{BB962C8B-B14F-4D97-AF65-F5344CB8AC3E}">
        <p14:creationId xmlns:p14="http://schemas.microsoft.com/office/powerpoint/2010/main" val="34531364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AB2D2-61FA-3780-8CF4-54E0D283A3E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B9B8E32-BA87-8B27-405D-79EF6CAB8685}"/>
              </a:ext>
            </a:extLst>
          </p:cNvPr>
          <p:cNvSpPr txBox="1">
            <a:spLocks noGrp="1"/>
          </p:cNvSpPr>
          <p:nvPr>
            <p:ph type="title"/>
          </p:nvPr>
        </p:nvSpPr>
        <p:spPr>
          <a:xfrm>
            <a:off x="335916" y="170433"/>
            <a:ext cx="11631770" cy="628377"/>
          </a:xfrm>
          <a:prstGeom prst="rect">
            <a:avLst/>
          </a:prstGeom>
        </p:spPr>
        <p:txBody>
          <a:bodyPr vert="horz" wrap="square" lIns="0" tIns="12700" rIns="0" bIns="0" rtlCol="0" anchor="t">
            <a:spAutoFit/>
          </a:bodyPr>
          <a:lstStyle/>
          <a:p>
            <a:pPr marL="12700">
              <a:spcBef>
                <a:spcPts val="100"/>
              </a:spcBef>
            </a:pPr>
            <a:r>
              <a:rPr sz="4000" b="1">
                <a:solidFill>
                  <a:srgbClr val="000000"/>
                </a:solidFill>
                <a:latin typeface="Arial"/>
                <a:cs typeface="Arial"/>
              </a:rPr>
              <a:t>Assessment</a:t>
            </a:r>
            <a:r>
              <a:rPr lang="en-US" sz="4000" b="1">
                <a:solidFill>
                  <a:srgbClr val="000000"/>
                </a:solidFill>
              </a:rPr>
              <a:t> – Final Peer Assessment </a:t>
            </a:r>
            <a:endParaRPr sz="4000">
              <a:latin typeface="Arial"/>
              <a:cs typeface="Arial"/>
            </a:endParaRPr>
          </a:p>
        </p:txBody>
      </p:sp>
      <p:sp>
        <p:nvSpPr>
          <p:cNvPr id="4" name="object 4">
            <a:extLst>
              <a:ext uri="{FF2B5EF4-FFF2-40B4-BE49-F238E27FC236}">
                <a16:creationId xmlns:a16="http://schemas.microsoft.com/office/drawing/2014/main" id="{BF5838CC-3562-C9E9-FA35-47A212D42CD4}"/>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27</a:t>
            </a:fld>
            <a:endParaRPr spc="-25"/>
          </a:p>
        </p:txBody>
      </p:sp>
      <p:sp>
        <p:nvSpPr>
          <p:cNvPr id="7" name="TextBox 6">
            <a:extLst>
              <a:ext uri="{FF2B5EF4-FFF2-40B4-BE49-F238E27FC236}">
                <a16:creationId xmlns:a16="http://schemas.microsoft.com/office/drawing/2014/main" id="{8E92C60C-B5BC-BBCA-4177-9BE1F1F7AAA4}"/>
              </a:ext>
            </a:extLst>
          </p:cNvPr>
          <p:cNvSpPr txBox="1"/>
          <p:nvPr/>
        </p:nvSpPr>
        <p:spPr>
          <a:xfrm>
            <a:off x="277318" y="2001187"/>
            <a:ext cx="1162487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333333"/>
                </a:solidFill>
                <a:latin typeface="Arial"/>
                <a:cs typeface="Arial"/>
              </a:rPr>
              <a:t>Detailed Assessment Description</a:t>
            </a:r>
          </a:p>
          <a:p>
            <a:endParaRPr lang="en-US" sz="2000">
              <a:solidFill>
                <a:srgbClr val="333333"/>
              </a:solidFill>
              <a:latin typeface="Roboto"/>
              <a:ea typeface="Roboto"/>
              <a:cs typeface="Roboto"/>
            </a:endParaRPr>
          </a:p>
          <a:p>
            <a:pPr marL="342900" indent="-342900">
              <a:buFont typeface="Arial"/>
              <a:buChar char="•"/>
            </a:pPr>
            <a:r>
              <a:rPr lang="en-US" sz="2000">
                <a:solidFill>
                  <a:srgbClr val="333333"/>
                </a:solidFill>
                <a:latin typeface="Roboto"/>
                <a:ea typeface="Roboto"/>
                <a:cs typeface="Roboto"/>
              </a:rPr>
              <a:t>Note: this assessment will take into consideration</a:t>
            </a:r>
            <a:r>
              <a:rPr lang="en-US" sz="2000" b="1">
                <a:solidFill>
                  <a:srgbClr val="333333"/>
                </a:solidFill>
                <a:latin typeface="Roboto"/>
                <a:ea typeface="Roboto"/>
                <a:cs typeface="Roboto"/>
              </a:rPr>
              <a:t> individual contributions</a:t>
            </a:r>
            <a:r>
              <a:rPr lang="en-US" sz="2000">
                <a:solidFill>
                  <a:srgbClr val="333333"/>
                </a:solidFill>
                <a:latin typeface="Roboto"/>
                <a:ea typeface="Roboto"/>
                <a:cs typeface="Roboto"/>
              </a:rPr>
              <a:t> through weekly informal oral presentation. </a:t>
            </a:r>
            <a:endParaRPr lang="en-US" sz="2000">
              <a:solidFill>
                <a:srgbClr val="000000"/>
              </a:solidFill>
            </a:endParaRPr>
          </a:p>
          <a:p>
            <a:pPr marL="342900" indent="-342900">
              <a:buFont typeface="Arial"/>
              <a:buChar char="•"/>
            </a:pPr>
            <a:endParaRPr lang="en-US" sz="2000">
              <a:solidFill>
                <a:srgbClr val="333333"/>
              </a:solidFill>
              <a:latin typeface="Roboto"/>
              <a:ea typeface="Roboto"/>
              <a:cs typeface="Roboto"/>
            </a:endParaRPr>
          </a:p>
          <a:p>
            <a:pPr marL="342900" indent="-342900">
              <a:buFont typeface="Arial"/>
              <a:buChar char="•"/>
            </a:pPr>
            <a:r>
              <a:rPr lang="en-US" sz="2000">
                <a:solidFill>
                  <a:srgbClr val="333333"/>
                </a:solidFill>
                <a:latin typeface="Roboto"/>
                <a:ea typeface="Roboto"/>
                <a:cs typeface="Roboto"/>
              </a:rPr>
              <a:t>Each group member will need to briefly </a:t>
            </a:r>
            <a:r>
              <a:rPr lang="en-US" sz="2000" b="1">
                <a:solidFill>
                  <a:srgbClr val="333333"/>
                </a:solidFill>
                <a:latin typeface="Roboto"/>
                <a:ea typeface="Roboto"/>
                <a:cs typeface="Roboto"/>
              </a:rPr>
              <a:t>discuss their technical contributions</a:t>
            </a:r>
            <a:r>
              <a:rPr lang="en-US" sz="2000">
                <a:solidFill>
                  <a:srgbClr val="333333"/>
                </a:solidFill>
                <a:latin typeface="Roboto"/>
                <a:ea typeface="Roboto"/>
                <a:cs typeface="Roboto"/>
              </a:rPr>
              <a:t> (e.g., design &amp; development activities) to their mentor/tutor who will </a:t>
            </a:r>
            <a:r>
              <a:rPr lang="en-US" sz="2000" b="1">
                <a:solidFill>
                  <a:srgbClr val="333333"/>
                </a:solidFill>
                <a:latin typeface="Roboto"/>
                <a:ea typeface="Roboto"/>
                <a:cs typeface="Roboto"/>
              </a:rPr>
              <a:t>record these </a:t>
            </a:r>
            <a:r>
              <a:rPr lang="en-US" sz="2000">
                <a:solidFill>
                  <a:srgbClr val="333333"/>
                </a:solidFill>
                <a:latin typeface="Roboto"/>
                <a:ea typeface="Roboto"/>
                <a:cs typeface="Roboto"/>
              </a:rPr>
              <a:t>during the lab consultation time and </a:t>
            </a:r>
            <a:r>
              <a:rPr lang="en-US" sz="2000" b="1">
                <a:solidFill>
                  <a:srgbClr val="333333"/>
                </a:solidFill>
                <a:latin typeface="Roboto"/>
                <a:ea typeface="Roboto"/>
                <a:cs typeface="Roboto"/>
              </a:rPr>
              <a:t>consider when assessing peer assessments</a:t>
            </a:r>
            <a:r>
              <a:rPr lang="en-US" sz="2000">
                <a:solidFill>
                  <a:srgbClr val="333333"/>
                </a:solidFill>
                <a:latin typeface="Roboto"/>
                <a:ea typeface="Roboto"/>
                <a:cs typeface="Roboto"/>
              </a:rPr>
              <a:t> besides other sources (e.g., </a:t>
            </a:r>
            <a:r>
              <a:rPr lang="en-US" sz="2000" err="1">
                <a:solidFill>
                  <a:srgbClr val="333333"/>
                </a:solidFill>
                <a:latin typeface="Roboto"/>
                <a:ea typeface="Roboto"/>
                <a:cs typeface="Roboto"/>
              </a:rPr>
              <a:t>Github</a:t>
            </a:r>
            <a:r>
              <a:rPr lang="en-US" sz="2000">
                <a:solidFill>
                  <a:srgbClr val="333333"/>
                </a:solidFill>
                <a:latin typeface="Roboto"/>
                <a:ea typeface="Roboto"/>
                <a:cs typeface="Roboto"/>
              </a:rPr>
              <a:t> contributions, </a:t>
            </a:r>
            <a:r>
              <a:rPr lang="en-US" sz="2000" err="1">
                <a:solidFill>
                  <a:srgbClr val="333333"/>
                </a:solidFill>
                <a:latin typeface="Roboto"/>
                <a:ea typeface="Roboto"/>
                <a:cs typeface="Roboto"/>
              </a:rPr>
              <a:t>jira</a:t>
            </a:r>
            <a:r>
              <a:rPr lang="en-US" sz="2000">
                <a:solidFill>
                  <a:srgbClr val="333333"/>
                </a:solidFill>
                <a:latin typeface="Roboto"/>
                <a:ea typeface="Roboto"/>
                <a:cs typeface="Roboto"/>
              </a:rPr>
              <a:t> sprints).       </a:t>
            </a:r>
            <a:endParaRPr lang="en-US" sz="2000"/>
          </a:p>
        </p:txBody>
      </p:sp>
    </p:spTree>
    <p:extLst>
      <p:ext uri="{BB962C8B-B14F-4D97-AF65-F5344CB8AC3E}">
        <p14:creationId xmlns:p14="http://schemas.microsoft.com/office/powerpoint/2010/main" val="39496318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916" y="170433"/>
            <a:ext cx="11631770" cy="628377"/>
          </a:xfrm>
          <a:prstGeom prst="rect">
            <a:avLst/>
          </a:prstGeom>
        </p:spPr>
        <p:txBody>
          <a:bodyPr vert="horz" wrap="square" lIns="0" tIns="12700" rIns="0" bIns="0" rtlCol="0" anchor="t">
            <a:spAutoFit/>
          </a:bodyPr>
          <a:lstStyle/>
          <a:p>
            <a:pPr marL="12700">
              <a:spcBef>
                <a:spcPts val="100"/>
              </a:spcBef>
            </a:pPr>
            <a:r>
              <a:rPr sz="4000" b="1">
                <a:solidFill>
                  <a:srgbClr val="000000"/>
                </a:solidFill>
                <a:latin typeface="Arial"/>
                <a:cs typeface="Arial"/>
              </a:rPr>
              <a:t>Assessment</a:t>
            </a:r>
            <a:r>
              <a:rPr lang="en-US" sz="4000" b="1">
                <a:solidFill>
                  <a:srgbClr val="000000"/>
                </a:solidFill>
              </a:rPr>
              <a:t> – Project Proposal</a:t>
            </a:r>
            <a:endParaRPr sz="40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28</a:t>
            </a:fld>
            <a:endParaRPr spc="-25"/>
          </a:p>
        </p:txBody>
      </p:sp>
      <p:sp>
        <p:nvSpPr>
          <p:cNvPr id="3" name="object 3"/>
          <p:cNvSpPr txBox="1"/>
          <p:nvPr/>
        </p:nvSpPr>
        <p:spPr>
          <a:xfrm>
            <a:off x="335981" y="1459837"/>
            <a:ext cx="11099346" cy="4014561"/>
          </a:xfrm>
          <a:prstGeom prst="rect">
            <a:avLst/>
          </a:prstGeom>
        </p:spPr>
        <p:txBody>
          <a:bodyPr vert="horz" wrap="square" lIns="0" tIns="13335" rIns="0" bIns="0" rtlCol="0" anchor="t">
            <a:spAutoFit/>
          </a:bodyPr>
          <a:lstStyle/>
          <a:p>
            <a:pPr marL="12700" algn="l">
              <a:tabLst>
                <a:tab pos="354965" algn="l"/>
              </a:tabLst>
            </a:pPr>
            <a:r>
              <a:rPr lang="en-US" sz="2600" b="1" spc="-20">
                <a:latin typeface="Arial"/>
                <a:ea typeface="Roboto"/>
                <a:cs typeface="Arial"/>
              </a:rPr>
              <a:t>Project Proposal (10%)</a:t>
            </a:r>
          </a:p>
          <a:p>
            <a:pPr marL="12700" algn="l">
              <a:tabLst>
                <a:tab pos="354965" algn="l"/>
              </a:tabLst>
            </a:pPr>
            <a:endParaRPr lang="en-US" sz="2600" b="1" spc="-20">
              <a:latin typeface="Arial"/>
              <a:ea typeface="Roboto"/>
              <a:cs typeface="Arial"/>
            </a:endParaRPr>
          </a:p>
          <a:p>
            <a:pPr marL="354965" indent="-342265" algn="l">
              <a:buChar char="•"/>
              <a:tabLst>
                <a:tab pos="354965" algn="l"/>
              </a:tabLst>
            </a:pPr>
            <a:r>
              <a:rPr lang="en-US" sz="2600" spc="-20">
                <a:latin typeface="Arial"/>
                <a:ea typeface="Roboto"/>
                <a:cs typeface="Arial"/>
              </a:rPr>
              <a:t>Proposal report inc. problem, scope, requirements, initial designs and architecture, development plan</a:t>
            </a:r>
          </a:p>
          <a:p>
            <a:pPr marL="354965" indent="-342265" algn="l">
              <a:buChar char="•"/>
              <a:tabLst>
                <a:tab pos="354965" algn="l"/>
              </a:tabLst>
            </a:pPr>
            <a:endParaRPr lang="en-US" sz="2600" spc="-20">
              <a:latin typeface="Arial"/>
              <a:ea typeface="Roboto"/>
              <a:cs typeface="Arial"/>
            </a:endParaRPr>
          </a:p>
          <a:p>
            <a:pPr marL="354965" indent="-342265" algn="l">
              <a:buChar char="•"/>
              <a:tabLst>
                <a:tab pos="354965" algn="l"/>
              </a:tabLst>
            </a:pPr>
            <a:r>
              <a:rPr lang="en-US" sz="2600" spc="-20">
                <a:latin typeface="Arial"/>
                <a:ea typeface="Roboto"/>
                <a:cs typeface="Arial"/>
              </a:rPr>
              <a:t>Group report due week 3  - submit via Moodle </a:t>
            </a:r>
            <a:endParaRPr lang="en-US" sz="2600"/>
          </a:p>
          <a:p>
            <a:pPr marL="354965" indent="-342265" algn="l">
              <a:buChar char="•"/>
              <a:tabLst>
                <a:tab pos="354965" algn="l"/>
              </a:tabLst>
            </a:pPr>
            <a:endParaRPr lang="en-US" sz="2600" spc="-20">
              <a:latin typeface="Arial"/>
              <a:ea typeface="Roboto"/>
              <a:cs typeface="Arial"/>
            </a:endParaRPr>
          </a:p>
          <a:p>
            <a:pPr marL="354965" indent="-342265" algn="l">
              <a:buChar char="•"/>
              <a:tabLst>
                <a:tab pos="354965" algn="l"/>
              </a:tabLst>
            </a:pPr>
            <a:r>
              <a:rPr lang="en-US" sz="2600" spc="-20">
                <a:latin typeface="Arial"/>
                <a:ea typeface="Roboto"/>
                <a:cs typeface="Arial"/>
              </a:rPr>
              <a:t>Discuss and review with client/product owner </a:t>
            </a:r>
          </a:p>
          <a:p>
            <a:pPr marL="354965" indent="-342265" algn="l">
              <a:buChar char="•"/>
              <a:tabLst>
                <a:tab pos="354965" algn="l"/>
              </a:tabLst>
            </a:pPr>
            <a:endParaRPr lang="en-US" sz="2600" spc="-20">
              <a:latin typeface="Arial"/>
              <a:ea typeface="Roboto"/>
              <a:cs typeface="Arial"/>
            </a:endParaRPr>
          </a:p>
          <a:p>
            <a:pPr marL="354965" indent="-342265">
              <a:buChar char="•"/>
              <a:tabLst>
                <a:tab pos="354965" algn="l"/>
              </a:tabLst>
            </a:pPr>
            <a:endParaRPr lang="en-US" sz="2600" b="1" spc="-10">
              <a:latin typeface="Arial"/>
              <a:ea typeface="Roboto"/>
              <a:cs typeface="Arial"/>
            </a:endParaRPr>
          </a:p>
        </p:txBody>
      </p:sp>
    </p:spTree>
    <p:extLst>
      <p:ext uri="{BB962C8B-B14F-4D97-AF65-F5344CB8AC3E}">
        <p14:creationId xmlns:p14="http://schemas.microsoft.com/office/powerpoint/2010/main" val="42869873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916" y="170433"/>
            <a:ext cx="11631770" cy="628377"/>
          </a:xfrm>
          <a:prstGeom prst="rect">
            <a:avLst/>
          </a:prstGeom>
        </p:spPr>
        <p:txBody>
          <a:bodyPr vert="horz" wrap="square" lIns="0" tIns="12700" rIns="0" bIns="0" rtlCol="0" anchor="t">
            <a:spAutoFit/>
          </a:bodyPr>
          <a:lstStyle/>
          <a:p>
            <a:pPr marL="12700">
              <a:spcBef>
                <a:spcPts val="100"/>
              </a:spcBef>
            </a:pPr>
            <a:r>
              <a:rPr sz="4000" b="1">
                <a:solidFill>
                  <a:srgbClr val="000000"/>
                </a:solidFill>
                <a:latin typeface="Arial"/>
                <a:cs typeface="Arial"/>
              </a:rPr>
              <a:t>Assessment</a:t>
            </a:r>
            <a:r>
              <a:rPr lang="en-US" sz="4000" b="1">
                <a:solidFill>
                  <a:srgbClr val="000000"/>
                </a:solidFill>
              </a:rPr>
              <a:t> – Progressive Check points </a:t>
            </a:r>
            <a:endParaRPr sz="40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29</a:t>
            </a:fld>
            <a:endParaRPr spc="-25"/>
          </a:p>
        </p:txBody>
      </p:sp>
      <p:sp>
        <p:nvSpPr>
          <p:cNvPr id="3" name="object 3"/>
          <p:cNvSpPr txBox="1"/>
          <p:nvPr/>
        </p:nvSpPr>
        <p:spPr>
          <a:xfrm>
            <a:off x="335981" y="1209806"/>
            <a:ext cx="11647033" cy="4445448"/>
          </a:xfrm>
          <a:prstGeom prst="rect">
            <a:avLst/>
          </a:prstGeom>
        </p:spPr>
        <p:txBody>
          <a:bodyPr vert="horz" wrap="square" lIns="0" tIns="13335" rIns="0" bIns="0" rtlCol="0" anchor="t">
            <a:spAutoFit/>
          </a:bodyPr>
          <a:lstStyle/>
          <a:p>
            <a:pPr marL="12700" algn="l">
              <a:tabLst>
                <a:tab pos="354965" algn="l"/>
              </a:tabLst>
            </a:pPr>
            <a:r>
              <a:rPr lang="en-US" sz="2600" b="1" spc="-20">
                <a:solidFill>
                  <a:srgbClr val="000000"/>
                </a:solidFill>
                <a:latin typeface="Arial"/>
                <a:ea typeface="Roboto"/>
                <a:cs typeface="Arial"/>
              </a:rPr>
              <a:t>Sprint Demonstrations </a:t>
            </a:r>
          </a:p>
          <a:p>
            <a:pPr marL="12700" algn="l">
              <a:tabLst>
                <a:tab pos="354965" algn="l"/>
              </a:tabLst>
            </a:pPr>
            <a:endParaRPr lang="en-US" sz="1400" b="1" spc="-20">
              <a:solidFill>
                <a:srgbClr val="000000"/>
              </a:solidFill>
              <a:latin typeface="Arial"/>
              <a:ea typeface="Roboto"/>
              <a:cs typeface="Arial"/>
            </a:endParaRPr>
          </a:p>
          <a:p>
            <a:pPr marL="354965" indent="-342265" algn="l">
              <a:buFont typeface="Arial"/>
              <a:buChar char="•"/>
              <a:tabLst>
                <a:tab pos="354965" algn="l"/>
              </a:tabLst>
            </a:pPr>
            <a:r>
              <a:rPr lang="en-US" sz="2600" spc="-20">
                <a:solidFill>
                  <a:srgbClr val="000000"/>
                </a:solidFill>
                <a:latin typeface="Arial"/>
                <a:ea typeface="Roboto"/>
                <a:cs typeface="Arial"/>
              </a:rPr>
              <a:t>Demonstrate working version of the implemented software</a:t>
            </a:r>
          </a:p>
          <a:p>
            <a:pPr marL="354965" indent="-342265" algn="l">
              <a:buFont typeface="Arial"/>
              <a:buChar char="•"/>
              <a:tabLst>
                <a:tab pos="354965" algn="l"/>
              </a:tabLst>
            </a:pPr>
            <a:r>
              <a:rPr lang="en-US" sz="2600" b="1" spc="-20">
                <a:solidFill>
                  <a:srgbClr val="000000"/>
                </a:solidFill>
                <a:latin typeface="Arial"/>
                <a:ea typeface="Roboto"/>
                <a:cs typeface="Arial"/>
              </a:rPr>
              <a:t>Demo A</a:t>
            </a:r>
            <a:r>
              <a:rPr lang="en-US" sz="2600" spc="-20">
                <a:solidFill>
                  <a:srgbClr val="000000"/>
                </a:solidFill>
                <a:latin typeface="Arial"/>
                <a:ea typeface="Roboto"/>
                <a:cs typeface="Arial"/>
              </a:rPr>
              <a:t> (5%): live demo during </a:t>
            </a:r>
            <a:r>
              <a:rPr lang="en-US" sz="2600" u="sng" spc="-20">
                <a:solidFill>
                  <a:srgbClr val="000000"/>
                </a:solidFill>
                <a:latin typeface="Arial"/>
                <a:ea typeface="Roboto"/>
                <a:cs typeface="Arial"/>
              </a:rPr>
              <a:t>week 5 lab </a:t>
            </a:r>
            <a:r>
              <a:rPr lang="en-US" sz="2600" spc="-20">
                <a:solidFill>
                  <a:srgbClr val="000000"/>
                </a:solidFill>
                <a:latin typeface="Arial"/>
                <a:ea typeface="Roboto"/>
                <a:cs typeface="Arial"/>
              </a:rPr>
              <a:t>and </a:t>
            </a:r>
            <a:r>
              <a:rPr lang="en-US" sz="2600" u="sng" spc="-20">
                <a:solidFill>
                  <a:srgbClr val="000000"/>
                </a:solidFill>
                <a:latin typeface="Arial"/>
                <a:ea typeface="Roboto"/>
                <a:cs typeface="Arial"/>
              </a:rPr>
              <a:t>client demo</a:t>
            </a:r>
            <a:r>
              <a:rPr lang="en-US" sz="2600" spc="-20">
                <a:solidFill>
                  <a:srgbClr val="000000"/>
                </a:solidFill>
                <a:latin typeface="Arial"/>
                <a:ea typeface="Roboto"/>
                <a:cs typeface="Arial"/>
              </a:rPr>
              <a:t>.</a:t>
            </a:r>
            <a:endParaRPr lang="en-US" sz="2600"/>
          </a:p>
          <a:p>
            <a:pPr marL="354965" indent="-342265" algn="l">
              <a:buFont typeface="Arial, Arial_EmbeddedFont, Arial_MSFontService, Arial_MSFontService, Roboto, Sans-Serif"/>
              <a:buChar char="•"/>
              <a:tabLst>
                <a:tab pos="354965" algn="l"/>
              </a:tabLst>
            </a:pPr>
            <a:r>
              <a:rPr lang="en-US" sz="2600" b="1" spc="-20">
                <a:latin typeface="Arial"/>
                <a:ea typeface="Roboto"/>
                <a:cs typeface="Arial"/>
              </a:rPr>
              <a:t>Demo B </a:t>
            </a:r>
            <a:r>
              <a:rPr lang="en-US" sz="2600" spc="-20">
                <a:latin typeface="Arial"/>
                <a:ea typeface="Roboto"/>
                <a:cs typeface="Arial"/>
              </a:rPr>
              <a:t>(5%): live demo during </a:t>
            </a:r>
            <a:r>
              <a:rPr lang="en-US" sz="2600" u="sng" spc="-20">
                <a:latin typeface="Arial"/>
                <a:ea typeface="Roboto"/>
                <a:cs typeface="Arial"/>
              </a:rPr>
              <a:t>week 8 lab</a:t>
            </a:r>
            <a:r>
              <a:rPr lang="en-US" sz="2600" spc="-20">
                <a:latin typeface="Arial"/>
                <a:ea typeface="Roboto"/>
                <a:cs typeface="Arial"/>
              </a:rPr>
              <a:t> and </a:t>
            </a:r>
            <a:r>
              <a:rPr lang="en-US" sz="2600" u="sng" spc="-20">
                <a:latin typeface="Arial"/>
                <a:ea typeface="Roboto"/>
                <a:cs typeface="Arial"/>
              </a:rPr>
              <a:t>client demo</a:t>
            </a:r>
            <a:r>
              <a:rPr lang="en-US" sz="2600" spc="-20">
                <a:latin typeface="Arial"/>
                <a:ea typeface="Roboto"/>
                <a:cs typeface="Arial"/>
              </a:rPr>
              <a:t>.</a:t>
            </a:r>
          </a:p>
          <a:p>
            <a:pPr marL="354965" indent="-342265" algn="l">
              <a:buFont typeface="Arial"/>
              <a:buChar char="•"/>
              <a:tabLst>
                <a:tab pos="354965" algn="l"/>
              </a:tabLst>
            </a:pPr>
            <a:r>
              <a:rPr lang="en-US" sz="2600" spc="-20">
                <a:latin typeface="Arial"/>
                <a:ea typeface="Roboto"/>
                <a:cs typeface="Arial"/>
              </a:rPr>
              <a:t>Group work submit through Moodle (recording)</a:t>
            </a:r>
          </a:p>
          <a:p>
            <a:pPr marL="354965" indent="-342265" algn="l">
              <a:buFont typeface="Arial"/>
              <a:buChar char="•"/>
              <a:tabLst>
                <a:tab pos="354965" algn="l"/>
              </a:tabLst>
            </a:pPr>
            <a:endParaRPr lang="en-US" sz="2600" spc="-20">
              <a:latin typeface="Arial"/>
              <a:ea typeface="Roboto"/>
              <a:cs typeface="Arial"/>
            </a:endParaRPr>
          </a:p>
          <a:p>
            <a:pPr marL="12700" algn="l">
              <a:tabLst>
                <a:tab pos="354965" algn="l"/>
              </a:tabLst>
            </a:pPr>
            <a:r>
              <a:rPr lang="en-US" sz="2600" b="1" spc="-20">
                <a:latin typeface="Arial"/>
                <a:ea typeface="Roboto"/>
                <a:cs typeface="Arial"/>
              </a:rPr>
              <a:t>Sprint Retrospectives </a:t>
            </a:r>
          </a:p>
          <a:p>
            <a:pPr marL="12700" algn="l">
              <a:tabLst>
                <a:tab pos="354965" algn="l"/>
              </a:tabLst>
            </a:pPr>
            <a:endParaRPr lang="en-US" sz="1400" b="1" spc="-20">
              <a:latin typeface="Arial"/>
              <a:ea typeface="Roboto"/>
              <a:cs typeface="Arial"/>
            </a:endParaRPr>
          </a:p>
          <a:p>
            <a:pPr marL="354965" indent="-342265" algn="l">
              <a:buFont typeface="Arial"/>
              <a:buChar char="•"/>
              <a:tabLst>
                <a:tab pos="354965" algn="l"/>
              </a:tabLst>
            </a:pPr>
            <a:r>
              <a:rPr lang="en-US" sz="2600" b="1" spc="-20">
                <a:latin typeface="Arial"/>
                <a:ea typeface="Roboto"/>
                <a:cs typeface="Arial"/>
              </a:rPr>
              <a:t>Retro A</a:t>
            </a:r>
            <a:r>
              <a:rPr lang="en-US" sz="2600" spc="-20">
                <a:latin typeface="Arial"/>
                <a:ea typeface="Roboto"/>
                <a:cs typeface="Arial"/>
              </a:rPr>
              <a:t> (2.5%): team review of group processes due by week 5 </a:t>
            </a:r>
          </a:p>
          <a:p>
            <a:pPr marL="354965" indent="-342265" algn="l">
              <a:buFont typeface="Arial"/>
              <a:buChar char="•"/>
              <a:tabLst>
                <a:tab pos="354965" algn="l"/>
              </a:tabLst>
            </a:pPr>
            <a:r>
              <a:rPr lang="en-US" sz="2600" b="1" spc="-20">
                <a:latin typeface="Arial"/>
                <a:ea typeface="Roboto"/>
                <a:cs typeface="Arial"/>
              </a:rPr>
              <a:t>Retro B</a:t>
            </a:r>
            <a:r>
              <a:rPr lang="en-US" sz="2600" spc="-20">
                <a:latin typeface="Arial"/>
                <a:ea typeface="Roboto"/>
                <a:cs typeface="Arial"/>
              </a:rPr>
              <a:t> (2.5%): team review of group processes due by week 8</a:t>
            </a:r>
          </a:p>
          <a:p>
            <a:pPr marL="354965" indent="-342265" algn="l">
              <a:buFont typeface="Arial"/>
              <a:buChar char="•"/>
              <a:tabLst>
                <a:tab pos="354965" algn="l"/>
              </a:tabLst>
            </a:pPr>
            <a:r>
              <a:rPr lang="en-US" sz="2600" spc="-20">
                <a:latin typeface="Arial"/>
                <a:ea typeface="Roboto"/>
                <a:cs typeface="Arial"/>
              </a:rPr>
              <a:t>Group work, submit reports via Moodle</a:t>
            </a:r>
          </a:p>
        </p:txBody>
      </p:sp>
    </p:spTree>
    <p:extLst>
      <p:ext uri="{BB962C8B-B14F-4D97-AF65-F5344CB8AC3E}">
        <p14:creationId xmlns:p14="http://schemas.microsoft.com/office/powerpoint/2010/main" val="24277204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D307F-6A38-F5C4-65F4-8E9D9EBBD13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6B77BD7-0531-CD60-7054-4952358D68AB}"/>
              </a:ext>
            </a:extLst>
          </p:cNvPr>
          <p:cNvSpPr txBox="1">
            <a:spLocks noGrp="1"/>
          </p:cNvSpPr>
          <p:nvPr>
            <p:ph type="title"/>
          </p:nvPr>
        </p:nvSpPr>
        <p:spPr>
          <a:xfrm>
            <a:off x="335916" y="170433"/>
            <a:ext cx="11631770" cy="628377"/>
          </a:xfrm>
          <a:prstGeom prst="rect">
            <a:avLst/>
          </a:prstGeom>
        </p:spPr>
        <p:txBody>
          <a:bodyPr vert="horz" wrap="square" lIns="0" tIns="12700" rIns="0" bIns="0" rtlCol="0" anchor="t">
            <a:spAutoFit/>
          </a:bodyPr>
          <a:lstStyle/>
          <a:p>
            <a:pPr marL="12700">
              <a:spcBef>
                <a:spcPts val="100"/>
              </a:spcBef>
            </a:pPr>
            <a:r>
              <a:rPr sz="4000" b="1">
                <a:solidFill>
                  <a:srgbClr val="000000"/>
                </a:solidFill>
                <a:latin typeface="Arial"/>
                <a:cs typeface="Arial"/>
              </a:rPr>
              <a:t>Assessment</a:t>
            </a:r>
            <a:r>
              <a:rPr lang="en-US" sz="4000" b="1">
                <a:solidFill>
                  <a:srgbClr val="000000"/>
                </a:solidFill>
              </a:rPr>
              <a:t> – Progressive Check points </a:t>
            </a:r>
            <a:endParaRPr sz="4000">
              <a:latin typeface="Arial"/>
              <a:cs typeface="Arial"/>
            </a:endParaRPr>
          </a:p>
        </p:txBody>
      </p:sp>
      <p:sp>
        <p:nvSpPr>
          <p:cNvPr id="4" name="object 4">
            <a:extLst>
              <a:ext uri="{FF2B5EF4-FFF2-40B4-BE49-F238E27FC236}">
                <a16:creationId xmlns:a16="http://schemas.microsoft.com/office/drawing/2014/main" id="{06F12365-5990-FF9D-49CD-30A34D3B60AB}"/>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30</a:t>
            </a:fld>
            <a:endParaRPr spc="-25"/>
          </a:p>
        </p:txBody>
      </p:sp>
      <p:sp>
        <p:nvSpPr>
          <p:cNvPr id="3" name="object 3">
            <a:extLst>
              <a:ext uri="{FF2B5EF4-FFF2-40B4-BE49-F238E27FC236}">
                <a16:creationId xmlns:a16="http://schemas.microsoft.com/office/drawing/2014/main" id="{A5572952-2340-B9D6-92A5-80F0C4C6BC85}"/>
              </a:ext>
            </a:extLst>
          </p:cNvPr>
          <p:cNvSpPr txBox="1"/>
          <p:nvPr/>
        </p:nvSpPr>
        <p:spPr>
          <a:xfrm>
            <a:off x="335981" y="1209806"/>
            <a:ext cx="11647033" cy="2875787"/>
          </a:xfrm>
          <a:prstGeom prst="rect">
            <a:avLst/>
          </a:prstGeom>
        </p:spPr>
        <p:txBody>
          <a:bodyPr vert="horz" wrap="square" lIns="0" tIns="13335" rIns="0" bIns="0" rtlCol="0" anchor="t">
            <a:spAutoFit/>
          </a:bodyPr>
          <a:lstStyle/>
          <a:p>
            <a:pPr marL="12700" algn="l">
              <a:tabLst>
                <a:tab pos="354965" algn="l"/>
              </a:tabLst>
            </a:pPr>
            <a:endParaRPr lang="en-US" sz="2000" b="1" spc="-20">
              <a:solidFill>
                <a:srgbClr val="000000"/>
              </a:solidFill>
              <a:latin typeface="Arial"/>
              <a:ea typeface="Roboto"/>
              <a:cs typeface="Arial"/>
            </a:endParaRPr>
          </a:p>
          <a:p>
            <a:pPr marL="12700" algn="l">
              <a:tabLst>
                <a:tab pos="354965" algn="l"/>
              </a:tabLst>
            </a:pPr>
            <a:r>
              <a:rPr lang="en-US" sz="2000" b="1" spc="-20">
                <a:solidFill>
                  <a:srgbClr val="000000"/>
                </a:solidFill>
                <a:latin typeface="Arial"/>
                <a:ea typeface="Roboto"/>
                <a:cs typeface="Arial"/>
              </a:rPr>
              <a:t>Detailed Assessment Description</a:t>
            </a:r>
            <a:endParaRPr lang="en-US" sz="2000"/>
          </a:p>
          <a:p>
            <a:pPr marL="12700" algn="l">
              <a:tabLst>
                <a:tab pos="354965" algn="l"/>
              </a:tabLst>
            </a:pPr>
            <a:endParaRPr lang="en-US" sz="2000" b="1" spc="-20">
              <a:solidFill>
                <a:srgbClr val="000000"/>
              </a:solidFill>
              <a:latin typeface="Arial"/>
              <a:ea typeface="Roboto"/>
              <a:cs typeface="Arial"/>
            </a:endParaRPr>
          </a:p>
          <a:p>
            <a:pPr marL="298450" indent="-285750" algn="l">
              <a:buFont typeface="Arial"/>
              <a:buChar char="•"/>
              <a:tabLst>
                <a:tab pos="354965" algn="l"/>
              </a:tabLst>
            </a:pPr>
            <a:r>
              <a:rPr lang="en-US" sz="2000" spc="-20">
                <a:solidFill>
                  <a:srgbClr val="000000"/>
                </a:solidFill>
                <a:latin typeface="Arial"/>
                <a:ea typeface="Roboto"/>
                <a:cs typeface="Arial"/>
              </a:rPr>
              <a:t>Each group should </a:t>
            </a:r>
            <a:r>
              <a:rPr lang="en-US" sz="2000" b="1" spc="-20">
                <a:solidFill>
                  <a:srgbClr val="000000"/>
                </a:solidFill>
                <a:latin typeface="Arial"/>
                <a:ea typeface="Roboto"/>
                <a:cs typeface="Arial"/>
              </a:rPr>
              <a:t>demo the completed work by these checkpoints to their stakeholder (client)</a:t>
            </a:r>
            <a:r>
              <a:rPr lang="en-US" sz="2000" spc="-20">
                <a:solidFill>
                  <a:srgbClr val="000000"/>
                </a:solidFill>
                <a:latin typeface="Arial"/>
                <a:ea typeface="Roboto"/>
                <a:cs typeface="Arial"/>
              </a:rPr>
              <a:t> and collect and document feedback for future changes/improvements. </a:t>
            </a:r>
            <a:endParaRPr lang="en-US" sz="2000">
              <a:solidFill>
                <a:srgbClr val="000000"/>
              </a:solidFill>
            </a:endParaRPr>
          </a:p>
          <a:p>
            <a:pPr marL="298450" indent="-285750" algn="l">
              <a:buFont typeface="Arial"/>
              <a:buChar char="•"/>
              <a:tabLst>
                <a:tab pos="354965" algn="l"/>
              </a:tabLst>
            </a:pPr>
            <a:endParaRPr lang="en-US" sz="2000" spc="-20">
              <a:solidFill>
                <a:srgbClr val="000000"/>
              </a:solidFill>
              <a:latin typeface="Arial"/>
              <a:ea typeface="Roboto"/>
              <a:cs typeface="Arial"/>
            </a:endParaRPr>
          </a:p>
          <a:p>
            <a:pPr marL="298450" indent="-285750" algn="l">
              <a:buFont typeface="Arial"/>
              <a:buChar char="•"/>
              <a:tabLst>
                <a:tab pos="354965" algn="l"/>
              </a:tabLst>
            </a:pPr>
            <a:r>
              <a:rPr lang="en-US" sz="2000" spc="-20">
                <a:solidFill>
                  <a:srgbClr val="000000"/>
                </a:solidFill>
                <a:latin typeface="Arial"/>
                <a:ea typeface="Roboto"/>
                <a:cs typeface="Arial"/>
              </a:rPr>
              <a:t>The </a:t>
            </a:r>
            <a:r>
              <a:rPr lang="en-US" sz="2000" b="1" spc="-20">
                <a:solidFill>
                  <a:srgbClr val="000000"/>
                </a:solidFill>
                <a:latin typeface="Arial"/>
                <a:ea typeface="Roboto"/>
                <a:cs typeface="Arial"/>
              </a:rPr>
              <a:t>client feedback </a:t>
            </a:r>
            <a:r>
              <a:rPr lang="en-US" sz="2000" spc="-20">
                <a:solidFill>
                  <a:srgbClr val="000000"/>
                </a:solidFill>
                <a:latin typeface="Arial"/>
                <a:ea typeface="Roboto"/>
                <a:cs typeface="Arial"/>
              </a:rPr>
              <a:t>(e.g., request for changes or improvements) should be addressed in by the group in the subsequent Sprints and documented and communicated with your client and tutor.</a:t>
            </a:r>
            <a:endParaRPr lang="en-US" sz="2000"/>
          </a:p>
          <a:p>
            <a:pPr marL="12700" algn="l">
              <a:tabLst>
                <a:tab pos="354965" algn="l"/>
              </a:tabLst>
            </a:pPr>
            <a:endParaRPr lang="en-US" sz="2600" b="1" spc="-20">
              <a:latin typeface="Arial"/>
              <a:ea typeface="Roboto"/>
              <a:cs typeface="Arial"/>
            </a:endParaRPr>
          </a:p>
        </p:txBody>
      </p:sp>
    </p:spTree>
    <p:extLst>
      <p:ext uri="{BB962C8B-B14F-4D97-AF65-F5344CB8AC3E}">
        <p14:creationId xmlns:p14="http://schemas.microsoft.com/office/powerpoint/2010/main" val="30080069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916" y="170433"/>
            <a:ext cx="11631770" cy="628377"/>
          </a:xfrm>
          <a:prstGeom prst="rect">
            <a:avLst/>
          </a:prstGeom>
        </p:spPr>
        <p:txBody>
          <a:bodyPr vert="horz" wrap="square" lIns="0" tIns="12700" rIns="0" bIns="0" rtlCol="0" anchor="t">
            <a:spAutoFit/>
          </a:bodyPr>
          <a:lstStyle/>
          <a:p>
            <a:pPr marL="12700">
              <a:spcBef>
                <a:spcPts val="100"/>
              </a:spcBef>
            </a:pPr>
            <a:r>
              <a:rPr sz="4000" b="1">
                <a:solidFill>
                  <a:srgbClr val="000000"/>
                </a:solidFill>
                <a:latin typeface="Arial"/>
                <a:cs typeface="Arial"/>
              </a:rPr>
              <a:t>Assessment</a:t>
            </a:r>
            <a:r>
              <a:rPr lang="en-US" sz="4000" b="1">
                <a:solidFill>
                  <a:srgbClr val="000000"/>
                </a:solidFill>
              </a:rPr>
              <a:t> – Final Assessments </a:t>
            </a:r>
            <a:endParaRPr sz="40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31</a:t>
            </a:fld>
            <a:endParaRPr spc="-25"/>
          </a:p>
        </p:txBody>
      </p:sp>
      <p:sp>
        <p:nvSpPr>
          <p:cNvPr id="3" name="object 3"/>
          <p:cNvSpPr txBox="1"/>
          <p:nvPr/>
        </p:nvSpPr>
        <p:spPr>
          <a:xfrm>
            <a:off x="335981" y="1209806"/>
            <a:ext cx="11647033" cy="4445448"/>
          </a:xfrm>
          <a:prstGeom prst="rect">
            <a:avLst/>
          </a:prstGeom>
        </p:spPr>
        <p:txBody>
          <a:bodyPr vert="horz" wrap="square" lIns="0" tIns="13335" rIns="0" bIns="0" rtlCol="0" anchor="t">
            <a:spAutoFit/>
          </a:bodyPr>
          <a:lstStyle/>
          <a:p>
            <a:pPr marL="12700" algn="l">
              <a:tabLst>
                <a:tab pos="354965" algn="l"/>
              </a:tabLst>
            </a:pPr>
            <a:r>
              <a:rPr lang="en-US" sz="2400" b="1" spc="-20">
                <a:solidFill>
                  <a:srgbClr val="000000"/>
                </a:solidFill>
                <a:latin typeface="Arial"/>
                <a:ea typeface="Roboto"/>
                <a:cs typeface="Arial"/>
              </a:rPr>
              <a:t>Final Report (15%)</a:t>
            </a:r>
            <a:endParaRPr lang="en-US" sz="2400"/>
          </a:p>
          <a:p>
            <a:pPr marL="354965" indent="-342265" algn="l">
              <a:buChar char="•"/>
              <a:tabLst>
                <a:tab pos="354965" algn="l"/>
              </a:tabLst>
            </a:pPr>
            <a:r>
              <a:rPr lang="en-US" sz="2400" spc="-20">
                <a:solidFill>
                  <a:srgbClr val="000000"/>
                </a:solidFill>
                <a:latin typeface="Arial"/>
                <a:ea typeface="Roboto"/>
                <a:cs typeface="Arial"/>
              </a:rPr>
              <a:t>Project report documentation (inc. requirements, design, implementation, deployment) </a:t>
            </a:r>
          </a:p>
          <a:p>
            <a:pPr marL="354965" indent="-342265" algn="l">
              <a:buChar char="•"/>
              <a:tabLst>
                <a:tab pos="354965" algn="l"/>
              </a:tabLst>
            </a:pPr>
            <a:r>
              <a:rPr lang="en-US" sz="2400" spc="-20">
                <a:solidFill>
                  <a:srgbClr val="000000"/>
                </a:solidFill>
                <a:latin typeface="Arial"/>
                <a:ea typeface="Roboto"/>
                <a:cs typeface="Arial"/>
              </a:rPr>
              <a:t>Group work due by week 10 – submit via Moodle</a:t>
            </a:r>
            <a:endParaRPr lang="en-US" sz="2400" spc="-20">
              <a:latin typeface="Arial"/>
              <a:ea typeface="Roboto"/>
              <a:cs typeface="Arial"/>
            </a:endParaRPr>
          </a:p>
          <a:p>
            <a:pPr marL="354965" indent="-342265" algn="l">
              <a:buFont typeface="Arial, Arial_EmbeddedFont, Arial_MSFontService, Arial_MSFontService, Roboto, Sans-Serif"/>
              <a:buChar char="•"/>
              <a:tabLst>
                <a:tab pos="354965" algn="l"/>
              </a:tabLst>
            </a:pPr>
            <a:endParaRPr lang="en-US" sz="2400" b="1" spc="-20">
              <a:latin typeface="Arial"/>
              <a:ea typeface="Roboto"/>
              <a:cs typeface="Arial"/>
            </a:endParaRPr>
          </a:p>
          <a:p>
            <a:pPr marL="12700" algn="l">
              <a:tabLst>
                <a:tab pos="354965" algn="l"/>
              </a:tabLst>
            </a:pPr>
            <a:r>
              <a:rPr lang="en-US" sz="2400" b="1" spc="-20">
                <a:latin typeface="Arial"/>
                <a:ea typeface="Roboto"/>
                <a:cs typeface="Arial"/>
              </a:rPr>
              <a:t>Software Quality Specifications (20%)</a:t>
            </a:r>
            <a:endParaRPr lang="en-US" sz="2400" b="1"/>
          </a:p>
          <a:p>
            <a:pPr marL="354965" indent="-342265" algn="l">
              <a:buChar char="•"/>
              <a:tabLst>
                <a:tab pos="354965" algn="l"/>
              </a:tabLst>
            </a:pPr>
            <a:r>
              <a:rPr lang="en-US" sz="2400" spc="-20">
                <a:latin typeface="Arial"/>
                <a:ea typeface="Roboto"/>
                <a:cs typeface="Arial"/>
              </a:rPr>
              <a:t>Quality of the system to be delivered (inc. completeness, system robustness, code quality practices, user interface design, and system deployment) </a:t>
            </a:r>
          </a:p>
          <a:p>
            <a:pPr marL="354965" indent="-342265" algn="l">
              <a:buChar char="•"/>
              <a:tabLst>
                <a:tab pos="354965" algn="l"/>
              </a:tabLst>
            </a:pPr>
            <a:r>
              <a:rPr lang="en-US" sz="2400" spc="-20">
                <a:latin typeface="Arial"/>
                <a:ea typeface="Roboto"/>
                <a:cs typeface="Arial"/>
              </a:rPr>
              <a:t>Group work report and code due by week 10 – submit via Moodle</a:t>
            </a:r>
          </a:p>
          <a:p>
            <a:pPr marL="12700" algn="l">
              <a:tabLst>
                <a:tab pos="354965" algn="l"/>
              </a:tabLst>
            </a:pPr>
            <a:endParaRPr lang="en-US" sz="2400" b="1" spc="-20">
              <a:latin typeface="Arial"/>
              <a:ea typeface="Roboto"/>
              <a:cs typeface="Arial"/>
            </a:endParaRPr>
          </a:p>
          <a:p>
            <a:pPr marL="12700" algn="l">
              <a:tabLst>
                <a:tab pos="354965" algn="l"/>
              </a:tabLst>
            </a:pPr>
            <a:r>
              <a:rPr lang="en-US" sz="2400" b="1" spc="-20">
                <a:latin typeface="Arial"/>
                <a:ea typeface="Roboto"/>
                <a:cs typeface="Arial"/>
              </a:rPr>
              <a:t>Final Demo (20%)</a:t>
            </a:r>
            <a:r>
              <a:rPr lang="en-US" sz="2400" spc="-20">
                <a:latin typeface="Arial"/>
                <a:ea typeface="Roboto"/>
                <a:cs typeface="Arial"/>
              </a:rPr>
              <a:t>: live demo and </a:t>
            </a:r>
            <a:r>
              <a:rPr lang="en-US" sz="2400" u="sng" spc="-20">
                <a:latin typeface="Arial"/>
                <a:ea typeface="Roboto"/>
                <a:cs typeface="Arial"/>
              </a:rPr>
              <a:t>client demo</a:t>
            </a:r>
            <a:r>
              <a:rPr lang="en-US" sz="2400" spc="-20">
                <a:latin typeface="Arial"/>
                <a:ea typeface="Roboto"/>
                <a:cs typeface="Arial"/>
              </a:rPr>
              <a:t> during week 10 lab </a:t>
            </a:r>
            <a:endParaRPr lang="en-US" sz="2400"/>
          </a:p>
          <a:p>
            <a:pPr marL="354965" indent="-342265" algn="l">
              <a:buFont typeface="Arial, Arial_EmbeddedFont, Arial_MSFontService, Arial_MSFontService, Roboto, Sans-Serif"/>
              <a:buChar char="•"/>
              <a:tabLst>
                <a:tab pos="354965" algn="l"/>
              </a:tabLst>
            </a:pPr>
            <a:r>
              <a:rPr lang="en-US" sz="2400" spc="-20">
                <a:latin typeface="Arial"/>
                <a:ea typeface="Roboto"/>
                <a:cs typeface="Arial"/>
              </a:rPr>
              <a:t>Group work all must attend and present, submit recording via Moodle</a:t>
            </a:r>
          </a:p>
        </p:txBody>
      </p:sp>
    </p:spTree>
    <p:extLst>
      <p:ext uri="{BB962C8B-B14F-4D97-AF65-F5344CB8AC3E}">
        <p14:creationId xmlns:p14="http://schemas.microsoft.com/office/powerpoint/2010/main" val="42860645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3C620-9709-5B7B-2361-98E83BACE35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112E93B-4592-21D6-6B35-406E6E5676F0}"/>
              </a:ext>
            </a:extLst>
          </p:cNvPr>
          <p:cNvSpPr txBox="1">
            <a:spLocks noGrp="1"/>
          </p:cNvSpPr>
          <p:nvPr>
            <p:ph type="title"/>
          </p:nvPr>
        </p:nvSpPr>
        <p:spPr>
          <a:xfrm>
            <a:off x="335916" y="170433"/>
            <a:ext cx="11631770" cy="628377"/>
          </a:xfrm>
          <a:prstGeom prst="rect">
            <a:avLst/>
          </a:prstGeom>
        </p:spPr>
        <p:txBody>
          <a:bodyPr vert="horz" wrap="square" lIns="0" tIns="12700" rIns="0" bIns="0" rtlCol="0" anchor="t">
            <a:spAutoFit/>
          </a:bodyPr>
          <a:lstStyle/>
          <a:p>
            <a:pPr marL="12700">
              <a:spcBef>
                <a:spcPts val="100"/>
              </a:spcBef>
            </a:pPr>
            <a:r>
              <a:rPr sz="4000" b="1">
                <a:solidFill>
                  <a:srgbClr val="000000"/>
                </a:solidFill>
                <a:latin typeface="Arial"/>
                <a:cs typeface="Arial"/>
              </a:rPr>
              <a:t>Assessment</a:t>
            </a:r>
            <a:r>
              <a:rPr lang="en-US" sz="4000" b="1">
                <a:solidFill>
                  <a:srgbClr val="000000"/>
                </a:solidFill>
              </a:rPr>
              <a:t> – Final Assessments </a:t>
            </a:r>
            <a:endParaRPr sz="4000">
              <a:latin typeface="Arial"/>
              <a:cs typeface="Arial"/>
            </a:endParaRPr>
          </a:p>
        </p:txBody>
      </p:sp>
      <p:sp>
        <p:nvSpPr>
          <p:cNvPr id="4" name="object 4">
            <a:extLst>
              <a:ext uri="{FF2B5EF4-FFF2-40B4-BE49-F238E27FC236}">
                <a16:creationId xmlns:a16="http://schemas.microsoft.com/office/drawing/2014/main" id="{7FF0440B-8F20-C0D3-0DBA-08A6F553612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32</a:t>
            </a:fld>
            <a:endParaRPr spc="-25"/>
          </a:p>
        </p:txBody>
      </p:sp>
      <p:sp>
        <p:nvSpPr>
          <p:cNvPr id="3" name="object 3">
            <a:extLst>
              <a:ext uri="{FF2B5EF4-FFF2-40B4-BE49-F238E27FC236}">
                <a16:creationId xmlns:a16="http://schemas.microsoft.com/office/drawing/2014/main" id="{1E075521-1023-6FD9-FCC7-09663049A074}"/>
              </a:ext>
            </a:extLst>
          </p:cNvPr>
          <p:cNvSpPr txBox="1"/>
          <p:nvPr/>
        </p:nvSpPr>
        <p:spPr>
          <a:xfrm>
            <a:off x="335981" y="1209806"/>
            <a:ext cx="11634542" cy="4745530"/>
          </a:xfrm>
          <a:prstGeom prst="rect">
            <a:avLst/>
          </a:prstGeom>
        </p:spPr>
        <p:txBody>
          <a:bodyPr vert="horz" wrap="square" lIns="0" tIns="13335" rIns="0" bIns="0" rtlCol="0" anchor="t">
            <a:spAutoFit/>
          </a:bodyPr>
          <a:lstStyle/>
          <a:p>
            <a:pPr algn="l">
              <a:tabLst>
                <a:tab pos="354965" algn="l"/>
              </a:tabLst>
            </a:pPr>
            <a:endParaRPr lang="en-US" sz="1400" b="1" spc="-20">
              <a:solidFill>
                <a:srgbClr val="333333"/>
              </a:solidFill>
            </a:endParaRPr>
          </a:p>
          <a:p>
            <a:pPr algn="l">
              <a:tabLst>
                <a:tab pos="354965" algn="l"/>
              </a:tabLst>
            </a:pPr>
            <a:r>
              <a:rPr lang="en-US" sz="2000" b="1" spc="-20">
                <a:solidFill>
                  <a:srgbClr val="333333"/>
                </a:solidFill>
              </a:rPr>
              <a:t>1. Final presentation/demo </a:t>
            </a:r>
            <a:endParaRPr lang="en-US" sz="3200">
              <a:solidFill>
                <a:srgbClr val="000000"/>
              </a:solidFill>
            </a:endParaRPr>
          </a:p>
          <a:p>
            <a:pPr algn="l">
              <a:tabLst>
                <a:tab pos="354965" algn="l"/>
              </a:tabLst>
            </a:pPr>
            <a:endParaRPr lang="en-US" sz="1200" b="1" spc="-20">
              <a:solidFill>
                <a:srgbClr val="333333"/>
              </a:solidFill>
            </a:endParaRPr>
          </a:p>
          <a:p>
            <a:pPr marL="342900" indent="-342900" algn="l">
              <a:buFont typeface="Arial"/>
              <a:buChar char="•"/>
              <a:tabLst>
                <a:tab pos="354965" algn="l"/>
              </a:tabLst>
            </a:pPr>
            <a:r>
              <a:rPr lang="en-US" sz="2000" b="1" u="sng" spc="-20">
                <a:solidFill>
                  <a:srgbClr val="333333"/>
                </a:solidFill>
              </a:rPr>
              <a:t>each student </a:t>
            </a:r>
            <a:r>
              <a:rPr lang="en-US" sz="2000" b="1" spc="-20">
                <a:solidFill>
                  <a:srgbClr val="333333"/>
                </a:solidFill>
              </a:rPr>
              <a:t>should be presenting the main technical work</a:t>
            </a:r>
            <a:r>
              <a:rPr lang="en-US" sz="2000" spc="-20">
                <a:solidFill>
                  <a:srgbClr val="333333"/>
                </a:solidFill>
              </a:rPr>
              <a:t> (user stories) they were responsible for. Each team should also </a:t>
            </a:r>
            <a:r>
              <a:rPr lang="en-US" sz="2000" b="1" spc="-20">
                <a:solidFill>
                  <a:srgbClr val="333333"/>
                </a:solidFill>
              </a:rPr>
              <a:t>demo </a:t>
            </a:r>
            <a:r>
              <a:rPr lang="en-US" sz="2000" spc="-20">
                <a:solidFill>
                  <a:srgbClr val="333333"/>
                </a:solidFill>
              </a:rPr>
              <a:t>their final software/application to their </a:t>
            </a:r>
            <a:r>
              <a:rPr lang="en-US" sz="2000" b="1" u="sng" spc="-20">
                <a:solidFill>
                  <a:srgbClr val="333333"/>
                </a:solidFill>
              </a:rPr>
              <a:t>client</a:t>
            </a:r>
            <a:r>
              <a:rPr lang="en-US" sz="2000" u="sng" spc="-20">
                <a:solidFill>
                  <a:srgbClr val="333333"/>
                </a:solidFill>
              </a:rPr>
              <a:t>.</a:t>
            </a:r>
            <a:r>
              <a:rPr lang="en-US" sz="2000" spc="-20">
                <a:solidFill>
                  <a:srgbClr val="333333"/>
                </a:solidFill>
              </a:rPr>
              <a:t> The clients will provide </a:t>
            </a:r>
            <a:r>
              <a:rPr lang="en-US" sz="2000" b="1" spc="-20">
                <a:solidFill>
                  <a:srgbClr val="333333"/>
                </a:solidFill>
              </a:rPr>
              <a:t>feedback</a:t>
            </a:r>
            <a:r>
              <a:rPr lang="en-US" sz="2000" spc="-20">
                <a:solidFill>
                  <a:srgbClr val="333333"/>
                </a:solidFill>
              </a:rPr>
              <a:t> on the software/application which will be taken into consideration by the tutor in the </a:t>
            </a:r>
            <a:r>
              <a:rPr lang="en-US" sz="2000" b="1" spc="-20">
                <a:solidFill>
                  <a:srgbClr val="333333"/>
                </a:solidFill>
              </a:rPr>
              <a:t>final demo/presentation assessment</a:t>
            </a:r>
            <a:r>
              <a:rPr lang="en-US" sz="2000" spc="-20">
                <a:solidFill>
                  <a:srgbClr val="333333"/>
                </a:solidFill>
              </a:rPr>
              <a:t>.   </a:t>
            </a:r>
            <a:endParaRPr lang="en-US" sz="3200"/>
          </a:p>
          <a:p>
            <a:pPr algn="l">
              <a:tabLst>
                <a:tab pos="354965" algn="l"/>
              </a:tabLst>
            </a:pPr>
            <a:endParaRPr lang="en-US" sz="1100" spc="-20">
              <a:solidFill>
                <a:srgbClr val="333333"/>
              </a:solidFill>
            </a:endParaRPr>
          </a:p>
          <a:p>
            <a:pPr algn="l">
              <a:tabLst>
                <a:tab pos="354965" algn="l"/>
              </a:tabLst>
            </a:pPr>
            <a:r>
              <a:rPr lang="en-US" sz="2000" b="1" spc="-20">
                <a:solidFill>
                  <a:srgbClr val="333333"/>
                </a:solidFill>
              </a:rPr>
              <a:t>2. Project report:</a:t>
            </a:r>
            <a:r>
              <a:rPr lang="en-US" sz="2000" spc="-20">
                <a:solidFill>
                  <a:srgbClr val="333333"/>
                </a:solidFill>
              </a:rPr>
              <a:t> </a:t>
            </a:r>
            <a:endParaRPr lang="en-US" sz="2000">
              <a:solidFill>
                <a:srgbClr val="333333"/>
              </a:solidFill>
            </a:endParaRPr>
          </a:p>
          <a:p>
            <a:pPr marL="342900" indent="-342900" algn="l">
              <a:buFont typeface="Arial"/>
              <a:buChar char="•"/>
              <a:tabLst>
                <a:tab pos="354965" algn="l"/>
              </a:tabLst>
            </a:pPr>
            <a:r>
              <a:rPr lang="en-US" sz="2000" u="sng" spc="-20">
                <a:solidFill>
                  <a:srgbClr val="333333"/>
                </a:solidFill>
              </a:rPr>
              <a:t>all team members</a:t>
            </a:r>
            <a:r>
              <a:rPr lang="en-US" sz="2000" spc="-20">
                <a:solidFill>
                  <a:srgbClr val="333333"/>
                </a:solidFill>
              </a:rPr>
              <a:t> should </a:t>
            </a:r>
            <a:r>
              <a:rPr lang="en-US" sz="2000" b="1" spc="-20">
                <a:solidFill>
                  <a:srgbClr val="333333"/>
                </a:solidFill>
              </a:rPr>
              <a:t>contribute and revise the document</a:t>
            </a:r>
            <a:r>
              <a:rPr lang="en-US" sz="2000" spc="-20">
                <a:solidFill>
                  <a:srgbClr val="333333"/>
                </a:solidFill>
              </a:rPr>
              <a:t> to ensure </a:t>
            </a:r>
            <a:r>
              <a:rPr lang="en-US" sz="2000" b="1" spc="-20">
                <a:solidFill>
                  <a:srgbClr val="333333"/>
                </a:solidFill>
              </a:rPr>
              <a:t>faire contributions </a:t>
            </a:r>
            <a:r>
              <a:rPr lang="en-US" sz="2000" spc="-20">
                <a:solidFill>
                  <a:srgbClr val="333333"/>
                </a:solidFill>
              </a:rPr>
              <a:t>and transparency among team members.</a:t>
            </a:r>
            <a:endParaRPr lang="en-US" sz="2000">
              <a:solidFill>
                <a:srgbClr val="333333"/>
              </a:solidFill>
            </a:endParaRPr>
          </a:p>
          <a:p>
            <a:pPr algn="l">
              <a:tabLst>
                <a:tab pos="354965" algn="l"/>
              </a:tabLst>
            </a:pPr>
            <a:endParaRPr lang="en-US" sz="1050" b="1" spc="-20">
              <a:solidFill>
                <a:srgbClr val="333333"/>
              </a:solidFill>
            </a:endParaRPr>
          </a:p>
          <a:p>
            <a:pPr algn="l">
              <a:tabLst>
                <a:tab pos="354965" algn="l"/>
              </a:tabLst>
            </a:pPr>
            <a:r>
              <a:rPr lang="en-US" sz="2000" b="1" spc="-20">
                <a:solidFill>
                  <a:srgbClr val="333333"/>
                </a:solidFill>
              </a:rPr>
              <a:t>3. Source code quality:</a:t>
            </a:r>
            <a:endParaRPr lang="en-US" sz="3200">
              <a:solidFill>
                <a:srgbClr val="000000"/>
              </a:solidFill>
            </a:endParaRPr>
          </a:p>
          <a:p>
            <a:pPr marL="342900" indent="-342900" algn="l">
              <a:buFont typeface="Arial"/>
              <a:buChar char="•"/>
              <a:tabLst>
                <a:tab pos="354965" algn="l"/>
              </a:tabLst>
            </a:pPr>
            <a:r>
              <a:rPr lang="en-US" sz="2000" b="1" u="sng" spc="-20">
                <a:solidFill>
                  <a:srgbClr val="333333"/>
                </a:solidFill>
              </a:rPr>
              <a:t>each student</a:t>
            </a:r>
            <a:r>
              <a:rPr lang="en-US" sz="2000" b="1" spc="-20">
                <a:solidFill>
                  <a:srgbClr val="333333"/>
                </a:solidFill>
              </a:rPr>
              <a:t> should be responsible for implementing set of functionalities</a:t>
            </a:r>
            <a:r>
              <a:rPr lang="en-US" sz="2000" spc="-20">
                <a:solidFill>
                  <a:srgbClr val="333333"/>
                </a:solidFill>
              </a:rPr>
              <a:t> (user stories) during the project. This should be </a:t>
            </a:r>
            <a:r>
              <a:rPr lang="en-US" sz="2000" u="sng" spc="-20">
                <a:solidFill>
                  <a:srgbClr val="333333"/>
                </a:solidFill>
              </a:rPr>
              <a:t>documented in Jira</a:t>
            </a:r>
            <a:r>
              <a:rPr lang="en-US" sz="2000" spc="-20">
                <a:solidFill>
                  <a:srgbClr val="333333"/>
                </a:solidFill>
              </a:rPr>
              <a:t> (throughout the Sprints) and </a:t>
            </a:r>
            <a:r>
              <a:rPr lang="en-US" sz="2000" u="sng" spc="-20">
                <a:solidFill>
                  <a:srgbClr val="333333"/>
                </a:solidFill>
              </a:rPr>
              <a:t>in the code</a:t>
            </a:r>
            <a:r>
              <a:rPr lang="en-US" sz="2000" spc="-20">
                <a:solidFill>
                  <a:srgbClr val="333333"/>
                </a:solidFill>
              </a:rPr>
              <a:t> with inline comments with information including user story (or issue), name of the team member who implement, team member who reviewed the code if needed, and any useful information.  </a:t>
            </a:r>
            <a:endParaRPr lang="en-US" sz="3200"/>
          </a:p>
        </p:txBody>
      </p:sp>
    </p:spTree>
    <p:extLst>
      <p:ext uri="{BB962C8B-B14F-4D97-AF65-F5344CB8AC3E}">
        <p14:creationId xmlns:p14="http://schemas.microsoft.com/office/powerpoint/2010/main" val="2288788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FF031-053B-6421-A8A2-87BC5B7C7CA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1AE7515-165B-3A04-D458-2E2368F2EB4F}"/>
              </a:ext>
            </a:extLst>
          </p:cNvPr>
          <p:cNvSpPr txBox="1">
            <a:spLocks noGrp="1"/>
          </p:cNvSpPr>
          <p:nvPr>
            <p:ph type="title"/>
          </p:nvPr>
        </p:nvSpPr>
        <p:spPr>
          <a:xfrm>
            <a:off x="335916" y="170433"/>
            <a:ext cx="11631770" cy="628377"/>
          </a:xfrm>
          <a:prstGeom prst="rect">
            <a:avLst/>
          </a:prstGeom>
        </p:spPr>
        <p:txBody>
          <a:bodyPr vert="horz" wrap="square" lIns="0" tIns="12700" rIns="0" bIns="0" rtlCol="0" anchor="t">
            <a:spAutoFit/>
          </a:bodyPr>
          <a:lstStyle/>
          <a:p>
            <a:pPr marL="12700">
              <a:spcBef>
                <a:spcPts val="100"/>
              </a:spcBef>
            </a:pPr>
            <a:r>
              <a:rPr lang="en-US" sz="4000" b="1">
                <a:solidFill>
                  <a:srgbClr val="000000"/>
                </a:solidFill>
              </a:rPr>
              <a:t>Complaints / Grievance Process</a:t>
            </a:r>
            <a:endParaRPr lang="en-US"/>
          </a:p>
        </p:txBody>
      </p:sp>
      <p:sp>
        <p:nvSpPr>
          <p:cNvPr id="4" name="object 4">
            <a:extLst>
              <a:ext uri="{FF2B5EF4-FFF2-40B4-BE49-F238E27FC236}">
                <a16:creationId xmlns:a16="http://schemas.microsoft.com/office/drawing/2014/main" id="{40761A4B-019F-E9BD-7BE4-04301142A23D}"/>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33</a:t>
            </a:fld>
            <a:endParaRPr spc="-25"/>
          </a:p>
        </p:txBody>
      </p:sp>
      <p:pic>
        <p:nvPicPr>
          <p:cNvPr id="5" name="Picture 4" descr="A poster with text on it&#10;&#10;AI-generated content may be incorrect.">
            <a:extLst>
              <a:ext uri="{FF2B5EF4-FFF2-40B4-BE49-F238E27FC236}">
                <a16:creationId xmlns:a16="http://schemas.microsoft.com/office/drawing/2014/main" id="{019B2601-4F5C-810E-7F23-CD610124FE52}"/>
              </a:ext>
            </a:extLst>
          </p:cNvPr>
          <p:cNvPicPr>
            <a:picLocks noChangeAspect="1"/>
          </p:cNvPicPr>
          <p:nvPr/>
        </p:nvPicPr>
        <p:blipFill>
          <a:blip r:embed="rId3"/>
          <a:stretch>
            <a:fillRect/>
          </a:stretch>
        </p:blipFill>
        <p:spPr>
          <a:xfrm>
            <a:off x="1031486" y="845568"/>
            <a:ext cx="9568312" cy="5166864"/>
          </a:xfrm>
          <a:prstGeom prst="rect">
            <a:avLst/>
          </a:prstGeom>
        </p:spPr>
      </p:pic>
    </p:spTree>
    <p:extLst>
      <p:ext uri="{BB962C8B-B14F-4D97-AF65-F5344CB8AC3E}">
        <p14:creationId xmlns:p14="http://schemas.microsoft.com/office/powerpoint/2010/main" val="19533683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916" y="170433"/>
            <a:ext cx="11631770" cy="628377"/>
          </a:xfrm>
          <a:prstGeom prst="rect">
            <a:avLst/>
          </a:prstGeom>
        </p:spPr>
        <p:txBody>
          <a:bodyPr vert="horz" wrap="square" lIns="0" tIns="12700" rIns="0" bIns="0" rtlCol="0" anchor="t">
            <a:spAutoFit/>
          </a:bodyPr>
          <a:lstStyle/>
          <a:p>
            <a:pPr marL="12700">
              <a:spcBef>
                <a:spcPts val="100"/>
              </a:spcBef>
            </a:pPr>
            <a:r>
              <a:rPr sz="4000" b="1">
                <a:solidFill>
                  <a:srgbClr val="000000"/>
                </a:solidFill>
                <a:latin typeface="Arial"/>
                <a:cs typeface="Arial"/>
              </a:rPr>
              <a:t>Assessment</a:t>
            </a:r>
            <a:r>
              <a:rPr lang="en-US" sz="4000" b="1">
                <a:solidFill>
                  <a:srgbClr val="000000"/>
                </a:solidFill>
              </a:rPr>
              <a:t> – GenAI Level</a:t>
            </a:r>
            <a:endParaRPr sz="40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34</a:t>
            </a:fld>
            <a:endParaRPr spc="-25"/>
          </a:p>
        </p:txBody>
      </p:sp>
      <p:sp>
        <p:nvSpPr>
          <p:cNvPr id="3" name="object 3"/>
          <p:cNvSpPr txBox="1"/>
          <p:nvPr/>
        </p:nvSpPr>
        <p:spPr>
          <a:xfrm>
            <a:off x="335981" y="1209806"/>
            <a:ext cx="11647033" cy="4414670"/>
          </a:xfrm>
          <a:prstGeom prst="rect">
            <a:avLst/>
          </a:prstGeom>
        </p:spPr>
        <p:txBody>
          <a:bodyPr vert="horz" wrap="square" lIns="0" tIns="13335" rIns="0" bIns="0" rtlCol="0" anchor="t">
            <a:spAutoFit/>
          </a:bodyPr>
          <a:lstStyle/>
          <a:p>
            <a:pPr marL="12700" algn="l">
              <a:tabLst>
                <a:tab pos="354965" algn="l"/>
              </a:tabLst>
            </a:pPr>
            <a:r>
              <a:rPr lang="en-US" sz="2200" b="1" spc="-20">
                <a:latin typeface="Arial"/>
                <a:ea typeface="Roboto"/>
                <a:cs typeface="Arial"/>
              </a:rPr>
              <a:t>Simple Editing Assistance</a:t>
            </a:r>
            <a:endParaRPr lang="en-US" sz="2200"/>
          </a:p>
          <a:p>
            <a:pPr marL="12700" algn="l">
              <a:tabLst>
                <a:tab pos="354965" algn="l"/>
              </a:tabLst>
            </a:pPr>
            <a:endParaRPr lang="en-US" sz="2200" b="1" spc="-20">
              <a:solidFill>
                <a:srgbClr val="000000"/>
              </a:solidFill>
              <a:latin typeface="Arial"/>
              <a:ea typeface="Roboto"/>
              <a:cs typeface="Arial"/>
            </a:endParaRPr>
          </a:p>
          <a:p>
            <a:pPr marL="12700" algn="l">
              <a:tabLst>
                <a:tab pos="354965" algn="l"/>
              </a:tabLst>
            </a:pPr>
            <a:r>
              <a:rPr lang="en-US" sz="2200" spc="-20">
                <a:solidFill>
                  <a:srgbClr val="000000"/>
                </a:solidFill>
                <a:latin typeface="Arial"/>
                <a:ea typeface="Roboto"/>
                <a:cs typeface="Arial"/>
              </a:rPr>
              <a:t>You are permitted to </a:t>
            </a:r>
            <a:r>
              <a:rPr lang="en-US" sz="2200" b="1" spc="-20">
                <a:solidFill>
                  <a:srgbClr val="000000"/>
                </a:solidFill>
                <a:latin typeface="Arial"/>
                <a:ea typeface="Roboto"/>
                <a:cs typeface="Arial"/>
              </a:rPr>
              <a:t>use standard editing and referencing functions</a:t>
            </a:r>
            <a:r>
              <a:rPr lang="en-US" sz="2200" spc="-20">
                <a:solidFill>
                  <a:srgbClr val="000000"/>
                </a:solidFill>
                <a:latin typeface="Arial"/>
                <a:ea typeface="Roboto"/>
                <a:cs typeface="Arial"/>
              </a:rPr>
              <a:t> in the software you use to complete your assessment. </a:t>
            </a:r>
            <a:r>
              <a:rPr lang="en-US" sz="2200" b="1" spc="-20">
                <a:solidFill>
                  <a:srgbClr val="000000"/>
                </a:solidFill>
                <a:latin typeface="Arial"/>
                <a:ea typeface="Roboto"/>
                <a:cs typeface="Arial"/>
              </a:rPr>
              <a:t>You must not use any functions that generate or paraphrase passages of text or other media, whether based on your own work or not.</a:t>
            </a:r>
            <a:endParaRPr lang="en-US" sz="2200" b="1">
              <a:solidFill>
                <a:srgbClr val="000000"/>
              </a:solidFill>
            </a:endParaRPr>
          </a:p>
          <a:p>
            <a:pPr marL="12700" algn="l">
              <a:tabLst>
                <a:tab pos="354965" algn="l"/>
              </a:tabLst>
            </a:pPr>
            <a:endParaRPr lang="en-US" sz="2200" spc="-20">
              <a:latin typeface="Arial"/>
              <a:ea typeface="Roboto"/>
              <a:cs typeface="Arial"/>
            </a:endParaRPr>
          </a:p>
          <a:p>
            <a:pPr marL="12700" algn="l">
              <a:tabLst>
                <a:tab pos="354965" algn="l"/>
              </a:tabLst>
            </a:pPr>
            <a:br>
              <a:rPr lang="en-US" sz="2200" spc="-20">
                <a:latin typeface="Arial"/>
                <a:ea typeface="Roboto"/>
                <a:cs typeface="Arial"/>
              </a:rPr>
            </a:br>
            <a:r>
              <a:rPr lang="en-US" sz="2200" spc="-20">
                <a:solidFill>
                  <a:srgbClr val="000000"/>
                </a:solidFill>
                <a:latin typeface="Arial"/>
                <a:ea typeface="Roboto"/>
                <a:cs typeface="Arial"/>
              </a:rPr>
              <a:t>If your Convenor has </a:t>
            </a:r>
            <a:r>
              <a:rPr lang="en-US" sz="2200" b="1" spc="-20">
                <a:solidFill>
                  <a:srgbClr val="000000"/>
                </a:solidFill>
                <a:latin typeface="Arial"/>
                <a:ea typeface="Roboto"/>
                <a:cs typeface="Arial"/>
              </a:rPr>
              <a:t>concerns </a:t>
            </a:r>
            <a:r>
              <a:rPr lang="en-US" sz="2200" spc="-20">
                <a:solidFill>
                  <a:srgbClr val="000000"/>
                </a:solidFill>
                <a:latin typeface="Arial"/>
                <a:ea typeface="Roboto"/>
                <a:cs typeface="Arial"/>
              </a:rPr>
              <a:t>that your submission </a:t>
            </a:r>
            <a:r>
              <a:rPr lang="en-US" sz="2200" b="1" spc="-20">
                <a:solidFill>
                  <a:srgbClr val="000000"/>
                </a:solidFill>
                <a:latin typeface="Arial"/>
                <a:ea typeface="Roboto"/>
                <a:cs typeface="Arial"/>
              </a:rPr>
              <a:t>contains passages of AI-generated </a:t>
            </a:r>
            <a:r>
              <a:rPr lang="en-US" sz="2200" spc="-20">
                <a:solidFill>
                  <a:srgbClr val="000000"/>
                </a:solidFill>
                <a:latin typeface="Arial"/>
                <a:ea typeface="Roboto"/>
                <a:cs typeface="Arial"/>
              </a:rPr>
              <a:t>text or media, </a:t>
            </a:r>
            <a:r>
              <a:rPr lang="en-US" sz="2200" b="1" spc="-20">
                <a:solidFill>
                  <a:srgbClr val="000000"/>
                </a:solidFill>
                <a:latin typeface="Arial"/>
                <a:ea typeface="Roboto"/>
                <a:cs typeface="Arial"/>
              </a:rPr>
              <a:t>you may be asked to account for your work.</a:t>
            </a:r>
            <a:r>
              <a:rPr lang="en-US" sz="2200" spc="-20">
                <a:solidFill>
                  <a:srgbClr val="000000"/>
                </a:solidFill>
                <a:latin typeface="Arial"/>
                <a:ea typeface="Roboto"/>
                <a:cs typeface="Arial"/>
              </a:rPr>
              <a:t> If you are unable to satisfactorily demonstrate your understanding of your submission you may </a:t>
            </a:r>
            <a:r>
              <a:rPr lang="en-US" sz="2200" b="1" spc="-20">
                <a:solidFill>
                  <a:srgbClr val="000000"/>
                </a:solidFill>
                <a:latin typeface="Arial"/>
                <a:ea typeface="Roboto"/>
                <a:cs typeface="Arial"/>
              </a:rPr>
              <a:t>be referred to UNSW Conduct &amp; Integrity Office for investigation for academic misconduct and possible penalties.</a:t>
            </a:r>
            <a:endParaRPr lang="en-US" sz="2200" spc="-20">
              <a:solidFill>
                <a:srgbClr val="000000"/>
              </a:solidFill>
              <a:latin typeface="Arial"/>
              <a:ea typeface="Roboto"/>
              <a:cs typeface="Arial"/>
            </a:endParaRPr>
          </a:p>
          <a:p>
            <a:pPr marL="12700" algn="l">
              <a:tabLst>
                <a:tab pos="354965" algn="l"/>
              </a:tabLst>
            </a:pPr>
            <a:br>
              <a:rPr lang="en-US" sz="2200" b="1" spc="-20">
                <a:latin typeface="Arial"/>
                <a:ea typeface="Roboto"/>
                <a:cs typeface="Arial"/>
              </a:rPr>
            </a:br>
            <a:r>
              <a:rPr lang="en-US" sz="2200" spc="-20">
                <a:solidFill>
                  <a:srgbClr val="000000"/>
                </a:solidFill>
                <a:latin typeface="Arial"/>
                <a:ea typeface="Roboto"/>
                <a:cs typeface="Arial"/>
              </a:rPr>
              <a:t>For more information on Generative AI and permitted use, please see </a:t>
            </a:r>
            <a:r>
              <a:rPr lang="en-US" sz="2200" spc="-20">
                <a:solidFill>
                  <a:srgbClr val="000000"/>
                </a:solidFill>
                <a:latin typeface="Arial"/>
                <a:ea typeface="Roboto"/>
                <a:cs typeface="Arial"/>
                <a:hlinkClick r:id="rId3"/>
              </a:rPr>
              <a:t>here</a:t>
            </a:r>
            <a:endParaRPr lang="en-US" sz="2200" spc="-20">
              <a:latin typeface="Arial"/>
              <a:ea typeface="Roboto"/>
              <a:cs typeface="Arial"/>
            </a:endParaRPr>
          </a:p>
        </p:txBody>
      </p:sp>
    </p:spTree>
    <p:extLst>
      <p:ext uri="{BB962C8B-B14F-4D97-AF65-F5344CB8AC3E}">
        <p14:creationId xmlns:p14="http://schemas.microsoft.com/office/powerpoint/2010/main" val="815808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373611" y="0"/>
            <a:ext cx="818515" cy="6858000"/>
            <a:chOff x="11373611" y="0"/>
            <a:chExt cx="818515" cy="6858000"/>
          </a:xfrm>
        </p:grpSpPr>
        <p:sp>
          <p:nvSpPr>
            <p:cNvPr id="3" name="object 3"/>
            <p:cNvSpPr/>
            <p:nvPr/>
          </p:nvSpPr>
          <p:spPr>
            <a:xfrm>
              <a:off x="11373611" y="0"/>
              <a:ext cx="818515" cy="6858000"/>
            </a:xfrm>
            <a:custGeom>
              <a:avLst/>
              <a:gdLst/>
              <a:ahLst/>
              <a:cxnLst/>
              <a:rect l="l" t="t" r="r" b="b"/>
              <a:pathLst>
                <a:path w="818515" h="6858000">
                  <a:moveTo>
                    <a:pt x="818388" y="0"/>
                  </a:moveTo>
                  <a:lnTo>
                    <a:pt x="0" y="0"/>
                  </a:lnTo>
                  <a:lnTo>
                    <a:pt x="0" y="6857999"/>
                  </a:lnTo>
                  <a:lnTo>
                    <a:pt x="818388" y="6857999"/>
                  </a:lnTo>
                  <a:lnTo>
                    <a:pt x="818388" y="0"/>
                  </a:lnTo>
                  <a:close/>
                </a:path>
              </a:pathLst>
            </a:custGeom>
            <a:solidFill>
              <a:srgbClr val="FFDC00"/>
            </a:solidFill>
          </p:spPr>
          <p:txBody>
            <a:bodyPr wrap="square" lIns="0" tIns="0" rIns="0" bIns="0" rtlCol="0"/>
            <a:lstStyle/>
            <a:p>
              <a:endParaRPr/>
            </a:p>
          </p:txBody>
        </p:sp>
        <p:pic>
          <p:nvPicPr>
            <p:cNvPr id="4" name="object 4"/>
            <p:cNvPicPr/>
            <p:nvPr/>
          </p:nvPicPr>
          <p:blipFill>
            <a:blip r:embed="rId2" cstate="print"/>
            <a:stretch>
              <a:fillRect/>
            </a:stretch>
          </p:blipFill>
          <p:spPr>
            <a:xfrm>
              <a:off x="11507723" y="6140194"/>
              <a:ext cx="598931" cy="701040"/>
            </a:xfrm>
            <a:prstGeom prst="rect">
              <a:avLst/>
            </a:prstGeom>
          </p:spPr>
        </p:pic>
      </p:grpSp>
      <p:sp>
        <p:nvSpPr>
          <p:cNvPr id="5" name="object 5"/>
          <p:cNvSpPr txBox="1">
            <a:spLocks noGrp="1"/>
          </p:cNvSpPr>
          <p:nvPr>
            <p:ph type="title"/>
          </p:nvPr>
        </p:nvSpPr>
        <p:spPr>
          <a:xfrm>
            <a:off x="688340" y="2666822"/>
            <a:ext cx="7577455" cy="697230"/>
          </a:xfrm>
          <a:prstGeom prst="rect">
            <a:avLst/>
          </a:prstGeom>
        </p:spPr>
        <p:txBody>
          <a:bodyPr vert="horz" wrap="square" lIns="0" tIns="13335" rIns="0" bIns="0" rtlCol="0">
            <a:spAutoFit/>
          </a:bodyPr>
          <a:lstStyle/>
          <a:p>
            <a:pPr marL="12700">
              <a:lnSpc>
                <a:spcPct val="100000"/>
              </a:lnSpc>
              <a:spcBef>
                <a:spcPts val="105"/>
              </a:spcBef>
            </a:pPr>
            <a:r>
              <a:rPr sz="4400" b="1">
                <a:solidFill>
                  <a:srgbClr val="000000"/>
                </a:solidFill>
                <a:latin typeface="Arial"/>
                <a:cs typeface="Arial"/>
              </a:rPr>
              <a:t>Project</a:t>
            </a:r>
            <a:r>
              <a:rPr sz="4400" b="1" spc="-10">
                <a:solidFill>
                  <a:srgbClr val="000000"/>
                </a:solidFill>
                <a:latin typeface="Arial"/>
                <a:cs typeface="Arial"/>
              </a:rPr>
              <a:t> </a:t>
            </a:r>
            <a:r>
              <a:rPr sz="4400" b="1">
                <a:solidFill>
                  <a:srgbClr val="000000"/>
                </a:solidFill>
                <a:latin typeface="Arial"/>
                <a:cs typeface="Arial"/>
              </a:rPr>
              <a:t>Clients</a:t>
            </a:r>
            <a:r>
              <a:rPr sz="4400" b="1" spc="-5">
                <a:solidFill>
                  <a:srgbClr val="000000"/>
                </a:solidFill>
                <a:latin typeface="Arial"/>
                <a:cs typeface="Arial"/>
              </a:rPr>
              <a:t> </a:t>
            </a:r>
            <a:r>
              <a:rPr sz="4400" b="1" spc="-10">
                <a:solidFill>
                  <a:srgbClr val="000000"/>
                </a:solidFill>
                <a:latin typeface="Arial"/>
                <a:cs typeface="Arial"/>
              </a:rPr>
              <a:t>Coordination</a:t>
            </a:r>
            <a:endParaRPr sz="4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35</a:t>
            </a:fld>
            <a:endParaRPr spc="-25"/>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2245" y="344069"/>
            <a:ext cx="10662919" cy="696595"/>
          </a:xfrm>
          <a:prstGeom prst="rect">
            <a:avLst/>
          </a:prstGeom>
        </p:spPr>
        <p:txBody>
          <a:bodyPr vert="horz" wrap="square" lIns="0" tIns="12700" rIns="0" bIns="0" rtlCol="0">
            <a:spAutoFit/>
          </a:bodyPr>
          <a:lstStyle/>
          <a:p>
            <a:pPr marL="12700">
              <a:lnSpc>
                <a:spcPct val="100000"/>
              </a:lnSpc>
              <a:spcBef>
                <a:spcPts val="100"/>
              </a:spcBef>
            </a:pPr>
            <a:r>
              <a:rPr lang="en-AU" sz="4400" b="1">
                <a:solidFill>
                  <a:srgbClr val="000000"/>
                </a:solidFill>
                <a:latin typeface="Arial"/>
                <a:cs typeface="Arial"/>
              </a:rPr>
              <a:t>How to select a project</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36</a:t>
            </a:fld>
            <a:endParaRPr spc="-25"/>
          </a:p>
        </p:txBody>
      </p:sp>
      <p:sp>
        <p:nvSpPr>
          <p:cNvPr id="3" name="object 3"/>
          <p:cNvSpPr txBox="1"/>
          <p:nvPr/>
        </p:nvSpPr>
        <p:spPr>
          <a:xfrm>
            <a:off x="704578" y="1205236"/>
            <a:ext cx="10790078" cy="4796185"/>
          </a:xfrm>
          <a:prstGeom prst="rect">
            <a:avLst/>
          </a:prstGeom>
        </p:spPr>
        <p:txBody>
          <a:bodyPr vert="horz" wrap="square" lIns="0" tIns="12700" rIns="0" bIns="0" rtlCol="0" anchor="t">
            <a:spAutoFit/>
          </a:bodyPr>
          <a:lstStyle/>
          <a:p>
            <a:pPr marL="469900" indent="-457200">
              <a:spcBef>
                <a:spcPts val="100"/>
              </a:spcBef>
              <a:buFont typeface="Arial"/>
              <a:buChar char="•"/>
              <a:tabLst>
                <a:tab pos="469900" algn="l"/>
              </a:tabLst>
            </a:pPr>
            <a:r>
              <a:rPr lang="en-AU" sz="2400">
                <a:latin typeface="Arial"/>
                <a:cs typeface="Arial"/>
              </a:rPr>
              <a:t>Read project details and discuss as team (more projects will be added by Thursday)</a:t>
            </a:r>
            <a:endParaRPr lang="en-US" sz="2400">
              <a:latin typeface="Arial"/>
              <a:cs typeface="Arial"/>
            </a:endParaRPr>
          </a:p>
          <a:p>
            <a:pPr marL="469900" indent="-457200">
              <a:spcBef>
                <a:spcPts val="100"/>
              </a:spcBef>
              <a:buFont typeface="Arial"/>
              <a:buChar char="•"/>
              <a:tabLst>
                <a:tab pos="469900" algn="l"/>
              </a:tabLst>
            </a:pPr>
            <a:r>
              <a:rPr lang="en-AU" sz="2400">
                <a:latin typeface="Arial"/>
                <a:cs typeface="Arial"/>
              </a:rPr>
              <a:t>As a team, decide on 7 project preferences (knowledge, skills, goals) </a:t>
            </a:r>
            <a:endParaRPr sz="2400">
              <a:latin typeface="Arial"/>
              <a:cs typeface="Arial"/>
            </a:endParaRPr>
          </a:p>
          <a:p>
            <a:pPr marL="469900" indent="-457200">
              <a:spcBef>
                <a:spcPts val="1390"/>
              </a:spcBef>
              <a:buFont typeface="Arial"/>
              <a:buChar char="•"/>
              <a:tabLst>
                <a:tab pos="469900" algn="l"/>
              </a:tabLst>
            </a:pPr>
            <a:r>
              <a:rPr lang="en-AU" sz="2400">
                <a:latin typeface="Arial"/>
                <a:cs typeface="Arial"/>
              </a:rPr>
              <a:t>Complete</a:t>
            </a:r>
            <a:r>
              <a:rPr lang="en-AU" sz="2400" b="1">
                <a:latin typeface="Arial"/>
                <a:cs typeface="Arial"/>
              </a:rPr>
              <a:t> Project Questionnaire </a:t>
            </a:r>
            <a:r>
              <a:rPr lang="en-AU" sz="2400">
                <a:latin typeface="Arial"/>
                <a:cs typeface="Arial"/>
              </a:rPr>
              <a:t>(with justification). One submission per group. Complete end of week 1</a:t>
            </a:r>
          </a:p>
          <a:p>
            <a:pPr marL="469900" indent="-457200">
              <a:spcBef>
                <a:spcPts val="1390"/>
              </a:spcBef>
              <a:buFont typeface="Arial"/>
              <a:buChar char="•"/>
              <a:tabLst>
                <a:tab pos="469900" algn="l"/>
              </a:tabLst>
            </a:pPr>
            <a:r>
              <a:rPr lang="en-AU" sz="2400">
                <a:latin typeface="Arial"/>
                <a:cs typeface="Arial"/>
              </a:rPr>
              <a:t>Discuss with your tutor - more information during week 1 (students guide).</a:t>
            </a:r>
          </a:p>
          <a:p>
            <a:pPr marL="469900" indent="-457200">
              <a:spcBef>
                <a:spcPts val="1390"/>
              </a:spcBef>
              <a:buFont typeface="Arial"/>
              <a:buChar char="•"/>
              <a:tabLst>
                <a:tab pos="469900" algn="l"/>
              </a:tabLst>
            </a:pPr>
            <a:r>
              <a:rPr lang="en-AU" sz="2400" b="1">
                <a:latin typeface="Arial"/>
                <a:cs typeface="Arial"/>
              </a:rPr>
              <a:t>Project allocation</a:t>
            </a:r>
            <a:r>
              <a:rPr lang="en-AU" sz="2400">
                <a:latin typeface="Arial"/>
                <a:cs typeface="Arial"/>
              </a:rPr>
              <a:t> based on knowledge, skills, client's capacity</a:t>
            </a:r>
          </a:p>
          <a:p>
            <a:pPr marL="469900" indent="-457200">
              <a:spcBef>
                <a:spcPts val="1390"/>
              </a:spcBef>
              <a:buFont typeface="Arial"/>
              <a:buChar char="•"/>
              <a:tabLst>
                <a:tab pos="469900" algn="l"/>
              </a:tabLst>
            </a:pPr>
            <a:r>
              <a:rPr lang="en-AU" sz="2400">
                <a:latin typeface="Arial"/>
                <a:cs typeface="Arial"/>
              </a:rPr>
              <a:t>Notification of project allocation from week 2 </a:t>
            </a:r>
          </a:p>
          <a:p>
            <a:pPr marL="469900" indent="-457200">
              <a:spcBef>
                <a:spcPts val="1390"/>
              </a:spcBef>
              <a:buFont typeface="Arial"/>
              <a:buChar char="•"/>
              <a:tabLst>
                <a:tab pos="469900" algn="l"/>
              </a:tabLst>
            </a:pPr>
            <a:r>
              <a:rPr lang="en-AU" sz="2400">
                <a:latin typeface="Arial"/>
                <a:cs typeface="Arial"/>
              </a:rPr>
              <a:t>Contact client, discuss the scope and clarify requirements</a:t>
            </a:r>
          </a:p>
          <a:p>
            <a:pPr marL="469900" indent="-457200">
              <a:spcBef>
                <a:spcPts val="1390"/>
              </a:spcBef>
              <a:buFont typeface="Arial"/>
              <a:buChar char="•"/>
              <a:tabLst>
                <a:tab pos="469900" algn="l"/>
              </a:tabLst>
            </a:pPr>
            <a:endParaRPr lang="en-AU" sz="2400">
              <a:latin typeface="Arial"/>
              <a:cs typeface="Arial"/>
            </a:endParaRPr>
          </a:p>
        </p:txBody>
      </p:sp>
    </p:spTree>
    <p:extLst>
      <p:ext uri="{BB962C8B-B14F-4D97-AF65-F5344CB8AC3E}">
        <p14:creationId xmlns:p14="http://schemas.microsoft.com/office/powerpoint/2010/main" val="751993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7443" y="198441"/>
            <a:ext cx="10465372" cy="635000"/>
          </a:xfrm>
          <a:prstGeom prst="rect">
            <a:avLst/>
          </a:prstGeom>
        </p:spPr>
        <p:txBody>
          <a:bodyPr vert="horz" wrap="square" lIns="0" tIns="12065" rIns="0" bIns="0" rtlCol="0">
            <a:spAutoFit/>
          </a:bodyPr>
          <a:lstStyle/>
          <a:p>
            <a:pPr marL="12700">
              <a:lnSpc>
                <a:spcPct val="100000"/>
              </a:lnSpc>
              <a:spcBef>
                <a:spcPts val="95"/>
              </a:spcBef>
            </a:pPr>
            <a:r>
              <a:rPr sz="4000" b="1">
                <a:solidFill>
                  <a:srgbClr val="000000"/>
                </a:solidFill>
                <a:latin typeface="Arial"/>
                <a:cs typeface="Arial"/>
              </a:rPr>
              <a:t>Project</a:t>
            </a:r>
            <a:r>
              <a:rPr sz="4000" b="1" spc="-150">
                <a:solidFill>
                  <a:srgbClr val="000000"/>
                </a:solidFill>
                <a:latin typeface="Arial"/>
                <a:cs typeface="Arial"/>
              </a:rPr>
              <a:t> </a:t>
            </a:r>
            <a:r>
              <a:rPr sz="4000" b="1">
                <a:solidFill>
                  <a:srgbClr val="000000"/>
                </a:solidFill>
                <a:latin typeface="Arial"/>
                <a:cs typeface="Arial"/>
              </a:rPr>
              <a:t>Clients</a:t>
            </a:r>
            <a:r>
              <a:rPr sz="4000" b="1" spc="-140">
                <a:solidFill>
                  <a:srgbClr val="000000"/>
                </a:solidFill>
                <a:latin typeface="Arial"/>
                <a:cs typeface="Arial"/>
              </a:rPr>
              <a:t> </a:t>
            </a:r>
            <a:r>
              <a:rPr sz="4000" b="1" spc="-10">
                <a:solidFill>
                  <a:srgbClr val="000000"/>
                </a:solidFill>
                <a:latin typeface="Arial"/>
                <a:cs typeface="Arial"/>
              </a:rPr>
              <a:t>Coordination</a:t>
            </a:r>
            <a:endParaRPr sz="40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37</a:t>
            </a:fld>
            <a:endParaRPr spc="-25"/>
          </a:p>
        </p:txBody>
      </p:sp>
      <p:sp>
        <p:nvSpPr>
          <p:cNvPr id="3" name="object 3"/>
          <p:cNvSpPr txBox="1"/>
          <p:nvPr/>
        </p:nvSpPr>
        <p:spPr>
          <a:xfrm>
            <a:off x="540571" y="990351"/>
            <a:ext cx="11237740" cy="4762842"/>
          </a:xfrm>
          <a:prstGeom prst="rect">
            <a:avLst/>
          </a:prstGeom>
        </p:spPr>
        <p:txBody>
          <a:bodyPr vert="horz" wrap="square" lIns="0" tIns="12700" rIns="0" bIns="0" rtlCol="0" anchor="t">
            <a:spAutoFit/>
          </a:bodyPr>
          <a:lstStyle/>
          <a:p>
            <a:pPr marL="354965" indent="-342265">
              <a:spcBef>
                <a:spcPts val="100"/>
              </a:spcBef>
              <a:buChar char="•"/>
              <a:tabLst>
                <a:tab pos="354965" algn="l"/>
              </a:tabLst>
            </a:pPr>
            <a:r>
              <a:rPr sz="2400">
                <a:latin typeface="Arial"/>
                <a:cs typeface="Arial"/>
              </a:rPr>
              <a:t>Roadmap</a:t>
            </a:r>
            <a:r>
              <a:rPr sz="2400" spc="-40">
                <a:latin typeface="Arial"/>
                <a:cs typeface="Arial"/>
              </a:rPr>
              <a:t> </a:t>
            </a:r>
            <a:r>
              <a:rPr lang="en-US" sz="2400">
                <a:latin typeface="Arial"/>
                <a:cs typeface="Arial"/>
              </a:rPr>
              <a:t>for</a:t>
            </a:r>
            <a:r>
              <a:rPr sz="2400">
                <a:latin typeface="Arial"/>
                <a:cs typeface="Arial"/>
              </a:rPr>
              <a:t> capstone</a:t>
            </a:r>
            <a:r>
              <a:rPr sz="2400" spc="-65">
                <a:latin typeface="Arial"/>
                <a:cs typeface="Arial"/>
              </a:rPr>
              <a:t> </a:t>
            </a:r>
            <a:r>
              <a:rPr lang="en-US" sz="2400">
                <a:latin typeface="Arial"/>
                <a:cs typeface="Arial"/>
              </a:rPr>
              <a:t>projects</a:t>
            </a:r>
            <a:r>
              <a:rPr sz="2400">
                <a:latin typeface="Arial"/>
                <a:cs typeface="Arial"/>
              </a:rPr>
              <a:t> –</a:t>
            </a:r>
            <a:r>
              <a:rPr sz="2400" spc="-65">
                <a:latin typeface="Arial"/>
                <a:cs typeface="Arial"/>
              </a:rPr>
              <a:t> </a:t>
            </a:r>
            <a:r>
              <a:rPr lang="en-US" sz="2400">
                <a:latin typeface="Arial"/>
                <a:cs typeface="Arial"/>
              </a:rPr>
              <a:t>accreditation by </a:t>
            </a:r>
            <a:r>
              <a:rPr lang="en-US" sz="2400" spc="-25">
                <a:latin typeface="Arial"/>
                <a:cs typeface="Arial"/>
              </a:rPr>
              <a:t>ACS, Engineers Australia</a:t>
            </a:r>
            <a:endParaRPr sz="2400">
              <a:latin typeface="Arial"/>
              <a:cs typeface="Arial"/>
            </a:endParaRPr>
          </a:p>
          <a:p>
            <a:pPr marL="354965" indent="-342265">
              <a:lnSpc>
                <a:spcPct val="100000"/>
              </a:lnSpc>
              <a:spcBef>
                <a:spcPts val="2740"/>
              </a:spcBef>
              <a:buChar char="•"/>
              <a:tabLst>
                <a:tab pos="354965" algn="l"/>
              </a:tabLst>
            </a:pPr>
            <a:r>
              <a:rPr sz="2400">
                <a:latin typeface="Arial"/>
                <a:cs typeface="Arial"/>
              </a:rPr>
              <a:t>Projects</a:t>
            </a:r>
            <a:r>
              <a:rPr sz="2400" spc="-60">
                <a:latin typeface="Arial"/>
                <a:cs typeface="Arial"/>
              </a:rPr>
              <a:t> </a:t>
            </a:r>
            <a:r>
              <a:rPr sz="2400">
                <a:latin typeface="Arial"/>
                <a:cs typeface="Arial"/>
              </a:rPr>
              <a:t>proposed</a:t>
            </a:r>
            <a:r>
              <a:rPr sz="2400" spc="-35">
                <a:latin typeface="Arial"/>
                <a:cs typeface="Arial"/>
              </a:rPr>
              <a:t> </a:t>
            </a:r>
            <a:r>
              <a:rPr sz="2400">
                <a:latin typeface="Arial"/>
                <a:cs typeface="Arial"/>
              </a:rPr>
              <a:t>by</a:t>
            </a:r>
            <a:r>
              <a:rPr sz="2400" spc="-95">
                <a:latin typeface="Arial"/>
                <a:cs typeface="Arial"/>
              </a:rPr>
              <a:t> </a:t>
            </a:r>
            <a:r>
              <a:rPr sz="2400" b="1">
                <a:latin typeface="Arial"/>
                <a:cs typeface="Arial"/>
              </a:rPr>
              <a:t>clients</a:t>
            </a:r>
            <a:r>
              <a:rPr sz="2400" b="1" spc="-65">
                <a:latin typeface="Arial"/>
                <a:cs typeface="Arial"/>
              </a:rPr>
              <a:t> </a:t>
            </a:r>
            <a:r>
              <a:rPr sz="2400">
                <a:latin typeface="Arial"/>
                <a:cs typeface="Arial"/>
              </a:rPr>
              <a:t>(</a:t>
            </a:r>
            <a:r>
              <a:rPr sz="2400" i="1">
                <a:latin typeface="Arial"/>
                <a:cs typeface="Arial"/>
              </a:rPr>
              <a:t>project</a:t>
            </a:r>
            <a:r>
              <a:rPr sz="2400" i="1" spc="-50">
                <a:latin typeface="Arial"/>
                <a:cs typeface="Arial"/>
              </a:rPr>
              <a:t> </a:t>
            </a:r>
            <a:r>
              <a:rPr sz="2400" i="1">
                <a:latin typeface="Arial"/>
                <a:cs typeface="Arial"/>
              </a:rPr>
              <a:t>owners</a:t>
            </a:r>
            <a:r>
              <a:rPr sz="2400">
                <a:latin typeface="Arial"/>
                <a:cs typeface="Arial"/>
              </a:rPr>
              <a:t>)</a:t>
            </a:r>
            <a:r>
              <a:rPr sz="2400" spc="-40">
                <a:latin typeface="Arial"/>
                <a:cs typeface="Arial"/>
              </a:rPr>
              <a:t> </a:t>
            </a:r>
            <a:r>
              <a:rPr sz="2400">
                <a:latin typeface="Arial"/>
                <a:cs typeface="Arial"/>
              </a:rPr>
              <a:t>–</a:t>
            </a:r>
            <a:r>
              <a:rPr sz="2400" spc="-70">
                <a:latin typeface="Arial"/>
                <a:cs typeface="Arial"/>
              </a:rPr>
              <a:t> </a:t>
            </a:r>
            <a:r>
              <a:rPr sz="2400" spc="-20">
                <a:latin typeface="Arial"/>
                <a:cs typeface="Arial"/>
              </a:rPr>
              <a:t>real-</a:t>
            </a:r>
            <a:r>
              <a:rPr sz="2400">
                <a:latin typeface="Arial"/>
                <a:cs typeface="Arial"/>
              </a:rPr>
              <a:t>life</a:t>
            </a:r>
            <a:r>
              <a:rPr sz="2400" spc="-30">
                <a:latin typeface="Arial"/>
                <a:cs typeface="Arial"/>
              </a:rPr>
              <a:t> </a:t>
            </a:r>
            <a:r>
              <a:rPr sz="2400">
                <a:latin typeface="Arial"/>
                <a:cs typeface="Arial"/>
              </a:rPr>
              <a:t>project</a:t>
            </a:r>
            <a:r>
              <a:rPr sz="2400" spc="-60">
                <a:latin typeface="Arial"/>
                <a:cs typeface="Arial"/>
              </a:rPr>
              <a:t> </a:t>
            </a:r>
            <a:r>
              <a:rPr sz="2400" spc="-10">
                <a:latin typeface="Arial"/>
                <a:cs typeface="Arial"/>
              </a:rPr>
              <a:t>experience</a:t>
            </a:r>
            <a:endParaRPr sz="2400">
              <a:latin typeface="Arial"/>
              <a:cs typeface="Arial"/>
            </a:endParaRPr>
          </a:p>
          <a:p>
            <a:pPr marL="756285" lvl="1" indent="-286385">
              <a:spcBef>
                <a:spcPts val="365"/>
              </a:spcBef>
              <a:buChar char="•"/>
              <a:tabLst>
                <a:tab pos="756285" algn="l"/>
              </a:tabLst>
            </a:pPr>
            <a:r>
              <a:rPr sz="2000">
                <a:latin typeface="Arial"/>
                <a:cs typeface="Arial"/>
              </a:rPr>
              <a:t>Group’s</a:t>
            </a:r>
            <a:r>
              <a:rPr sz="2000" spc="-45">
                <a:latin typeface="Arial"/>
                <a:cs typeface="Arial"/>
              </a:rPr>
              <a:t> </a:t>
            </a:r>
            <a:r>
              <a:rPr sz="2000">
                <a:latin typeface="Arial"/>
                <a:cs typeface="Arial"/>
              </a:rPr>
              <a:t>Product</a:t>
            </a:r>
            <a:r>
              <a:rPr sz="2000" spc="-45">
                <a:latin typeface="Arial"/>
                <a:cs typeface="Arial"/>
              </a:rPr>
              <a:t> </a:t>
            </a:r>
            <a:r>
              <a:rPr sz="2000">
                <a:latin typeface="Arial"/>
                <a:cs typeface="Arial"/>
              </a:rPr>
              <a:t>Owner</a:t>
            </a:r>
            <a:r>
              <a:rPr sz="2000" spc="-35">
                <a:latin typeface="Arial"/>
                <a:cs typeface="Arial"/>
              </a:rPr>
              <a:t> </a:t>
            </a:r>
            <a:r>
              <a:rPr lang="en-US" sz="2000" spc="-35">
                <a:latin typeface="Arial"/>
                <a:cs typeface="Arial"/>
              </a:rPr>
              <a:t>– communicate with client and understand their needs</a:t>
            </a:r>
            <a:endParaRPr lang="en-US" sz="2000" spc="-10">
              <a:latin typeface="Arial"/>
              <a:cs typeface="Arial"/>
            </a:endParaRPr>
          </a:p>
          <a:p>
            <a:pPr lvl="1">
              <a:lnSpc>
                <a:spcPct val="100000"/>
              </a:lnSpc>
              <a:spcBef>
                <a:spcPts val="120"/>
              </a:spcBef>
              <a:buFont typeface="Arial"/>
              <a:buChar char="•"/>
            </a:pPr>
            <a:endParaRPr sz="1600">
              <a:latin typeface="Arial"/>
              <a:cs typeface="Arial"/>
            </a:endParaRPr>
          </a:p>
          <a:p>
            <a:pPr marL="354965" indent="-342265">
              <a:lnSpc>
                <a:spcPct val="100000"/>
              </a:lnSpc>
              <a:buChar char="•"/>
              <a:tabLst>
                <a:tab pos="354965" algn="l"/>
              </a:tabLst>
            </a:pPr>
            <a:r>
              <a:rPr sz="2400">
                <a:latin typeface="Arial"/>
                <a:cs typeface="Arial"/>
              </a:rPr>
              <a:t>Project</a:t>
            </a:r>
            <a:r>
              <a:rPr sz="2400" spc="-45">
                <a:latin typeface="Arial"/>
                <a:cs typeface="Arial"/>
              </a:rPr>
              <a:t> </a:t>
            </a:r>
            <a:r>
              <a:rPr sz="2400" spc="-10">
                <a:latin typeface="Arial"/>
                <a:cs typeface="Arial"/>
              </a:rPr>
              <a:t>description</a:t>
            </a:r>
            <a:endParaRPr sz="2400">
              <a:latin typeface="Arial"/>
              <a:cs typeface="Arial"/>
            </a:endParaRPr>
          </a:p>
          <a:p>
            <a:pPr marL="812800" marR="57150" lvl="1" indent="-342900">
              <a:lnSpc>
                <a:spcPts val="2160"/>
              </a:lnSpc>
              <a:spcBef>
                <a:spcPts val="635"/>
              </a:spcBef>
              <a:buChar char="•"/>
              <a:tabLst>
                <a:tab pos="812800" algn="l"/>
              </a:tabLst>
            </a:pPr>
            <a:r>
              <a:rPr sz="2000">
                <a:latin typeface="Arial"/>
                <a:cs typeface="Arial"/>
              </a:rPr>
              <a:t>Client,</a:t>
            </a:r>
            <a:r>
              <a:rPr sz="2000" spc="-30">
                <a:latin typeface="Arial"/>
                <a:cs typeface="Arial"/>
              </a:rPr>
              <a:t> </a:t>
            </a:r>
            <a:r>
              <a:rPr sz="2000">
                <a:latin typeface="Arial"/>
                <a:cs typeface="Arial"/>
              </a:rPr>
              <a:t>project</a:t>
            </a:r>
            <a:r>
              <a:rPr sz="2000" spc="-55">
                <a:latin typeface="Arial"/>
                <a:cs typeface="Arial"/>
              </a:rPr>
              <a:t> </a:t>
            </a:r>
            <a:r>
              <a:rPr sz="2000">
                <a:latin typeface="Arial"/>
                <a:cs typeface="Arial"/>
              </a:rPr>
              <a:t>specialization,</a:t>
            </a:r>
            <a:r>
              <a:rPr sz="2000" spc="-65">
                <a:latin typeface="Arial"/>
                <a:cs typeface="Arial"/>
              </a:rPr>
              <a:t> </a:t>
            </a:r>
            <a:r>
              <a:rPr sz="2000">
                <a:latin typeface="Arial"/>
                <a:cs typeface="Arial"/>
              </a:rPr>
              <a:t>background,</a:t>
            </a:r>
            <a:r>
              <a:rPr sz="2000" spc="-65">
                <a:latin typeface="Arial"/>
                <a:cs typeface="Arial"/>
              </a:rPr>
              <a:t> </a:t>
            </a:r>
            <a:r>
              <a:rPr sz="2000">
                <a:latin typeface="Arial"/>
                <a:cs typeface="Arial"/>
              </a:rPr>
              <a:t>requirements</a:t>
            </a:r>
            <a:r>
              <a:rPr sz="2000" spc="-55">
                <a:latin typeface="Arial"/>
                <a:cs typeface="Arial"/>
              </a:rPr>
              <a:t> </a:t>
            </a:r>
            <a:r>
              <a:rPr sz="2000">
                <a:latin typeface="Arial"/>
                <a:cs typeface="Arial"/>
              </a:rPr>
              <a:t>and</a:t>
            </a:r>
            <a:r>
              <a:rPr sz="2000" spc="-30">
                <a:latin typeface="Arial"/>
                <a:cs typeface="Arial"/>
              </a:rPr>
              <a:t> </a:t>
            </a:r>
            <a:r>
              <a:rPr sz="2000">
                <a:latin typeface="Arial"/>
                <a:cs typeface="Arial"/>
              </a:rPr>
              <a:t>scope,</a:t>
            </a:r>
            <a:r>
              <a:rPr sz="2000" spc="-60">
                <a:latin typeface="Arial"/>
                <a:cs typeface="Arial"/>
              </a:rPr>
              <a:t> </a:t>
            </a:r>
            <a:r>
              <a:rPr sz="2000">
                <a:latin typeface="Arial"/>
                <a:cs typeface="Arial"/>
              </a:rPr>
              <a:t>required</a:t>
            </a:r>
            <a:r>
              <a:rPr sz="2000" spc="-55">
                <a:latin typeface="Arial"/>
                <a:cs typeface="Arial"/>
              </a:rPr>
              <a:t> </a:t>
            </a:r>
            <a:r>
              <a:rPr sz="2000" spc="-10">
                <a:latin typeface="Arial"/>
                <a:cs typeface="Arial"/>
              </a:rPr>
              <a:t>knowledge </a:t>
            </a:r>
            <a:r>
              <a:rPr sz="2000">
                <a:latin typeface="Arial"/>
                <a:cs typeface="Arial"/>
              </a:rPr>
              <a:t>and</a:t>
            </a:r>
            <a:r>
              <a:rPr sz="2000" spc="-40">
                <a:latin typeface="Arial"/>
                <a:cs typeface="Arial"/>
              </a:rPr>
              <a:t> </a:t>
            </a:r>
            <a:r>
              <a:rPr sz="2000">
                <a:latin typeface="Arial"/>
                <a:cs typeface="Arial"/>
              </a:rPr>
              <a:t>skills,</a:t>
            </a:r>
            <a:r>
              <a:rPr sz="2000" spc="-40">
                <a:latin typeface="Arial"/>
                <a:cs typeface="Arial"/>
              </a:rPr>
              <a:t> </a:t>
            </a:r>
            <a:r>
              <a:rPr sz="2000">
                <a:latin typeface="Arial"/>
                <a:cs typeface="Arial"/>
              </a:rPr>
              <a:t>expected</a:t>
            </a:r>
            <a:r>
              <a:rPr sz="2000" spc="-45">
                <a:latin typeface="Arial"/>
                <a:cs typeface="Arial"/>
              </a:rPr>
              <a:t> </a:t>
            </a:r>
            <a:r>
              <a:rPr sz="2000" spc="-10">
                <a:latin typeface="Arial"/>
                <a:cs typeface="Arial"/>
              </a:rPr>
              <a:t>outcomes</a:t>
            </a:r>
            <a:endParaRPr sz="2000">
              <a:latin typeface="Arial"/>
              <a:cs typeface="Arial"/>
            </a:endParaRPr>
          </a:p>
          <a:p>
            <a:pPr lvl="1">
              <a:lnSpc>
                <a:spcPct val="100000"/>
              </a:lnSpc>
              <a:spcBef>
                <a:spcPts val="90"/>
              </a:spcBef>
              <a:buFont typeface="Arial"/>
              <a:buChar char="•"/>
            </a:pPr>
            <a:endParaRPr sz="2000">
              <a:latin typeface="Arial"/>
              <a:cs typeface="Arial"/>
            </a:endParaRPr>
          </a:p>
          <a:p>
            <a:pPr marL="354965" indent="-342265">
              <a:lnSpc>
                <a:spcPct val="100000"/>
              </a:lnSpc>
              <a:buChar char="•"/>
              <a:tabLst>
                <a:tab pos="354965" algn="l"/>
              </a:tabLst>
            </a:pPr>
            <a:r>
              <a:rPr sz="2400">
                <a:latin typeface="Arial"/>
                <a:cs typeface="Arial"/>
              </a:rPr>
              <a:t>Projects</a:t>
            </a:r>
            <a:r>
              <a:rPr sz="2400" spc="-25">
                <a:latin typeface="Arial"/>
                <a:cs typeface="Arial"/>
              </a:rPr>
              <a:t> </a:t>
            </a:r>
            <a:r>
              <a:rPr sz="2400">
                <a:latin typeface="Arial"/>
                <a:cs typeface="Arial"/>
              </a:rPr>
              <a:t>focus</a:t>
            </a:r>
            <a:r>
              <a:rPr sz="2400" spc="-50">
                <a:latin typeface="Arial"/>
                <a:cs typeface="Arial"/>
              </a:rPr>
              <a:t> </a:t>
            </a:r>
            <a:r>
              <a:rPr sz="2400">
                <a:latin typeface="Arial"/>
                <a:cs typeface="Arial"/>
              </a:rPr>
              <a:t>–</a:t>
            </a:r>
            <a:r>
              <a:rPr sz="2400" spc="-25">
                <a:latin typeface="Arial"/>
                <a:cs typeface="Arial"/>
              </a:rPr>
              <a:t> </a:t>
            </a:r>
            <a:r>
              <a:rPr sz="2400" b="1">
                <a:latin typeface="Arial"/>
                <a:cs typeface="Arial"/>
              </a:rPr>
              <a:t>development</a:t>
            </a:r>
            <a:r>
              <a:rPr sz="2400" b="1" spc="-35">
                <a:latin typeface="Arial"/>
                <a:cs typeface="Arial"/>
              </a:rPr>
              <a:t> </a:t>
            </a:r>
            <a:r>
              <a:rPr sz="2400">
                <a:latin typeface="Arial"/>
                <a:cs typeface="Arial"/>
              </a:rPr>
              <a:t>work</a:t>
            </a:r>
            <a:r>
              <a:rPr sz="2400" spc="-20">
                <a:latin typeface="Arial"/>
                <a:cs typeface="Arial"/>
              </a:rPr>
              <a:t> </a:t>
            </a:r>
            <a:r>
              <a:rPr sz="2400">
                <a:latin typeface="Arial"/>
                <a:cs typeface="Arial"/>
              </a:rPr>
              <a:t>and</a:t>
            </a:r>
            <a:r>
              <a:rPr sz="2400" spc="-25">
                <a:latin typeface="Arial"/>
                <a:cs typeface="Arial"/>
              </a:rPr>
              <a:t> </a:t>
            </a:r>
            <a:r>
              <a:rPr sz="2400" b="1" spc="-10">
                <a:latin typeface="Arial"/>
                <a:cs typeface="Arial"/>
              </a:rPr>
              <a:t>discipline-</a:t>
            </a:r>
            <a:r>
              <a:rPr sz="2400" b="1">
                <a:latin typeface="Arial"/>
                <a:cs typeface="Arial"/>
              </a:rPr>
              <a:t>specific</a:t>
            </a:r>
            <a:r>
              <a:rPr sz="2400" b="1" spc="-45">
                <a:latin typeface="Arial"/>
                <a:cs typeface="Arial"/>
              </a:rPr>
              <a:t> </a:t>
            </a:r>
            <a:endParaRPr lang="en-US" sz="2400">
              <a:latin typeface="Arial"/>
              <a:cs typeface="Arial"/>
            </a:endParaRPr>
          </a:p>
          <a:p>
            <a:pPr marL="812800" lvl="1" indent="-342900">
              <a:lnSpc>
                <a:spcPct val="100000"/>
              </a:lnSpc>
              <a:spcBef>
                <a:spcPts val="365"/>
              </a:spcBef>
              <a:buChar char="•"/>
              <a:tabLst>
                <a:tab pos="812800" algn="l"/>
              </a:tabLst>
            </a:pPr>
            <a:r>
              <a:rPr sz="2000">
                <a:latin typeface="Arial"/>
                <a:cs typeface="Arial"/>
              </a:rPr>
              <a:t>Traditional</a:t>
            </a:r>
            <a:r>
              <a:rPr sz="2000" spc="-50">
                <a:latin typeface="Arial"/>
                <a:cs typeface="Arial"/>
              </a:rPr>
              <a:t> </a:t>
            </a:r>
            <a:r>
              <a:rPr sz="2000">
                <a:latin typeface="Arial"/>
                <a:cs typeface="Arial"/>
              </a:rPr>
              <a:t>software/system</a:t>
            </a:r>
            <a:r>
              <a:rPr sz="2000" spc="-85">
                <a:latin typeface="Arial"/>
                <a:cs typeface="Arial"/>
              </a:rPr>
              <a:t> </a:t>
            </a:r>
            <a:r>
              <a:rPr sz="2000">
                <a:latin typeface="Arial"/>
                <a:cs typeface="Arial"/>
              </a:rPr>
              <a:t>development</a:t>
            </a:r>
            <a:r>
              <a:rPr sz="2000" spc="-60">
                <a:latin typeface="Arial"/>
                <a:cs typeface="Arial"/>
              </a:rPr>
              <a:t> </a:t>
            </a:r>
            <a:r>
              <a:rPr sz="2000">
                <a:latin typeface="Arial"/>
                <a:cs typeface="Arial"/>
              </a:rPr>
              <a:t>and</a:t>
            </a:r>
            <a:r>
              <a:rPr sz="2000" spc="-45">
                <a:latin typeface="Arial"/>
                <a:cs typeface="Arial"/>
              </a:rPr>
              <a:t> </a:t>
            </a:r>
            <a:r>
              <a:rPr sz="2000" spc="-10">
                <a:latin typeface="Arial"/>
                <a:cs typeface="Arial"/>
              </a:rPr>
              <a:t>interdisciplinary</a:t>
            </a:r>
            <a:endParaRPr sz="2000">
              <a:latin typeface="Arial"/>
              <a:cs typeface="Arial"/>
            </a:endParaRPr>
          </a:p>
          <a:p>
            <a:pPr marL="812800" lvl="1" indent="-342900">
              <a:lnSpc>
                <a:spcPct val="100000"/>
              </a:lnSpc>
              <a:spcBef>
                <a:spcPts val="360"/>
              </a:spcBef>
              <a:buChar char="•"/>
              <a:tabLst>
                <a:tab pos="812800" algn="l"/>
              </a:tabLst>
            </a:pPr>
            <a:r>
              <a:rPr sz="2000" spc="-10">
                <a:latin typeface="Arial"/>
                <a:cs typeface="Arial"/>
              </a:rPr>
              <a:t>Web/software/mobile</a:t>
            </a:r>
            <a:r>
              <a:rPr sz="2000" spc="-40">
                <a:latin typeface="Arial"/>
                <a:cs typeface="Arial"/>
              </a:rPr>
              <a:t> </a:t>
            </a:r>
            <a:r>
              <a:rPr sz="2000">
                <a:latin typeface="Arial"/>
                <a:cs typeface="Arial"/>
              </a:rPr>
              <a:t>application,</a:t>
            </a:r>
            <a:r>
              <a:rPr sz="2000" spc="-20">
                <a:latin typeface="Arial"/>
                <a:cs typeface="Arial"/>
              </a:rPr>
              <a:t> </a:t>
            </a:r>
            <a:r>
              <a:rPr sz="2000" spc="-10">
                <a:latin typeface="Arial"/>
                <a:cs typeface="Arial"/>
              </a:rPr>
              <a:t>AI-</a:t>
            </a:r>
            <a:r>
              <a:rPr sz="2000">
                <a:latin typeface="Arial"/>
                <a:cs typeface="Arial"/>
              </a:rPr>
              <a:t>based</a:t>
            </a:r>
            <a:r>
              <a:rPr sz="2000" spc="-35">
                <a:latin typeface="Arial"/>
                <a:cs typeface="Arial"/>
              </a:rPr>
              <a:t> </a:t>
            </a:r>
            <a:r>
              <a:rPr sz="2000">
                <a:latin typeface="Arial"/>
                <a:cs typeface="Arial"/>
              </a:rPr>
              <a:t>development,</a:t>
            </a:r>
            <a:r>
              <a:rPr sz="2000" spc="-30">
                <a:latin typeface="Arial"/>
                <a:cs typeface="Arial"/>
              </a:rPr>
              <a:t> </a:t>
            </a:r>
            <a:r>
              <a:rPr sz="2000">
                <a:latin typeface="Arial"/>
                <a:cs typeface="Arial"/>
              </a:rPr>
              <a:t>cybersecurity,</a:t>
            </a:r>
            <a:r>
              <a:rPr sz="2000" spc="-40">
                <a:latin typeface="Arial"/>
                <a:cs typeface="Arial"/>
              </a:rPr>
              <a:t> </a:t>
            </a:r>
            <a:r>
              <a:rPr sz="2000">
                <a:latin typeface="Arial"/>
                <a:cs typeface="Arial"/>
              </a:rPr>
              <a:t>computer</a:t>
            </a:r>
            <a:r>
              <a:rPr sz="2000" spc="-45">
                <a:latin typeface="Arial"/>
                <a:cs typeface="Arial"/>
              </a:rPr>
              <a:t> </a:t>
            </a:r>
            <a:r>
              <a:rPr sz="2000" spc="-10">
                <a:latin typeface="Arial"/>
                <a:cs typeface="Arial"/>
              </a:rPr>
              <a:t>vision</a:t>
            </a:r>
            <a:endParaRPr sz="2000">
              <a:latin typeface="Arial"/>
              <a:cs typeface="Arial"/>
            </a:endParaRPr>
          </a:p>
          <a:p>
            <a:pPr lvl="1">
              <a:lnSpc>
                <a:spcPct val="100000"/>
              </a:lnSpc>
              <a:spcBef>
                <a:spcPts val="125"/>
              </a:spcBef>
              <a:buFont typeface="Arial"/>
              <a:buChar char="•"/>
            </a:pPr>
            <a:endParaRPr lang="en-US" sz="1600">
              <a:latin typeface="Arial"/>
              <a:cs typeface="Arial"/>
            </a:endParaRPr>
          </a:p>
          <a:p>
            <a:pPr marL="354965" indent="-342265">
              <a:lnSpc>
                <a:spcPct val="100000"/>
              </a:lnSpc>
              <a:buChar char="•"/>
              <a:tabLst>
                <a:tab pos="354965" algn="l"/>
              </a:tabLst>
            </a:pPr>
            <a:r>
              <a:rPr sz="2400">
                <a:latin typeface="Arial"/>
                <a:cs typeface="Arial"/>
              </a:rPr>
              <a:t>Teams</a:t>
            </a:r>
            <a:r>
              <a:rPr sz="2400" spc="-55">
                <a:latin typeface="Arial"/>
                <a:cs typeface="Arial"/>
              </a:rPr>
              <a:t> </a:t>
            </a:r>
            <a:r>
              <a:rPr sz="2400">
                <a:latin typeface="Arial"/>
                <a:cs typeface="Arial"/>
              </a:rPr>
              <a:t>to</a:t>
            </a:r>
            <a:r>
              <a:rPr sz="2400" spc="-55">
                <a:latin typeface="Arial"/>
                <a:cs typeface="Arial"/>
              </a:rPr>
              <a:t> </a:t>
            </a:r>
            <a:r>
              <a:rPr sz="2400">
                <a:latin typeface="Arial"/>
                <a:cs typeface="Arial"/>
              </a:rPr>
              <a:t>select</a:t>
            </a:r>
            <a:r>
              <a:rPr sz="2400" spc="-50">
                <a:latin typeface="Arial"/>
                <a:cs typeface="Arial"/>
              </a:rPr>
              <a:t> </a:t>
            </a:r>
            <a:r>
              <a:rPr sz="2400">
                <a:latin typeface="Arial"/>
                <a:cs typeface="Arial"/>
              </a:rPr>
              <a:t>project</a:t>
            </a:r>
            <a:r>
              <a:rPr sz="2400" spc="-55">
                <a:latin typeface="Arial"/>
                <a:cs typeface="Arial"/>
              </a:rPr>
              <a:t> </a:t>
            </a:r>
            <a:r>
              <a:rPr sz="2400">
                <a:latin typeface="Arial"/>
                <a:cs typeface="Arial"/>
              </a:rPr>
              <a:t>based</a:t>
            </a:r>
            <a:r>
              <a:rPr sz="2400" spc="-45">
                <a:latin typeface="Arial"/>
                <a:cs typeface="Arial"/>
              </a:rPr>
              <a:t> </a:t>
            </a:r>
            <a:r>
              <a:rPr sz="2400">
                <a:latin typeface="Arial"/>
                <a:cs typeface="Arial"/>
              </a:rPr>
              <a:t>on</a:t>
            </a:r>
            <a:r>
              <a:rPr sz="2400" spc="-55">
                <a:latin typeface="Arial"/>
                <a:cs typeface="Arial"/>
              </a:rPr>
              <a:t> </a:t>
            </a:r>
            <a:r>
              <a:rPr sz="2400">
                <a:latin typeface="Arial"/>
                <a:cs typeface="Arial"/>
              </a:rPr>
              <a:t>knowledge</a:t>
            </a:r>
            <a:r>
              <a:rPr sz="2400" spc="-15">
                <a:latin typeface="Arial"/>
                <a:cs typeface="Arial"/>
              </a:rPr>
              <a:t> </a:t>
            </a:r>
            <a:r>
              <a:rPr sz="2400">
                <a:latin typeface="Arial"/>
                <a:cs typeface="Arial"/>
              </a:rPr>
              <a:t>and</a:t>
            </a:r>
            <a:r>
              <a:rPr sz="2400" spc="-60">
                <a:latin typeface="Arial"/>
                <a:cs typeface="Arial"/>
              </a:rPr>
              <a:t> </a:t>
            </a:r>
            <a:r>
              <a:rPr sz="2400">
                <a:latin typeface="Arial"/>
                <a:cs typeface="Arial"/>
              </a:rPr>
              <a:t>skills</a:t>
            </a:r>
            <a:r>
              <a:rPr sz="2400" spc="-100">
                <a:latin typeface="Arial"/>
                <a:cs typeface="Arial"/>
              </a:rPr>
              <a:t> </a:t>
            </a:r>
            <a:r>
              <a:rPr sz="2400">
                <a:latin typeface="Arial"/>
                <a:cs typeface="Arial"/>
              </a:rPr>
              <a:t>–</a:t>
            </a:r>
            <a:r>
              <a:rPr sz="2400" spc="-65">
                <a:latin typeface="Arial"/>
                <a:cs typeface="Arial"/>
              </a:rPr>
              <a:t> </a:t>
            </a:r>
            <a:r>
              <a:rPr sz="2400" spc="-10">
                <a:latin typeface="Arial"/>
                <a:cs typeface="Arial"/>
              </a:rPr>
              <a:t>important!</a:t>
            </a:r>
            <a:endParaRPr sz="2400">
              <a:latin typeface="Arial"/>
              <a:cs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9935" y="181393"/>
            <a:ext cx="8866421" cy="635000"/>
          </a:xfrm>
          <a:prstGeom prst="rect">
            <a:avLst/>
          </a:prstGeom>
        </p:spPr>
        <p:txBody>
          <a:bodyPr vert="horz" wrap="square" lIns="0" tIns="12065" rIns="0" bIns="0" rtlCol="0">
            <a:spAutoFit/>
          </a:bodyPr>
          <a:lstStyle/>
          <a:p>
            <a:pPr marL="12700">
              <a:lnSpc>
                <a:spcPct val="100000"/>
              </a:lnSpc>
              <a:spcBef>
                <a:spcPts val="95"/>
              </a:spcBef>
            </a:pPr>
            <a:r>
              <a:rPr sz="4000" b="1">
                <a:solidFill>
                  <a:srgbClr val="000000"/>
                </a:solidFill>
                <a:latin typeface="Arial"/>
                <a:cs typeface="Arial"/>
              </a:rPr>
              <a:t>Project</a:t>
            </a:r>
            <a:r>
              <a:rPr sz="4000" b="1" spc="-150">
                <a:solidFill>
                  <a:srgbClr val="000000"/>
                </a:solidFill>
                <a:latin typeface="Arial"/>
                <a:cs typeface="Arial"/>
              </a:rPr>
              <a:t> </a:t>
            </a:r>
            <a:r>
              <a:rPr sz="4000" b="1">
                <a:solidFill>
                  <a:srgbClr val="000000"/>
                </a:solidFill>
                <a:latin typeface="Arial"/>
                <a:cs typeface="Arial"/>
              </a:rPr>
              <a:t>Clients</a:t>
            </a:r>
            <a:r>
              <a:rPr sz="4000" b="1" spc="-140">
                <a:solidFill>
                  <a:srgbClr val="000000"/>
                </a:solidFill>
                <a:latin typeface="Arial"/>
                <a:cs typeface="Arial"/>
              </a:rPr>
              <a:t> </a:t>
            </a:r>
            <a:r>
              <a:rPr sz="4000" b="1" spc="-10">
                <a:solidFill>
                  <a:srgbClr val="000000"/>
                </a:solidFill>
                <a:latin typeface="Arial"/>
                <a:cs typeface="Arial"/>
              </a:rPr>
              <a:t>Coordination</a:t>
            </a:r>
            <a:endParaRPr sz="40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38</a:t>
            </a:fld>
            <a:endParaRPr spc="-25"/>
          </a:p>
        </p:txBody>
      </p:sp>
      <p:sp>
        <p:nvSpPr>
          <p:cNvPr id="3" name="object 3"/>
          <p:cNvSpPr txBox="1"/>
          <p:nvPr/>
        </p:nvSpPr>
        <p:spPr>
          <a:xfrm>
            <a:off x="546237" y="983838"/>
            <a:ext cx="11369120" cy="4891083"/>
          </a:xfrm>
          <a:prstGeom prst="rect">
            <a:avLst/>
          </a:prstGeom>
        </p:spPr>
        <p:txBody>
          <a:bodyPr vert="horz" wrap="square" lIns="0" tIns="35560" rIns="0" bIns="0" rtlCol="0" anchor="t">
            <a:spAutoFit/>
          </a:bodyPr>
          <a:lstStyle/>
          <a:p>
            <a:pPr marL="355600" indent="-342900">
              <a:lnSpc>
                <a:spcPct val="100000"/>
              </a:lnSpc>
              <a:spcBef>
                <a:spcPts val="280"/>
              </a:spcBef>
              <a:buFont typeface="Arial"/>
              <a:buChar char="•"/>
              <a:tabLst>
                <a:tab pos="355600" algn="l"/>
              </a:tabLst>
            </a:pPr>
            <a:r>
              <a:rPr sz="2400" b="1">
                <a:latin typeface="Arial"/>
                <a:cs typeface="Arial"/>
              </a:rPr>
              <a:t>Teams</a:t>
            </a:r>
            <a:r>
              <a:rPr sz="2400" b="1" spc="-55">
                <a:latin typeface="Arial"/>
                <a:cs typeface="Arial"/>
              </a:rPr>
              <a:t> </a:t>
            </a:r>
            <a:r>
              <a:rPr sz="2400" b="1">
                <a:latin typeface="Arial"/>
                <a:cs typeface="Arial"/>
              </a:rPr>
              <a:t>to</a:t>
            </a:r>
            <a:r>
              <a:rPr sz="2400" b="1" spc="-40">
                <a:latin typeface="Arial"/>
                <a:cs typeface="Arial"/>
              </a:rPr>
              <a:t> </a:t>
            </a:r>
            <a:r>
              <a:rPr sz="2400" b="1">
                <a:latin typeface="Arial"/>
                <a:cs typeface="Arial"/>
              </a:rPr>
              <a:t>work</a:t>
            </a:r>
            <a:r>
              <a:rPr sz="2400" b="1" spc="-60">
                <a:latin typeface="Arial"/>
                <a:cs typeface="Arial"/>
              </a:rPr>
              <a:t> </a:t>
            </a:r>
            <a:r>
              <a:rPr sz="2400" b="1">
                <a:latin typeface="Arial"/>
                <a:cs typeface="Arial"/>
              </a:rPr>
              <a:t>with</a:t>
            </a:r>
            <a:r>
              <a:rPr sz="2400" b="1" spc="-60">
                <a:latin typeface="Arial"/>
                <a:cs typeface="Arial"/>
              </a:rPr>
              <a:t> </a:t>
            </a:r>
            <a:r>
              <a:rPr sz="2400" b="1">
                <a:latin typeface="Arial"/>
                <a:cs typeface="Arial"/>
              </a:rPr>
              <a:t>project</a:t>
            </a:r>
            <a:r>
              <a:rPr sz="2400" b="1" spc="-30">
                <a:latin typeface="Arial"/>
                <a:cs typeface="Arial"/>
              </a:rPr>
              <a:t> </a:t>
            </a:r>
            <a:r>
              <a:rPr sz="2400" b="1" spc="-10">
                <a:latin typeface="Arial"/>
                <a:cs typeface="Arial"/>
              </a:rPr>
              <a:t>client</a:t>
            </a:r>
            <a:endParaRPr sz="2400">
              <a:latin typeface="Arial"/>
              <a:cs typeface="Arial"/>
            </a:endParaRPr>
          </a:p>
          <a:p>
            <a:pPr marL="812800" lvl="1" indent="-342900">
              <a:lnSpc>
                <a:spcPct val="100000"/>
              </a:lnSpc>
              <a:spcBef>
                <a:spcPts val="155"/>
              </a:spcBef>
              <a:buChar char="•"/>
              <a:tabLst>
                <a:tab pos="812800" algn="l"/>
              </a:tabLst>
            </a:pPr>
            <a:r>
              <a:rPr sz="2000">
                <a:latin typeface="Arial"/>
                <a:cs typeface="Arial"/>
              </a:rPr>
              <a:t>Project</a:t>
            </a:r>
            <a:r>
              <a:rPr sz="2000" spc="-55">
                <a:latin typeface="Arial"/>
                <a:cs typeface="Arial"/>
              </a:rPr>
              <a:t> </a:t>
            </a:r>
            <a:r>
              <a:rPr sz="2000">
                <a:latin typeface="Arial"/>
                <a:cs typeface="Arial"/>
              </a:rPr>
              <a:t>stakeholders</a:t>
            </a:r>
            <a:r>
              <a:rPr sz="2000" spc="-15">
                <a:latin typeface="Arial"/>
                <a:cs typeface="Arial"/>
              </a:rPr>
              <a:t> </a:t>
            </a:r>
            <a:r>
              <a:rPr sz="2000">
                <a:latin typeface="Arial"/>
                <a:cs typeface="Arial"/>
              </a:rPr>
              <a:t>–</a:t>
            </a:r>
            <a:r>
              <a:rPr sz="2000" spc="-55">
                <a:latin typeface="Arial"/>
                <a:cs typeface="Arial"/>
              </a:rPr>
              <a:t> </a:t>
            </a:r>
            <a:r>
              <a:rPr sz="2000">
                <a:latin typeface="Arial"/>
                <a:cs typeface="Arial"/>
              </a:rPr>
              <a:t>(e.g.,</a:t>
            </a:r>
            <a:r>
              <a:rPr sz="2000" spc="-65">
                <a:latin typeface="Arial"/>
                <a:cs typeface="Arial"/>
              </a:rPr>
              <a:t> </a:t>
            </a:r>
            <a:r>
              <a:rPr sz="2000">
                <a:latin typeface="Arial"/>
                <a:cs typeface="Arial"/>
              </a:rPr>
              <a:t>industry</a:t>
            </a:r>
            <a:r>
              <a:rPr sz="2000" spc="-45">
                <a:latin typeface="Arial"/>
                <a:cs typeface="Arial"/>
              </a:rPr>
              <a:t> </a:t>
            </a:r>
            <a:r>
              <a:rPr sz="2000">
                <a:latin typeface="Arial"/>
                <a:cs typeface="Arial"/>
              </a:rPr>
              <a:t>partners,</a:t>
            </a:r>
            <a:r>
              <a:rPr sz="2000" spc="-40">
                <a:latin typeface="Arial"/>
                <a:cs typeface="Arial"/>
              </a:rPr>
              <a:t> </a:t>
            </a:r>
            <a:r>
              <a:rPr sz="2000">
                <a:latin typeface="Arial"/>
                <a:cs typeface="Arial"/>
              </a:rPr>
              <a:t>research</a:t>
            </a:r>
            <a:r>
              <a:rPr sz="2000" spc="-45">
                <a:latin typeface="Arial"/>
                <a:cs typeface="Arial"/>
              </a:rPr>
              <a:t> </a:t>
            </a:r>
            <a:r>
              <a:rPr sz="2000" spc="-10">
                <a:latin typeface="Arial"/>
                <a:cs typeface="Arial"/>
              </a:rPr>
              <a:t>assistants)</a:t>
            </a:r>
            <a:endParaRPr sz="2000">
              <a:latin typeface="Arial"/>
              <a:cs typeface="Arial"/>
            </a:endParaRPr>
          </a:p>
          <a:p>
            <a:pPr marL="812800" lvl="1" indent="-342900">
              <a:lnSpc>
                <a:spcPct val="100000"/>
              </a:lnSpc>
              <a:spcBef>
                <a:spcPts val="145"/>
              </a:spcBef>
              <a:buChar char="•"/>
              <a:tabLst>
                <a:tab pos="812800" algn="l"/>
              </a:tabLst>
            </a:pPr>
            <a:r>
              <a:rPr sz="2000">
                <a:latin typeface="Arial"/>
                <a:cs typeface="Arial"/>
              </a:rPr>
              <a:t>Requirements</a:t>
            </a:r>
            <a:r>
              <a:rPr sz="2000" spc="-10">
                <a:latin typeface="Arial"/>
                <a:cs typeface="Arial"/>
              </a:rPr>
              <a:t> </a:t>
            </a:r>
            <a:r>
              <a:rPr sz="2000">
                <a:latin typeface="Arial"/>
                <a:cs typeface="Arial"/>
              </a:rPr>
              <a:t>elicitation</a:t>
            </a:r>
            <a:r>
              <a:rPr sz="2000" spc="-20">
                <a:latin typeface="Arial"/>
                <a:cs typeface="Arial"/>
              </a:rPr>
              <a:t> </a:t>
            </a:r>
            <a:r>
              <a:rPr sz="2000">
                <a:latin typeface="Arial"/>
                <a:cs typeface="Arial"/>
              </a:rPr>
              <a:t>and</a:t>
            </a:r>
            <a:r>
              <a:rPr sz="2000" spc="-45">
                <a:latin typeface="Arial"/>
                <a:cs typeface="Arial"/>
              </a:rPr>
              <a:t> </a:t>
            </a:r>
            <a:r>
              <a:rPr sz="2000">
                <a:latin typeface="Arial"/>
                <a:cs typeface="Arial"/>
              </a:rPr>
              <a:t>scope</a:t>
            </a:r>
            <a:r>
              <a:rPr sz="2000" spc="-30">
                <a:latin typeface="Arial"/>
                <a:cs typeface="Arial"/>
              </a:rPr>
              <a:t> </a:t>
            </a:r>
            <a:r>
              <a:rPr sz="2000">
                <a:latin typeface="Arial"/>
                <a:cs typeface="Arial"/>
              </a:rPr>
              <a:t>–</a:t>
            </a:r>
            <a:r>
              <a:rPr sz="2000" spc="-55">
                <a:latin typeface="Arial"/>
                <a:cs typeface="Arial"/>
              </a:rPr>
              <a:t> </a:t>
            </a:r>
            <a:r>
              <a:rPr sz="2000">
                <a:latin typeface="Arial"/>
                <a:cs typeface="Arial"/>
              </a:rPr>
              <a:t>by</a:t>
            </a:r>
            <a:r>
              <a:rPr sz="2000" spc="-60">
                <a:latin typeface="Arial"/>
                <a:cs typeface="Arial"/>
              </a:rPr>
              <a:t> </a:t>
            </a:r>
            <a:r>
              <a:rPr sz="2000">
                <a:latin typeface="Arial"/>
                <a:cs typeface="Arial"/>
              </a:rPr>
              <a:t>Week</a:t>
            </a:r>
            <a:r>
              <a:rPr sz="2000" spc="-50">
                <a:latin typeface="Arial"/>
                <a:cs typeface="Arial"/>
              </a:rPr>
              <a:t> </a:t>
            </a:r>
            <a:r>
              <a:rPr sz="2000">
                <a:latin typeface="Arial"/>
                <a:cs typeface="Arial"/>
              </a:rPr>
              <a:t>3</a:t>
            </a:r>
            <a:r>
              <a:rPr sz="2000" spc="-45">
                <a:latin typeface="Arial"/>
                <a:cs typeface="Arial"/>
              </a:rPr>
              <a:t> </a:t>
            </a:r>
            <a:endParaRPr sz="2000" spc="-10">
              <a:latin typeface="Arial"/>
              <a:cs typeface="Arial"/>
            </a:endParaRPr>
          </a:p>
          <a:p>
            <a:pPr marL="812800" lvl="1" indent="-342900">
              <a:lnSpc>
                <a:spcPct val="100000"/>
              </a:lnSpc>
              <a:spcBef>
                <a:spcPts val="145"/>
              </a:spcBef>
              <a:buChar char="•"/>
              <a:tabLst>
                <a:tab pos="812800" algn="l"/>
              </a:tabLst>
            </a:pPr>
            <a:r>
              <a:rPr sz="2000">
                <a:latin typeface="Arial"/>
                <a:cs typeface="Arial"/>
              </a:rPr>
              <a:t>Sprint</a:t>
            </a:r>
            <a:r>
              <a:rPr sz="2000" spc="-90">
                <a:latin typeface="Arial"/>
                <a:cs typeface="Arial"/>
              </a:rPr>
              <a:t> </a:t>
            </a:r>
            <a:r>
              <a:rPr sz="2000">
                <a:latin typeface="Arial"/>
                <a:cs typeface="Arial"/>
              </a:rPr>
              <a:t>demos,</a:t>
            </a:r>
            <a:r>
              <a:rPr sz="2000" spc="-70">
                <a:latin typeface="Arial"/>
                <a:cs typeface="Arial"/>
              </a:rPr>
              <a:t> </a:t>
            </a:r>
            <a:r>
              <a:rPr sz="2000">
                <a:latin typeface="Arial"/>
                <a:cs typeface="Arial"/>
              </a:rPr>
              <a:t>deliverables/outcomes,</a:t>
            </a:r>
            <a:r>
              <a:rPr sz="2000" spc="-45">
                <a:latin typeface="Arial"/>
                <a:cs typeface="Arial"/>
              </a:rPr>
              <a:t> </a:t>
            </a:r>
            <a:r>
              <a:rPr sz="2000" spc="-10">
                <a:latin typeface="Arial"/>
                <a:cs typeface="Arial"/>
              </a:rPr>
              <a:t>handover/documentation</a:t>
            </a:r>
            <a:endParaRPr sz="2000">
              <a:latin typeface="Arial"/>
              <a:cs typeface="Arial"/>
            </a:endParaRPr>
          </a:p>
          <a:p>
            <a:pPr marL="812800" lvl="1" indent="-342900">
              <a:lnSpc>
                <a:spcPct val="100000"/>
              </a:lnSpc>
              <a:spcBef>
                <a:spcPts val="145"/>
              </a:spcBef>
              <a:buChar char="•"/>
              <a:tabLst>
                <a:tab pos="812800" algn="l"/>
              </a:tabLst>
            </a:pPr>
            <a:r>
              <a:rPr sz="2000" spc="-20">
                <a:latin typeface="Arial"/>
                <a:cs typeface="Arial"/>
              </a:rPr>
              <a:t>Bi-</a:t>
            </a:r>
            <a:r>
              <a:rPr sz="2000">
                <a:latin typeface="Arial"/>
                <a:cs typeface="Arial"/>
              </a:rPr>
              <a:t>weekly/milestone</a:t>
            </a:r>
            <a:r>
              <a:rPr sz="2000" spc="-20">
                <a:latin typeface="Arial"/>
                <a:cs typeface="Arial"/>
              </a:rPr>
              <a:t> </a:t>
            </a:r>
            <a:r>
              <a:rPr sz="2000">
                <a:latin typeface="Arial"/>
                <a:cs typeface="Arial"/>
              </a:rPr>
              <a:t>meetings</a:t>
            </a:r>
            <a:r>
              <a:rPr sz="2000" spc="-45">
                <a:latin typeface="Arial"/>
                <a:cs typeface="Arial"/>
              </a:rPr>
              <a:t> </a:t>
            </a:r>
            <a:r>
              <a:rPr sz="2000">
                <a:latin typeface="Arial"/>
                <a:cs typeface="Arial"/>
              </a:rPr>
              <a:t>(e.g.,</a:t>
            </a:r>
            <a:r>
              <a:rPr sz="2000" spc="-60">
                <a:latin typeface="Arial"/>
                <a:cs typeface="Arial"/>
              </a:rPr>
              <a:t> </a:t>
            </a:r>
            <a:r>
              <a:rPr sz="2000">
                <a:latin typeface="Arial"/>
                <a:cs typeface="Arial"/>
              </a:rPr>
              <a:t>demos)</a:t>
            </a:r>
            <a:r>
              <a:rPr sz="2000" spc="-50">
                <a:latin typeface="Arial"/>
                <a:cs typeface="Arial"/>
              </a:rPr>
              <a:t> </a:t>
            </a:r>
            <a:r>
              <a:rPr sz="2000">
                <a:latin typeface="Arial"/>
                <a:cs typeface="Arial"/>
              </a:rPr>
              <a:t>and</a:t>
            </a:r>
            <a:r>
              <a:rPr sz="2000" spc="-55">
                <a:latin typeface="Arial"/>
                <a:cs typeface="Arial"/>
              </a:rPr>
              <a:t> </a:t>
            </a:r>
            <a:r>
              <a:rPr sz="2000">
                <a:latin typeface="Arial"/>
                <a:cs typeface="Arial"/>
              </a:rPr>
              <a:t>communication</a:t>
            </a:r>
            <a:r>
              <a:rPr sz="2000" spc="10">
                <a:latin typeface="Arial"/>
                <a:cs typeface="Arial"/>
              </a:rPr>
              <a:t> </a:t>
            </a:r>
            <a:r>
              <a:rPr sz="2000">
                <a:latin typeface="Arial"/>
                <a:cs typeface="Arial"/>
              </a:rPr>
              <a:t>–</a:t>
            </a:r>
            <a:r>
              <a:rPr sz="2000" spc="-60">
                <a:latin typeface="Arial"/>
                <a:cs typeface="Arial"/>
              </a:rPr>
              <a:t> </a:t>
            </a:r>
            <a:r>
              <a:rPr sz="2000">
                <a:latin typeface="Arial"/>
                <a:cs typeface="Arial"/>
              </a:rPr>
              <a:t>efficient</a:t>
            </a:r>
            <a:r>
              <a:rPr sz="2000" spc="-60">
                <a:latin typeface="Arial"/>
                <a:cs typeface="Arial"/>
              </a:rPr>
              <a:t> </a:t>
            </a:r>
            <a:r>
              <a:rPr sz="2000">
                <a:latin typeface="Arial"/>
                <a:cs typeface="Arial"/>
              </a:rPr>
              <a:t>and</a:t>
            </a:r>
            <a:r>
              <a:rPr sz="2000" spc="-50">
                <a:latin typeface="Arial"/>
                <a:cs typeface="Arial"/>
              </a:rPr>
              <a:t> </a:t>
            </a:r>
            <a:r>
              <a:rPr sz="2000" spc="-10">
                <a:latin typeface="Arial"/>
                <a:cs typeface="Arial"/>
              </a:rPr>
              <a:t>effective</a:t>
            </a:r>
            <a:endParaRPr sz="2000">
              <a:latin typeface="Arial"/>
              <a:cs typeface="Arial"/>
            </a:endParaRPr>
          </a:p>
          <a:p>
            <a:pPr marL="812800" lvl="1" indent="-342900">
              <a:lnSpc>
                <a:spcPct val="100000"/>
              </a:lnSpc>
              <a:spcBef>
                <a:spcPts val="145"/>
              </a:spcBef>
              <a:buChar char="•"/>
              <a:tabLst>
                <a:tab pos="812800" algn="l"/>
              </a:tabLst>
            </a:pPr>
            <a:r>
              <a:rPr sz="2000">
                <a:latin typeface="Arial"/>
                <a:cs typeface="Arial"/>
              </a:rPr>
              <a:t>Early</a:t>
            </a:r>
            <a:r>
              <a:rPr sz="2000" spc="-55">
                <a:latin typeface="Arial"/>
                <a:cs typeface="Arial"/>
              </a:rPr>
              <a:t> </a:t>
            </a:r>
            <a:r>
              <a:rPr sz="2000">
                <a:latin typeface="Arial"/>
                <a:cs typeface="Arial"/>
              </a:rPr>
              <a:t>feedback</a:t>
            </a:r>
            <a:r>
              <a:rPr sz="2000" spc="-30">
                <a:latin typeface="Arial"/>
                <a:cs typeface="Arial"/>
              </a:rPr>
              <a:t> </a:t>
            </a:r>
            <a:r>
              <a:rPr sz="2000">
                <a:latin typeface="Arial"/>
                <a:cs typeface="Arial"/>
              </a:rPr>
              <a:t>and</a:t>
            </a:r>
            <a:r>
              <a:rPr sz="2000" spc="-50">
                <a:latin typeface="Arial"/>
                <a:cs typeface="Arial"/>
              </a:rPr>
              <a:t> </a:t>
            </a:r>
            <a:r>
              <a:rPr sz="2000">
                <a:latin typeface="Arial"/>
                <a:cs typeface="Arial"/>
              </a:rPr>
              <a:t>changes</a:t>
            </a:r>
            <a:r>
              <a:rPr sz="2000" spc="-30">
                <a:latin typeface="Arial"/>
                <a:cs typeface="Arial"/>
              </a:rPr>
              <a:t> </a:t>
            </a:r>
            <a:r>
              <a:rPr sz="2000">
                <a:latin typeface="Arial"/>
                <a:cs typeface="Arial"/>
              </a:rPr>
              <a:t>(</a:t>
            </a:r>
            <a:r>
              <a:rPr lang="en-US" sz="2000">
                <a:latin typeface="Arial"/>
                <a:cs typeface="Arial"/>
              </a:rPr>
              <a:t>Sprints</a:t>
            </a:r>
            <a:r>
              <a:rPr sz="2000" spc="-55">
                <a:latin typeface="Arial"/>
                <a:cs typeface="Arial"/>
              </a:rPr>
              <a:t> </a:t>
            </a:r>
            <a:r>
              <a:rPr lang="en-US" sz="2000" spc="-10">
                <a:latin typeface="Arial"/>
                <a:cs typeface="Arial"/>
              </a:rPr>
              <a:t>reviews</a:t>
            </a:r>
            <a:r>
              <a:rPr sz="2000" spc="-10">
                <a:latin typeface="Arial"/>
                <a:cs typeface="Arial"/>
              </a:rPr>
              <a:t>)</a:t>
            </a:r>
            <a:endParaRPr sz="2000">
              <a:latin typeface="Arial"/>
              <a:cs typeface="Arial"/>
            </a:endParaRPr>
          </a:p>
          <a:p>
            <a:pPr marL="812800" lvl="1" indent="-342900">
              <a:spcBef>
                <a:spcPts val="145"/>
              </a:spcBef>
              <a:buChar char="•"/>
              <a:tabLst>
                <a:tab pos="812800" algn="l"/>
              </a:tabLst>
            </a:pPr>
            <a:r>
              <a:rPr lang="en-US" sz="2000">
                <a:latin typeface="Arial"/>
                <a:cs typeface="Arial"/>
              </a:rPr>
              <a:t>Product</a:t>
            </a:r>
            <a:r>
              <a:rPr sz="2000" spc="-20">
                <a:latin typeface="Arial"/>
                <a:cs typeface="Arial"/>
              </a:rPr>
              <a:t> </a:t>
            </a:r>
            <a:r>
              <a:rPr sz="2000">
                <a:latin typeface="Arial"/>
                <a:cs typeface="Arial"/>
              </a:rPr>
              <a:t>owner </a:t>
            </a:r>
            <a:r>
              <a:rPr lang="en-US" sz="2000">
                <a:latin typeface="Arial"/>
                <a:cs typeface="Arial"/>
              </a:rPr>
              <a:t>(team lead)</a:t>
            </a:r>
            <a:r>
              <a:rPr lang="en-US" sz="2000" spc="5">
                <a:latin typeface="Arial"/>
                <a:cs typeface="Arial"/>
              </a:rPr>
              <a:t> </a:t>
            </a:r>
            <a:r>
              <a:rPr sz="2000">
                <a:latin typeface="Arial"/>
                <a:cs typeface="Arial"/>
              </a:rPr>
              <a:t>–</a:t>
            </a:r>
            <a:r>
              <a:rPr sz="2000" spc="-40">
                <a:latin typeface="Arial"/>
                <a:cs typeface="Arial"/>
              </a:rPr>
              <a:t> </a:t>
            </a:r>
            <a:r>
              <a:rPr sz="2000">
                <a:latin typeface="Arial"/>
                <a:cs typeface="Arial"/>
              </a:rPr>
              <a:t>act</a:t>
            </a:r>
            <a:r>
              <a:rPr sz="2000" spc="-35">
                <a:latin typeface="Arial"/>
                <a:cs typeface="Arial"/>
              </a:rPr>
              <a:t> </a:t>
            </a:r>
            <a:r>
              <a:rPr sz="2000">
                <a:latin typeface="Arial"/>
                <a:cs typeface="Arial"/>
              </a:rPr>
              <a:t>on</a:t>
            </a:r>
            <a:r>
              <a:rPr sz="2000" spc="-50">
                <a:latin typeface="Arial"/>
                <a:cs typeface="Arial"/>
              </a:rPr>
              <a:t> </a:t>
            </a:r>
            <a:r>
              <a:rPr sz="2000">
                <a:latin typeface="Arial"/>
                <a:cs typeface="Arial"/>
              </a:rPr>
              <a:t>the</a:t>
            </a:r>
            <a:r>
              <a:rPr sz="2000" spc="-35">
                <a:latin typeface="Arial"/>
                <a:cs typeface="Arial"/>
              </a:rPr>
              <a:t> </a:t>
            </a:r>
            <a:r>
              <a:rPr sz="2000">
                <a:latin typeface="Arial"/>
                <a:cs typeface="Arial"/>
              </a:rPr>
              <a:t>client’s</a:t>
            </a:r>
            <a:r>
              <a:rPr sz="2000" spc="-25">
                <a:latin typeface="Arial"/>
                <a:cs typeface="Arial"/>
              </a:rPr>
              <a:t> </a:t>
            </a:r>
            <a:r>
              <a:rPr sz="2000" spc="-10">
                <a:latin typeface="Arial"/>
                <a:cs typeface="Arial"/>
              </a:rPr>
              <a:t>behalf</a:t>
            </a:r>
          </a:p>
          <a:p>
            <a:pPr marL="812800" lvl="1" indent="-342900">
              <a:spcBef>
                <a:spcPts val="145"/>
              </a:spcBef>
              <a:buChar char="•"/>
              <a:tabLst>
                <a:tab pos="812800" algn="l"/>
              </a:tabLst>
            </a:pPr>
            <a:r>
              <a:rPr lang="en-US" sz="2000" spc="-10">
                <a:latin typeface="Arial"/>
                <a:cs typeface="Arial"/>
              </a:rPr>
              <a:t>Scrum master – ensure following scrum roles, events, artefacts</a:t>
            </a:r>
          </a:p>
          <a:p>
            <a:pPr marL="812800" lvl="1" indent="-342900">
              <a:lnSpc>
                <a:spcPct val="100000"/>
              </a:lnSpc>
              <a:spcBef>
                <a:spcPts val="145"/>
              </a:spcBef>
              <a:buChar char="•"/>
              <a:tabLst>
                <a:tab pos="812800" algn="l"/>
              </a:tabLst>
            </a:pPr>
            <a:r>
              <a:rPr sz="2000">
                <a:latin typeface="Arial"/>
                <a:cs typeface="Arial"/>
              </a:rPr>
              <a:t>Be</a:t>
            </a:r>
            <a:r>
              <a:rPr sz="2000" spc="-75">
                <a:latin typeface="Arial"/>
                <a:cs typeface="Arial"/>
              </a:rPr>
              <a:t> </a:t>
            </a:r>
            <a:r>
              <a:rPr sz="2000">
                <a:latin typeface="Arial"/>
                <a:cs typeface="Arial"/>
              </a:rPr>
              <a:t>creative</a:t>
            </a:r>
            <a:r>
              <a:rPr sz="2000" spc="-40">
                <a:latin typeface="Arial"/>
                <a:cs typeface="Arial"/>
              </a:rPr>
              <a:t> </a:t>
            </a:r>
            <a:r>
              <a:rPr sz="2000">
                <a:latin typeface="Arial"/>
                <a:cs typeface="Arial"/>
              </a:rPr>
              <a:t>–</a:t>
            </a:r>
            <a:r>
              <a:rPr sz="2000" spc="-55">
                <a:latin typeface="Arial"/>
                <a:cs typeface="Arial"/>
              </a:rPr>
              <a:t> </a:t>
            </a:r>
            <a:r>
              <a:rPr sz="2000">
                <a:latin typeface="Arial"/>
                <a:cs typeface="Arial"/>
              </a:rPr>
              <a:t>suggest/lead</a:t>
            </a:r>
            <a:r>
              <a:rPr sz="2000" spc="-25">
                <a:latin typeface="Arial"/>
                <a:cs typeface="Arial"/>
              </a:rPr>
              <a:t> </a:t>
            </a:r>
            <a:r>
              <a:rPr sz="2000">
                <a:latin typeface="Arial"/>
                <a:cs typeface="Arial"/>
              </a:rPr>
              <a:t>novel</a:t>
            </a:r>
            <a:r>
              <a:rPr sz="2000" spc="-45">
                <a:latin typeface="Arial"/>
                <a:cs typeface="Arial"/>
              </a:rPr>
              <a:t> </a:t>
            </a:r>
            <a:r>
              <a:rPr sz="2000" spc="-10">
                <a:latin typeface="Arial"/>
                <a:cs typeface="Arial"/>
              </a:rPr>
              <a:t>ideas</a:t>
            </a:r>
            <a:endParaRPr sz="2000">
              <a:latin typeface="Arial"/>
              <a:cs typeface="Arial"/>
            </a:endParaRPr>
          </a:p>
          <a:p>
            <a:pPr marL="812800" lvl="1" indent="-342900">
              <a:lnSpc>
                <a:spcPct val="100000"/>
              </a:lnSpc>
              <a:spcBef>
                <a:spcPts val="145"/>
              </a:spcBef>
              <a:buChar char="•"/>
              <a:tabLst>
                <a:tab pos="812800" algn="l"/>
              </a:tabLst>
            </a:pPr>
            <a:r>
              <a:rPr sz="2000">
                <a:latin typeface="Arial"/>
                <a:cs typeface="Arial"/>
              </a:rPr>
              <a:t>Projects</a:t>
            </a:r>
            <a:r>
              <a:rPr sz="2000" spc="-50">
                <a:latin typeface="Arial"/>
                <a:cs typeface="Arial"/>
              </a:rPr>
              <a:t> </a:t>
            </a:r>
            <a:r>
              <a:rPr sz="2000">
                <a:latin typeface="Arial"/>
                <a:cs typeface="Arial"/>
              </a:rPr>
              <a:t>coordinator</a:t>
            </a:r>
            <a:r>
              <a:rPr sz="2000" spc="-45">
                <a:latin typeface="Arial"/>
                <a:cs typeface="Arial"/>
              </a:rPr>
              <a:t> </a:t>
            </a:r>
            <a:r>
              <a:rPr sz="2000">
                <a:latin typeface="Arial"/>
                <a:cs typeface="Arial"/>
              </a:rPr>
              <a:t>(Basem</a:t>
            </a:r>
            <a:r>
              <a:rPr sz="2000" spc="-45">
                <a:latin typeface="Arial"/>
                <a:cs typeface="Arial"/>
              </a:rPr>
              <a:t> </a:t>
            </a:r>
            <a:r>
              <a:rPr sz="2000">
                <a:latin typeface="Arial"/>
                <a:cs typeface="Arial"/>
              </a:rPr>
              <a:t>Suleiman)</a:t>
            </a:r>
            <a:r>
              <a:rPr sz="2000" spc="-40">
                <a:latin typeface="Arial"/>
                <a:cs typeface="Arial"/>
              </a:rPr>
              <a:t> </a:t>
            </a:r>
            <a:r>
              <a:rPr sz="2000">
                <a:latin typeface="Arial"/>
                <a:cs typeface="Arial"/>
              </a:rPr>
              <a:t>to</a:t>
            </a:r>
            <a:r>
              <a:rPr sz="2000" spc="-75">
                <a:latin typeface="Arial"/>
                <a:cs typeface="Arial"/>
              </a:rPr>
              <a:t> </a:t>
            </a:r>
            <a:r>
              <a:rPr sz="2000">
                <a:latin typeface="Arial"/>
                <a:cs typeface="Arial"/>
              </a:rPr>
              <a:t>facilitate</a:t>
            </a:r>
            <a:r>
              <a:rPr sz="2000" spc="-50">
                <a:latin typeface="Arial"/>
                <a:cs typeface="Arial"/>
              </a:rPr>
              <a:t> </a:t>
            </a:r>
            <a:r>
              <a:rPr sz="2000">
                <a:latin typeface="Arial"/>
                <a:cs typeface="Arial"/>
              </a:rPr>
              <a:t>with</a:t>
            </a:r>
            <a:r>
              <a:rPr sz="2000" spc="-55">
                <a:latin typeface="Arial"/>
                <a:cs typeface="Arial"/>
              </a:rPr>
              <a:t> </a:t>
            </a:r>
            <a:r>
              <a:rPr sz="2000" spc="-10">
                <a:latin typeface="Arial"/>
                <a:cs typeface="Arial"/>
              </a:rPr>
              <a:t>clients</a:t>
            </a:r>
            <a:endParaRPr sz="2000">
              <a:latin typeface="Arial"/>
              <a:cs typeface="Arial"/>
            </a:endParaRPr>
          </a:p>
          <a:p>
            <a:pPr marL="355600" indent="-342900">
              <a:lnSpc>
                <a:spcPct val="100000"/>
              </a:lnSpc>
              <a:spcBef>
                <a:spcPts val="1910"/>
              </a:spcBef>
              <a:buFont typeface="Arial"/>
              <a:buChar char="•"/>
              <a:tabLst>
                <a:tab pos="355600" algn="l"/>
              </a:tabLst>
            </a:pPr>
            <a:r>
              <a:rPr sz="2400" b="1">
                <a:latin typeface="Arial"/>
                <a:cs typeface="Arial"/>
              </a:rPr>
              <a:t>Teams</a:t>
            </a:r>
            <a:r>
              <a:rPr sz="2400" b="1" spc="-60">
                <a:latin typeface="Arial"/>
                <a:cs typeface="Arial"/>
              </a:rPr>
              <a:t> </a:t>
            </a:r>
            <a:r>
              <a:rPr sz="2400" b="1">
                <a:latin typeface="Arial"/>
                <a:cs typeface="Arial"/>
              </a:rPr>
              <a:t>to</a:t>
            </a:r>
            <a:r>
              <a:rPr sz="2400" b="1" spc="-50">
                <a:latin typeface="Arial"/>
                <a:cs typeface="Arial"/>
              </a:rPr>
              <a:t> </a:t>
            </a:r>
            <a:r>
              <a:rPr sz="2400" b="1">
                <a:latin typeface="Arial"/>
                <a:cs typeface="Arial"/>
              </a:rPr>
              <a:t>manage</a:t>
            </a:r>
            <a:r>
              <a:rPr sz="2400" b="1" spc="-50">
                <a:latin typeface="Arial"/>
                <a:cs typeface="Arial"/>
              </a:rPr>
              <a:t> </a:t>
            </a:r>
            <a:r>
              <a:rPr sz="2400" b="1">
                <a:latin typeface="Arial"/>
                <a:cs typeface="Arial"/>
              </a:rPr>
              <a:t>with</a:t>
            </a:r>
            <a:r>
              <a:rPr sz="2400" b="1" spc="-60">
                <a:latin typeface="Arial"/>
                <a:cs typeface="Arial"/>
              </a:rPr>
              <a:t> </a:t>
            </a:r>
            <a:r>
              <a:rPr sz="2400" b="1">
                <a:latin typeface="Arial"/>
                <a:cs typeface="Arial"/>
              </a:rPr>
              <a:t>Product</a:t>
            </a:r>
            <a:r>
              <a:rPr sz="2400" b="1" spc="-40">
                <a:latin typeface="Arial"/>
                <a:cs typeface="Arial"/>
              </a:rPr>
              <a:t> </a:t>
            </a:r>
            <a:r>
              <a:rPr sz="2400" b="1" spc="-10">
                <a:latin typeface="Arial"/>
                <a:cs typeface="Arial"/>
              </a:rPr>
              <a:t>Owner</a:t>
            </a:r>
            <a:endParaRPr sz="2400">
              <a:latin typeface="Arial"/>
              <a:cs typeface="Arial"/>
            </a:endParaRPr>
          </a:p>
          <a:p>
            <a:pPr marL="812800" lvl="1" indent="-342900">
              <a:lnSpc>
                <a:spcPct val="100000"/>
              </a:lnSpc>
              <a:spcBef>
                <a:spcPts val="155"/>
              </a:spcBef>
              <a:buChar char="•"/>
              <a:tabLst>
                <a:tab pos="812800" algn="l"/>
              </a:tabLst>
            </a:pPr>
            <a:r>
              <a:rPr sz="2000">
                <a:latin typeface="Arial"/>
                <a:cs typeface="Arial"/>
              </a:rPr>
              <a:t>Product</a:t>
            </a:r>
            <a:r>
              <a:rPr sz="2000" spc="-30">
                <a:latin typeface="Arial"/>
                <a:cs typeface="Arial"/>
              </a:rPr>
              <a:t> </a:t>
            </a:r>
            <a:r>
              <a:rPr sz="2000">
                <a:latin typeface="Arial"/>
                <a:cs typeface="Arial"/>
              </a:rPr>
              <a:t>owner</a:t>
            </a:r>
            <a:r>
              <a:rPr sz="2000" spc="-20">
                <a:latin typeface="Arial"/>
                <a:cs typeface="Arial"/>
              </a:rPr>
              <a:t> </a:t>
            </a:r>
            <a:r>
              <a:rPr sz="2000">
                <a:latin typeface="Arial"/>
                <a:cs typeface="Arial"/>
              </a:rPr>
              <a:t>act</a:t>
            </a:r>
            <a:r>
              <a:rPr sz="2000" spc="-50">
                <a:latin typeface="Arial"/>
                <a:cs typeface="Arial"/>
              </a:rPr>
              <a:t> </a:t>
            </a:r>
            <a:r>
              <a:rPr sz="2000">
                <a:latin typeface="Arial"/>
                <a:cs typeface="Arial"/>
              </a:rPr>
              <a:t>as</a:t>
            </a:r>
            <a:r>
              <a:rPr sz="2000" spc="-55">
                <a:latin typeface="Arial"/>
                <a:cs typeface="Arial"/>
              </a:rPr>
              <a:t> </a:t>
            </a:r>
            <a:r>
              <a:rPr sz="2000">
                <a:latin typeface="Arial"/>
                <a:cs typeface="Arial"/>
              </a:rPr>
              <a:t>client</a:t>
            </a:r>
            <a:r>
              <a:rPr sz="2000" spc="-40">
                <a:latin typeface="Arial"/>
                <a:cs typeface="Arial"/>
              </a:rPr>
              <a:t> </a:t>
            </a:r>
            <a:r>
              <a:rPr sz="2000">
                <a:latin typeface="Arial"/>
                <a:cs typeface="Arial"/>
              </a:rPr>
              <a:t>to</a:t>
            </a:r>
            <a:r>
              <a:rPr sz="2000" spc="-55">
                <a:latin typeface="Arial"/>
                <a:cs typeface="Arial"/>
              </a:rPr>
              <a:t> </a:t>
            </a:r>
            <a:r>
              <a:rPr sz="2000">
                <a:latin typeface="Arial"/>
                <a:cs typeface="Arial"/>
              </a:rPr>
              <a:t>their</a:t>
            </a:r>
            <a:r>
              <a:rPr sz="2000" spc="-40">
                <a:latin typeface="Arial"/>
                <a:cs typeface="Arial"/>
              </a:rPr>
              <a:t> </a:t>
            </a:r>
            <a:r>
              <a:rPr sz="2000">
                <a:latin typeface="Arial"/>
                <a:cs typeface="Arial"/>
              </a:rPr>
              <a:t>best</a:t>
            </a:r>
            <a:r>
              <a:rPr sz="2000" spc="-45">
                <a:latin typeface="Arial"/>
                <a:cs typeface="Arial"/>
              </a:rPr>
              <a:t> </a:t>
            </a:r>
            <a:r>
              <a:rPr sz="2000">
                <a:latin typeface="Arial"/>
                <a:cs typeface="Arial"/>
              </a:rPr>
              <a:t>knowledge or</a:t>
            </a:r>
            <a:r>
              <a:rPr sz="2000" spc="-55">
                <a:latin typeface="Arial"/>
                <a:cs typeface="Arial"/>
              </a:rPr>
              <a:t> </a:t>
            </a:r>
            <a:r>
              <a:rPr sz="2000">
                <a:latin typeface="Arial"/>
                <a:cs typeface="Arial"/>
              </a:rPr>
              <a:t>best</a:t>
            </a:r>
            <a:r>
              <a:rPr sz="2000" spc="-40">
                <a:latin typeface="Arial"/>
                <a:cs typeface="Arial"/>
              </a:rPr>
              <a:t> </a:t>
            </a:r>
            <a:r>
              <a:rPr sz="2000">
                <a:latin typeface="Arial"/>
                <a:cs typeface="Arial"/>
              </a:rPr>
              <a:t>practice</a:t>
            </a:r>
            <a:r>
              <a:rPr sz="2000" spc="-30">
                <a:latin typeface="Arial"/>
                <a:cs typeface="Arial"/>
              </a:rPr>
              <a:t> </a:t>
            </a:r>
            <a:r>
              <a:rPr sz="2000">
                <a:latin typeface="Arial"/>
                <a:cs typeface="Arial"/>
              </a:rPr>
              <a:t>(Scrum</a:t>
            </a:r>
            <a:r>
              <a:rPr sz="2000" spc="-45">
                <a:latin typeface="Arial"/>
                <a:cs typeface="Arial"/>
              </a:rPr>
              <a:t> </a:t>
            </a:r>
            <a:r>
              <a:rPr sz="2000" spc="-10">
                <a:latin typeface="Arial"/>
                <a:cs typeface="Arial"/>
              </a:rPr>
              <a:t>method)</a:t>
            </a:r>
            <a:endParaRPr sz="2000">
              <a:latin typeface="Arial"/>
              <a:cs typeface="Arial"/>
            </a:endParaRPr>
          </a:p>
          <a:p>
            <a:pPr marL="812800" lvl="1" indent="-342900">
              <a:lnSpc>
                <a:spcPct val="100000"/>
              </a:lnSpc>
              <a:spcBef>
                <a:spcPts val="145"/>
              </a:spcBef>
              <a:buChar char="•"/>
              <a:tabLst>
                <a:tab pos="812800" algn="l"/>
              </a:tabLst>
            </a:pPr>
            <a:r>
              <a:rPr sz="2000">
                <a:latin typeface="Arial"/>
                <a:cs typeface="Arial"/>
              </a:rPr>
              <a:t>Team</a:t>
            </a:r>
            <a:r>
              <a:rPr sz="2000" spc="-60">
                <a:latin typeface="Arial"/>
                <a:cs typeface="Arial"/>
              </a:rPr>
              <a:t> </a:t>
            </a:r>
            <a:r>
              <a:rPr sz="2000">
                <a:latin typeface="Arial"/>
                <a:cs typeface="Arial"/>
              </a:rPr>
              <a:t>to</a:t>
            </a:r>
            <a:r>
              <a:rPr sz="2000" spc="-65">
                <a:latin typeface="Arial"/>
                <a:cs typeface="Arial"/>
              </a:rPr>
              <a:t> </a:t>
            </a:r>
            <a:r>
              <a:rPr sz="2000">
                <a:latin typeface="Arial"/>
                <a:cs typeface="Arial"/>
              </a:rPr>
              <a:t>experience</a:t>
            </a:r>
            <a:r>
              <a:rPr sz="2000" spc="-15">
                <a:latin typeface="Arial"/>
                <a:cs typeface="Arial"/>
              </a:rPr>
              <a:t> </a:t>
            </a:r>
            <a:r>
              <a:rPr sz="2000">
                <a:latin typeface="Arial"/>
                <a:cs typeface="Arial"/>
              </a:rPr>
              <a:t>working</a:t>
            </a:r>
            <a:r>
              <a:rPr sz="2000" spc="-25">
                <a:latin typeface="Arial"/>
                <a:cs typeface="Arial"/>
              </a:rPr>
              <a:t> </a:t>
            </a:r>
            <a:r>
              <a:rPr sz="2000">
                <a:latin typeface="Arial"/>
                <a:cs typeface="Arial"/>
              </a:rPr>
              <a:t>with</a:t>
            </a:r>
            <a:r>
              <a:rPr sz="2000" spc="-45">
                <a:latin typeface="Arial"/>
                <a:cs typeface="Arial"/>
              </a:rPr>
              <a:t> </a:t>
            </a:r>
            <a:r>
              <a:rPr sz="2000">
                <a:latin typeface="Arial"/>
                <a:cs typeface="Arial"/>
              </a:rPr>
              <a:t>product</a:t>
            </a:r>
            <a:r>
              <a:rPr sz="2000" spc="-45">
                <a:latin typeface="Arial"/>
                <a:cs typeface="Arial"/>
              </a:rPr>
              <a:t> </a:t>
            </a:r>
            <a:r>
              <a:rPr sz="2000" spc="-10">
                <a:latin typeface="Arial"/>
                <a:cs typeface="Arial"/>
              </a:rPr>
              <a:t>owner</a:t>
            </a:r>
            <a:endParaRPr sz="2000">
              <a:latin typeface="Arial"/>
              <a:cs typeface="Arial"/>
            </a:endParaRPr>
          </a:p>
          <a:p>
            <a:pPr marL="812800" lvl="1" indent="-342900">
              <a:spcBef>
                <a:spcPts val="145"/>
              </a:spcBef>
              <a:buChar char="•"/>
              <a:tabLst>
                <a:tab pos="812800" algn="l"/>
              </a:tabLst>
            </a:pPr>
            <a:r>
              <a:rPr sz="2000">
                <a:latin typeface="Arial"/>
                <a:cs typeface="Arial"/>
              </a:rPr>
              <a:t>Product</a:t>
            </a:r>
            <a:r>
              <a:rPr sz="2000" spc="-35">
                <a:latin typeface="Arial"/>
                <a:cs typeface="Arial"/>
              </a:rPr>
              <a:t> </a:t>
            </a:r>
            <a:r>
              <a:rPr sz="2000">
                <a:latin typeface="Arial"/>
                <a:cs typeface="Arial"/>
              </a:rPr>
              <a:t>owners</a:t>
            </a:r>
            <a:r>
              <a:rPr sz="2000" spc="-25">
                <a:latin typeface="Arial"/>
                <a:cs typeface="Arial"/>
              </a:rPr>
              <a:t> </a:t>
            </a:r>
            <a:r>
              <a:rPr lang="en-US" sz="2000" spc="-25">
                <a:latin typeface="Arial"/>
                <a:cs typeface="Arial"/>
              </a:rPr>
              <a:t>and Scum Masters </a:t>
            </a:r>
            <a:r>
              <a:rPr lang="en-US" sz="2000">
                <a:latin typeface="Arial"/>
                <a:cs typeface="Arial"/>
              </a:rPr>
              <a:t>will</a:t>
            </a:r>
            <a:r>
              <a:rPr sz="2000" spc="-40">
                <a:latin typeface="Arial"/>
                <a:cs typeface="Arial"/>
              </a:rPr>
              <a:t> </a:t>
            </a:r>
            <a:r>
              <a:rPr sz="2000">
                <a:latin typeface="Arial"/>
                <a:cs typeface="Arial"/>
              </a:rPr>
              <a:t>also</a:t>
            </a:r>
            <a:r>
              <a:rPr sz="2000" spc="-60">
                <a:latin typeface="Arial"/>
                <a:cs typeface="Arial"/>
              </a:rPr>
              <a:t> </a:t>
            </a:r>
            <a:r>
              <a:rPr lang="en-US" sz="2000">
                <a:latin typeface="Arial"/>
                <a:cs typeface="Arial"/>
              </a:rPr>
              <a:t>members</a:t>
            </a:r>
            <a:r>
              <a:rPr sz="2000" spc="-30">
                <a:latin typeface="Arial"/>
                <a:cs typeface="Arial"/>
              </a:rPr>
              <a:t> </a:t>
            </a:r>
            <a:r>
              <a:rPr sz="2000">
                <a:latin typeface="Arial"/>
                <a:cs typeface="Arial"/>
              </a:rPr>
              <a:t>of</a:t>
            </a:r>
            <a:r>
              <a:rPr sz="2000" spc="-60">
                <a:latin typeface="Arial"/>
                <a:cs typeface="Arial"/>
              </a:rPr>
              <a:t> </a:t>
            </a:r>
            <a:r>
              <a:rPr sz="2000">
                <a:latin typeface="Arial"/>
                <a:cs typeface="Arial"/>
              </a:rPr>
              <a:t>the</a:t>
            </a:r>
            <a:r>
              <a:rPr sz="2000" spc="-45">
                <a:latin typeface="Arial"/>
                <a:cs typeface="Arial"/>
              </a:rPr>
              <a:t> </a:t>
            </a:r>
            <a:r>
              <a:rPr sz="2000">
                <a:latin typeface="Arial"/>
                <a:cs typeface="Arial"/>
              </a:rPr>
              <a:t>development</a:t>
            </a:r>
            <a:r>
              <a:rPr sz="2000" spc="-10">
                <a:latin typeface="Arial"/>
                <a:cs typeface="Arial"/>
              </a:rPr>
              <a:t> </a:t>
            </a:r>
            <a:r>
              <a:rPr sz="2000" spc="-20">
                <a:latin typeface="Arial"/>
                <a:cs typeface="Arial"/>
              </a:rPr>
              <a:t>team</a:t>
            </a:r>
            <a:endParaRPr sz="2000">
              <a:latin typeface="Arial"/>
              <a:cs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extbox 218"/>
          <p:cNvSpPr/>
          <p:nvPr/>
        </p:nvSpPr>
        <p:spPr>
          <a:xfrm>
            <a:off x="557191" y="326080"/>
            <a:ext cx="11087100" cy="5426709"/>
          </a:xfrm>
          <a:prstGeom prst="rect">
            <a:avLst/>
          </a:prstGeom>
          <a:noFill/>
          <a:ln w="0" cap="flat">
            <a:noFill/>
            <a:prstDash val="solid"/>
            <a:miter lim="0"/>
          </a:ln>
        </p:spPr>
        <p:txBody>
          <a:bodyPr vert="horz" wrap="square" lIns="0" tIns="0" rIns="0" bIns="0" anchor="t"/>
          <a:lstStyle/>
          <a:p>
            <a:pPr algn="l" rtl="0" eaLnBrk="0">
              <a:lnSpc>
                <a:spcPct val="77000"/>
              </a:lnSpc>
            </a:pPr>
            <a:endParaRPr sz="100">
              <a:latin typeface="Arial" panose="020B0604020202020204"/>
              <a:ea typeface="Arial" panose="020B0604020202020204"/>
              <a:cs typeface="Arial" panose="020B0604020202020204"/>
            </a:endParaRPr>
          </a:p>
          <a:p>
            <a:pPr marL="29845" algn="l" rtl="0" eaLnBrk="0">
              <a:lnSpc>
                <a:spcPct val="85000"/>
              </a:lnSpc>
            </a:pPr>
            <a:r>
              <a:rPr sz="3900" b="1" kern="0" spc="0">
                <a:solidFill>
                  <a:srgbClr val="000000">
                    <a:alpha val="100000"/>
                  </a:srgbClr>
                </a:solidFill>
                <a:latin typeface="Arial" panose="020B0604020202020204"/>
                <a:ea typeface="Arial" panose="020B0604020202020204"/>
                <a:cs typeface="Arial" panose="020B0604020202020204"/>
              </a:rPr>
              <a:t>Project</a:t>
            </a:r>
            <a:r>
              <a:rPr sz="3900" b="1" kern="0" spc="280">
                <a:solidFill>
                  <a:srgbClr val="000000">
                    <a:alpha val="100000"/>
                  </a:srgbClr>
                </a:solidFill>
                <a:latin typeface="Arial" panose="020B0604020202020204"/>
                <a:ea typeface="Arial" panose="020B0604020202020204"/>
                <a:cs typeface="Arial" panose="020B0604020202020204"/>
              </a:rPr>
              <a:t> </a:t>
            </a:r>
            <a:r>
              <a:rPr sz="3900" b="1" kern="0" spc="0">
                <a:solidFill>
                  <a:srgbClr val="000000">
                    <a:alpha val="100000"/>
                  </a:srgbClr>
                </a:solidFill>
                <a:latin typeface="Arial" panose="020B0604020202020204"/>
                <a:ea typeface="Arial" panose="020B0604020202020204"/>
                <a:cs typeface="Arial" panose="020B0604020202020204"/>
              </a:rPr>
              <a:t>Clients</a:t>
            </a:r>
            <a:r>
              <a:rPr sz="3900" b="1" kern="0" spc="280">
                <a:solidFill>
                  <a:srgbClr val="000000">
                    <a:alpha val="100000"/>
                  </a:srgbClr>
                </a:solidFill>
                <a:latin typeface="Arial" panose="020B0604020202020204"/>
                <a:ea typeface="Arial" panose="020B0604020202020204"/>
                <a:cs typeface="Arial" panose="020B0604020202020204"/>
              </a:rPr>
              <a:t> </a:t>
            </a:r>
            <a:r>
              <a:rPr sz="3900" b="1" kern="0" spc="0">
                <a:solidFill>
                  <a:srgbClr val="000000">
                    <a:alpha val="100000"/>
                  </a:srgbClr>
                </a:solidFill>
                <a:latin typeface="Arial" panose="020B0604020202020204"/>
                <a:ea typeface="Arial" panose="020B0604020202020204"/>
                <a:cs typeface="Arial" panose="020B0604020202020204"/>
              </a:rPr>
              <a:t>Coordination</a:t>
            </a:r>
            <a:endParaRPr sz="3900">
              <a:latin typeface="Arial" panose="020B0604020202020204"/>
              <a:ea typeface="Arial" panose="020B0604020202020204"/>
              <a:cs typeface="Arial" panose="020B0604020202020204"/>
            </a:endParaRPr>
          </a:p>
          <a:p>
            <a:pPr marL="12700" algn="l" rtl="0" eaLnBrk="0">
              <a:lnSpc>
                <a:spcPct val="85000"/>
              </a:lnSpc>
              <a:spcBef>
                <a:spcPts val="1860"/>
              </a:spcBef>
            </a:pPr>
            <a:endParaRPr sz="1000">
              <a:latin typeface="Arial" panose="020B0604020202020204"/>
              <a:ea typeface="Arial" panose="020B0604020202020204"/>
              <a:cs typeface="Arial" panose="020B0604020202020204"/>
            </a:endParaRPr>
          </a:p>
          <a:p>
            <a:pPr marL="12700">
              <a:lnSpc>
                <a:spcPct val="85000"/>
              </a:lnSpc>
              <a:spcBef>
                <a:spcPts val="725"/>
              </a:spcBef>
            </a:pPr>
            <a:r>
              <a:rPr lang="en-US" sz="2400" kern="0" spc="-10">
                <a:solidFill>
                  <a:srgbClr val="000000">
                    <a:alpha val="100000"/>
                  </a:srgbClr>
                </a:solidFill>
                <a:latin typeface="Arial" panose="020B0604020202020204"/>
                <a:ea typeface="Arial" panose="020B0604020202020204"/>
                <a:cs typeface="Arial" panose="020B0604020202020204"/>
              </a:rPr>
              <a:t>• Why we need to keep client in the loop</a:t>
            </a:r>
          </a:p>
          <a:p>
            <a:pPr marL="12700">
              <a:lnSpc>
                <a:spcPct val="85000"/>
              </a:lnSpc>
              <a:spcBef>
                <a:spcPts val="725"/>
              </a:spcBef>
            </a:pPr>
            <a:endParaRPr lang="en-US" sz="2400" spc="-10">
              <a:solidFill>
                <a:srgbClr val="000000">
                  <a:alpha val="100000"/>
                </a:srgbClr>
              </a:solidFill>
              <a:latin typeface="Arial" panose="020B0604020202020204"/>
              <a:cs typeface="Arial" panose="020B0604020202020204"/>
            </a:endParaRPr>
          </a:p>
          <a:p>
            <a:pPr marL="810260" indent="-342900">
              <a:lnSpc>
                <a:spcPct val="79000"/>
              </a:lnSpc>
              <a:spcBef>
                <a:spcPts val="680"/>
              </a:spcBef>
              <a:buFont typeface="Arial"/>
              <a:buChar char="•"/>
            </a:pPr>
            <a:r>
              <a:rPr lang="en-US" sz="2000" kern="0" spc="-10">
                <a:solidFill>
                  <a:srgbClr val="000000">
                    <a:alpha val="100000"/>
                  </a:srgbClr>
                </a:solidFill>
                <a:latin typeface="Arial" panose="020B0604020202020204"/>
                <a:cs typeface="Arial" panose="020B0604020202020204"/>
              </a:rPr>
              <a:t>As part of gaining real-world experience that mirrors what you’ll encounter in the industry.</a:t>
            </a:r>
          </a:p>
          <a:p>
            <a:pPr marL="810260" indent="-342900">
              <a:lnSpc>
                <a:spcPct val="79000"/>
              </a:lnSpc>
              <a:spcBef>
                <a:spcPts val="680"/>
              </a:spcBef>
              <a:buFont typeface="Arial"/>
              <a:buChar char="•"/>
            </a:pPr>
            <a:endParaRPr lang="en-US" sz="2000" kern="0" spc="-10">
              <a:solidFill>
                <a:srgbClr val="000000">
                  <a:alpha val="100000"/>
                </a:srgbClr>
              </a:solidFill>
              <a:latin typeface="Arial" panose="020B0604020202020204"/>
              <a:cs typeface="Arial" panose="020B0604020202020204"/>
            </a:endParaRPr>
          </a:p>
          <a:p>
            <a:pPr marL="810260" indent="-342900">
              <a:lnSpc>
                <a:spcPct val="79000"/>
              </a:lnSpc>
              <a:spcBef>
                <a:spcPts val="680"/>
              </a:spcBef>
              <a:buFont typeface="Arial"/>
              <a:buChar char="•"/>
            </a:pPr>
            <a:r>
              <a:rPr lang="en-US" sz="2000" kern="0" spc="-10">
                <a:solidFill>
                  <a:srgbClr val="000000">
                    <a:alpha val="100000"/>
                  </a:srgbClr>
                </a:solidFill>
                <a:latin typeface="Arial" panose="020B0604020202020204"/>
                <a:cs typeface="Arial" panose="020B0604020202020204"/>
              </a:rPr>
              <a:t>Their involvement is crucial to ensuring the solution you develop meets real needs and expectations.</a:t>
            </a:r>
          </a:p>
          <a:p>
            <a:pPr marL="810260" indent="-342900">
              <a:lnSpc>
                <a:spcPct val="79000"/>
              </a:lnSpc>
              <a:spcBef>
                <a:spcPts val="680"/>
              </a:spcBef>
              <a:buFont typeface="Arial"/>
              <a:buChar char="•"/>
            </a:pPr>
            <a:endParaRPr lang="en-US" sz="2000" kern="0" spc="-10">
              <a:solidFill>
                <a:srgbClr val="000000">
                  <a:alpha val="100000"/>
                </a:srgbClr>
              </a:solidFill>
              <a:latin typeface="Arial" panose="020B0604020202020204"/>
              <a:ea typeface="Arial" panose="020B0604020202020204"/>
              <a:cs typeface="Arial" panose="020B0604020202020204"/>
            </a:endParaRPr>
          </a:p>
          <a:p>
            <a:pPr marL="810260" indent="-342900">
              <a:lnSpc>
                <a:spcPct val="79000"/>
              </a:lnSpc>
              <a:spcBef>
                <a:spcPts val="680"/>
              </a:spcBef>
              <a:buFont typeface="Arial"/>
              <a:buChar char="•"/>
            </a:pPr>
            <a:r>
              <a:rPr lang="en-US" sz="2000" kern="0" spc="-10">
                <a:solidFill>
                  <a:srgbClr val="000000">
                    <a:alpha val="100000"/>
                  </a:srgbClr>
                </a:solidFill>
                <a:latin typeface="Arial" panose="020B0604020202020204"/>
                <a:ea typeface="Arial" panose="020B0604020202020204"/>
                <a:cs typeface="Arial" panose="020B0604020202020204"/>
              </a:rPr>
              <a:t>For final assessment (</a:t>
            </a:r>
            <a:r>
              <a:rPr lang="en-US" sz="2000" b="1" kern="0" spc="-10">
                <a:solidFill>
                  <a:srgbClr val="000000">
                    <a:alpha val="100000"/>
                  </a:srgbClr>
                </a:solidFill>
                <a:latin typeface="Arial" panose="020B0604020202020204"/>
                <a:ea typeface="Arial" panose="020B0604020202020204"/>
                <a:cs typeface="Arial" panose="020B0604020202020204"/>
              </a:rPr>
              <a:t>Final demo, report and software quality, 55% in total</a:t>
            </a:r>
            <a:r>
              <a:rPr lang="en-US" sz="2000" kern="0" spc="-10">
                <a:solidFill>
                  <a:srgbClr val="000000">
                    <a:alpha val="100000"/>
                  </a:srgbClr>
                </a:solidFill>
                <a:latin typeface="Arial" panose="020B0604020202020204"/>
                <a:ea typeface="Arial" panose="020B0604020202020204"/>
                <a:cs typeface="Arial" panose="020B0604020202020204"/>
              </a:rPr>
              <a:t>), client feedback is a really important factor which affect how we assess your </a:t>
            </a:r>
            <a:r>
              <a:rPr lang="en-US" sz="2000" b="1" kern="0" spc="-10">
                <a:solidFill>
                  <a:srgbClr val="000000">
                    <a:alpha val="100000"/>
                  </a:srgbClr>
                </a:solidFill>
                <a:latin typeface="Arial" panose="020B0604020202020204"/>
                <a:ea typeface="Arial" panose="020B0604020202020204"/>
                <a:cs typeface="Arial" panose="020B0604020202020204"/>
              </a:rPr>
              <a:t>project completeness</a:t>
            </a:r>
            <a:r>
              <a:rPr lang="en-US" sz="2000" kern="0" spc="-10">
                <a:solidFill>
                  <a:srgbClr val="000000">
                    <a:alpha val="100000"/>
                  </a:srgbClr>
                </a:solidFill>
                <a:latin typeface="Arial" panose="020B0604020202020204"/>
                <a:ea typeface="Arial" panose="020B0604020202020204"/>
                <a:cs typeface="Arial" panose="020B0604020202020204"/>
              </a:rPr>
              <a:t>.</a:t>
            </a:r>
          </a:p>
          <a:p>
            <a:pPr marL="810260" indent="-342900">
              <a:lnSpc>
                <a:spcPct val="79000"/>
              </a:lnSpc>
              <a:spcBef>
                <a:spcPts val="680"/>
              </a:spcBef>
              <a:buFont typeface="Arial"/>
              <a:buChar char="•"/>
            </a:pPr>
            <a:endParaRPr lang="en-US" sz="2000" kern="0" spc="-10">
              <a:solidFill>
                <a:srgbClr val="000000">
                  <a:alpha val="100000"/>
                </a:srgbClr>
              </a:solidFill>
              <a:latin typeface="Arial" panose="020B0604020202020204"/>
              <a:ea typeface="Arial" panose="020B0604020202020204"/>
              <a:cs typeface="Arial" panose="020B0604020202020204"/>
            </a:endParaRPr>
          </a:p>
          <a:p>
            <a:pPr marL="810260" indent="-342900">
              <a:lnSpc>
                <a:spcPct val="79000"/>
              </a:lnSpc>
              <a:spcBef>
                <a:spcPts val="680"/>
              </a:spcBef>
              <a:buFont typeface="Arial"/>
              <a:buChar char="•"/>
            </a:pPr>
            <a:r>
              <a:rPr lang="en-US" sz="2000" kern="0" spc="-10">
                <a:solidFill>
                  <a:srgbClr val="000000">
                    <a:alpha val="100000"/>
                  </a:srgbClr>
                </a:solidFill>
                <a:latin typeface="Arial" panose="020B0604020202020204"/>
                <a:ea typeface="Arial" panose="020B0604020202020204"/>
                <a:cs typeface="Arial" panose="020B0604020202020204"/>
              </a:rPr>
              <a:t>Before finishing the final handover to client, </a:t>
            </a:r>
            <a:r>
              <a:rPr lang="en-US" sz="2000" b="1" kern="0" spc="-10">
                <a:solidFill>
                  <a:srgbClr val="000000">
                    <a:alpha val="100000"/>
                  </a:srgbClr>
                </a:solidFill>
                <a:latin typeface="Arial" panose="020B0604020202020204"/>
                <a:ea typeface="Arial" panose="020B0604020202020204"/>
                <a:cs typeface="Arial" panose="020B0604020202020204"/>
              </a:rPr>
              <a:t>your final result will not be finalized</a:t>
            </a:r>
            <a:r>
              <a:rPr lang="en-US" sz="2000" kern="0" spc="-10">
                <a:solidFill>
                  <a:srgbClr val="000000">
                    <a:alpha val="100000"/>
                  </a:srgbClr>
                </a:solidFill>
                <a:latin typeface="Arial" panose="020B0604020202020204"/>
                <a:ea typeface="Arial" panose="020B0604020202020204"/>
                <a:cs typeface="Arial" panose="020B0604020202020204"/>
              </a:rPr>
              <a:t>. </a:t>
            </a:r>
          </a:p>
          <a:p>
            <a:pPr marL="810260" indent="-342900">
              <a:lnSpc>
                <a:spcPct val="79000"/>
              </a:lnSpc>
              <a:spcBef>
                <a:spcPts val="680"/>
              </a:spcBef>
              <a:buFont typeface="Arial"/>
              <a:buChar char="•"/>
            </a:pPr>
            <a:endParaRPr lang="en-US" sz="2000" kern="0" spc="-10">
              <a:solidFill>
                <a:srgbClr val="000000">
                  <a:alpha val="100000"/>
                </a:srgbClr>
              </a:solidFill>
              <a:latin typeface="Arial" panose="020B0604020202020204"/>
              <a:ea typeface="Arial" panose="020B0604020202020204"/>
              <a:cs typeface="Arial" panose="020B0604020202020204"/>
            </a:endParaRPr>
          </a:p>
          <a:p>
            <a:pPr marL="810260" indent="-342900">
              <a:lnSpc>
                <a:spcPct val="79000"/>
              </a:lnSpc>
              <a:spcBef>
                <a:spcPts val="680"/>
              </a:spcBef>
              <a:buFont typeface="Arial"/>
              <a:buChar char="•"/>
            </a:pPr>
            <a:r>
              <a:rPr lang="en-US" altLang="zh-CN" sz="2000" kern="0" spc="-10">
                <a:solidFill>
                  <a:srgbClr val="000000">
                    <a:alpha val="100000"/>
                  </a:srgbClr>
                </a:solidFill>
                <a:latin typeface="Arial" panose="020B0604020202020204"/>
                <a:ea typeface="Arial" panose="020B0604020202020204"/>
                <a:cs typeface="Arial" panose="020B0604020202020204"/>
              </a:rPr>
              <a:t>Our tutor will check the client communication on weekly basis.</a:t>
            </a:r>
          </a:p>
          <a:p>
            <a:pPr marL="812800" lvl="1" indent="-342900">
              <a:lnSpc>
                <a:spcPct val="85000"/>
              </a:lnSpc>
              <a:spcBef>
                <a:spcPts val="725"/>
              </a:spcBef>
              <a:buFont typeface="Courier New"/>
              <a:buChar char="o"/>
            </a:pPr>
            <a:endParaRPr lang="af-ZA" sz="2400" kern="0" spc="-10">
              <a:solidFill>
                <a:srgbClr val="000000">
                  <a:alpha val="100000"/>
                </a:srgbClr>
              </a:solidFill>
              <a:latin typeface="Arial" panose="020B0604020202020204"/>
              <a:ea typeface="Arial" panose="020B0604020202020204"/>
              <a:cs typeface="Arial" panose="020B0604020202020204"/>
            </a:endParaRPr>
          </a:p>
          <a:p>
            <a:pPr marL="12700">
              <a:lnSpc>
                <a:spcPct val="85000"/>
              </a:lnSpc>
              <a:spcBef>
                <a:spcPts val="725"/>
              </a:spcBef>
            </a:pPr>
            <a:r>
              <a:rPr lang="en-US" sz="2400" kern="0" spc="-10">
                <a:solidFill>
                  <a:srgbClr val="000000">
                    <a:alpha val="100000"/>
                  </a:srgbClr>
                </a:solidFill>
                <a:latin typeface="Arial" panose="020B0604020202020204"/>
                <a:ea typeface="Arial" panose="020B0604020202020204"/>
                <a:cs typeface="Arial" panose="020B0604020202020204"/>
              </a:rPr>
              <a:t> </a:t>
            </a:r>
          </a:p>
          <a:p>
            <a:pPr marL="810260" indent="-342900" eaLnBrk="0">
              <a:lnSpc>
                <a:spcPct val="79000"/>
              </a:lnSpc>
              <a:spcBef>
                <a:spcPts val="680"/>
              </a:spcBef>
              <a:buFont typeface="Arial" panose="020B0604020202020204" pitchFamily="34" charset="0"/>
              <a:buChar char="•"/>
            </a:pPr>
            <a:endParaRPr lang="en-US" sz="2000" kern="0" spc="-20">
              <a:solidFill>
                <a:srgbClr val="000000">
                  <a:alpha val="100000"/>
                </a:srgbClr>
              </a:solidFill>
              <a:latin typeface="Arial" panose="020B0604020202020204"/>
              <a:ea typeface="Arial" panose="020B0604020202020204"/>
              <a:cs typeface="Arial" panose="020B0604020202020204"/>
            </a:endParaRPr>
          </a:p>
          <a:p>
            <a:pPr marL="467360">
              <a:lnSpc>
                <a:spcPct val="79000"/>
              </a:lnSpc>
              <a:spcBef>
                <a:spcPts val="680"/>
              </a:spcBef>
            </a:pPr>
            <a:endParaRPr lang="en-US" sz="2000" kern="0" spc="-20">
              <a:solidFill>
                <a:srgbClr val="000000">
                  <a:alpha val="100000"/>
                </a:srgbClr>
              </a:solidFill>
              <a:latin typeface="Arial" panose="020B0604020202020204"/>
              <a:ea typeface="Arial" panose="020B0604020202020204"/>
              <a:cs typeface="Arial" panose="020B0604020202020204"/>
            </a:endParaRPr>
          </a:p>
          <a:p>
            <a:pPr marL="12700" eaLnBrk="0">
              <a:lnSpc>
                <a:spcPct val="85000"/>
              </a:lnSpc>
              <a:spcBef>
                <a:spcPts val="730"/>
              </a:spcBef>
            </a:pPr>
            <a:endParaRPr lang="en-US" sz="2400" b="1" kern="0" spc="-10">
              <a:solidFill>
                <a:srgbClr val="000000">
                  <a:alpha val="100000"/>
                </a:srgbClr>
              </a:solidFill>
              <a:latin typeface="Arial" panose="020B0604020202020204"/>
              <a:ea typeface="Arial" panose="020B0604020202020204"/>
              <a:cs typeface="Arial" panose="020B0604020202020204"/>
            </a:endParaRPr>
          </a:p>
        </p:txBody>
      </p:sp>
      <p:pic>
        <p:nvPicPr>
          <p:cNvPr id="220" name="picture 220"/>
          <p:cNvPicPr>
            <a:picLocks noChangeAspect="1"/>
          </p:cNvPicPr>
          <p:nvPr/>
        </p:nvPicPr>
        <p:blipFill>
          <a:blip r:embed="rId2"/>
          <a:stretch>
            <a:fillRect/>
          </a:stretch>
        </p:blipFill>
        <p:spPr>
          <a:xfrm rot="21600000">
            <a:off x="0" y="6076948"/>
            <a:ext cx="12192000" cy="780669"/>
          </a:xfrm>
          <a:prstGeom prst="rect">
            <a:avLst/>
          </a:prstGeom>
        </p:spPr>
      </p:pic>
      <p:sp>
        <p:nvSpPr>
          <p:cNvPr id="222" name="textbox 222"/>
          <p:cNvSpPr/>
          <p:nvPr/>
        </p:nvSpPr>
        <p:spPr>
          <a:xfrm>
            <a:off x="10075609" y="6318514"/>
            <a:ext cx="190500" cy="168910"/>
          </a:xfrm>
          <a:prstGeom prst="rect">
            <a:avLst/>
          </a:prstGeom>
          <a:noFill/>
          <a:ln w="0" cap="flat">
            <a:noFill/>
            <a:prstDash val="solid"/>
            <a:miter lim="0"/>
          </a:ln>
        </p:spPr>
        <p:txBody>
          <a:bodyPr vert="horz" wrap="square" lIns="0" tIns="0" rIns="0" bIns="0" anchor="t"/>
          <a:lstStyle/>
          <a:p>
            <a:pPr algn="l" rtl="0" eaLnBrk="0">
              <a:lnSpc>
                <a:spcPct val="87000"/>
              </a:lnSpc>
            </a:pPr>
            <a:endParaRPr sz="100">
              <a:latin typeface="Arial" panose="020B0604020202020204"/>
              <a:ea typeface="Arial" panose="020B0604020202020204"/>
              <a:cs typeface="Arial" panose="020B0604020202020204"/>
            </a:endParaRPr>
          </a:p>
          <a:p>
            <a:pPr marL="12700" algn="l" rtl="0" eaLnBrk="0">
              <a:lnSpc>
                <a:spcPct val="78000"/>
              </a:lnSpc>
            </a:pPr>
            <a:r>
              <a:rPr lang="en-US" sz="1200" kern="0" spc="-20">
                <a:solidFill>
                  <a:srgbClr val="000000">
                    <a:alpha val="100000"/>
                  </a:srgbClr>
                </a:solidFill>
                <a:latin typeface="Arial" panose="020B0604020202020204"/>
                <a:ea typeface="Arial" panose="020B0604020202020204"/>
                <a:cs typeface="Arial" panose="020B0604020202020204"/>
              </a:rPr>
              <a:t>36</a:t>
            </a:r>
            <a:endParaRPr sz="1200">
              <a:latin typeface="Arial" panose="020B0604020202020204"/>
              <a:ea typeface="Arial" panose="020B0604020202020204"/>
              <a:cs typeface="Arial" panose="020B0604020202020204"/>
            </a:endParaRPr>
          </a:p>
        </p:txBody>
      </p:sp>
    </p:spTree>
    <p:extLst>
      <p:ext uri="{BB962C8B-B14F-4D97-AF65-F5344CB8AC3E}">
        <p14:creationId xmlns:p14="http://schemas.microsoft.com/office/powerpoint/2010/main" val="41297629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9FF78-2CDC-0E17-50E8-3BC6FEDEEE4B}"/>
            </a:ext>
          </a:extLst>
        </p:cNvPr>
        <p:cNvGrpSpPr/>
        <p:nvPr/>
      </p:nvGrpSpPr>
      <p:grpSpPr>
        <a:xfrm>
          <a:off x="0" y="0"/>
          <a:ext cx="0" cy="0"/>
          <a:chOff x="0" y="0"/>
          <a:chExt cx="0" cy="0"/>
        </a:xfrm>
      </p:grpSpPr>
      <p:sp>
        <p:nvSpPr>
          <p:cNvPr id="218" name="textbox 218">
            <a:extLst>
              <a:ext uri="{FF2B5EF4-FFF2-40B4-BE49-F238E27FC236}">
                <a16:creationId xmlns:a16="http://schemas.microsoft.com/office/drawing/2014/main" id="{355B77B2-9E71-1E11-885A-A9D026F8941E}"/>
              </a:ext>
            </a:extLst>
          </p:cNvPr>
          <p:cNvSpPr/>
          <p:nvPr/>
        </p:nvSpPr>
        <p:spPr>
          <a:xfrm>
            <a:off x="557191" y="326080"/>
            <a:ext cx="11087100" cy="5746560"/>
          </a:xfrm>
          <a:prstGeom prst="rect">
            <a:avLst/>
          </a:prstGeom>
          <a:noFill/>
          <a:ln w="0" cap="flat">
            <a:noFill/>
            <a:prstDash val="solid"/>
            <a:miter lim="0"/>
          </a:ln>
        </p:spPr>
        <p:txBody>
          <a:bodyPr vert="horz" wrap="square" lIns="0" tIns="0" rIns="0" bIns="0" anchor="t"/>
          <a:lstStyle/>
          <a:p>
            <a:pPr algn="l" rtl="0" eaLnBrk="0">
              <a:lnSpc>
                <a:spcPct val="77000"/>
              </a:lnSpc>
            </a:pPr>
            <a:endParaRPr sz="100">
              <a:latin typeface="Arial" panose="020B0604020202020204"/>
              <a:ea typeface="Arial" panose="020B0604020202020204"/>
              <a:cs typeface="Arial" panose="020B0604020202020204"/>
            </a:endParaRPr>
          </a:p>
          <a:p>
            <a:pPr marL="29845" algn="l" rtl="0" eaLnBrk="0">
              <a:lnSpc>
                <a:spcPct val="85000"/>
              </a:lnSpc>
            </a:pPr>
            <a:r>
              <a:rPr sz="3900" b="1" kern="0" spc="0">
                <a:solidFill>
                  <a:srgbClr val="000000">
                    <a:alpha val="100000"/>
                  </a:srgbClr>
                </a:solidFill>
                <a:latin typeface="Arial" panose="020B0604020202020204"/>
                <a:ea typeface="Arial" panose="020B0604020202020204"/>
                <a:cs typeface="Arial" panose="020B0604020202020204"/>
              </a:rPr>
              <a:t>Project</a:t>
            </a:r>
            <a:r>
              <a:rPr sz="3900" b="1" kern="0" spc="280">
                <a:solidFill>
                  <a:srgbClr val="000000">
                    <a:alpha val="100000"/>
                  </a:srgbClr>
                </a:solidFill>
                <a:latin typeface="Arial" panose="020B0604020202020204"/>
                <a:ea typeface="Arial" panose="020B0604020202020204"/>
                <a:cs typeface="Arial" panose="020B0604020202020204"/>
              </a:rPr>
              <a:t> </a:t>
            </a:r>
            <a:r>
              <a:rPr sz="3900" b="1" kern="0" spc="0">
                <a:solidFill>
                  <a:srgbClr val="000000">
                    <a:alpha val="100000"/>
                  </a:srgbClr>
                </a:solidFill>
                <a:latin typeface="Arial" panose="020B0604020202020204"/>
                <a:ea typeface="Arial" panose="020B0604020202020204"/>
                <a:cs typeface="Arial" panose="020B0604020202020204"/>
              </a:rPr>
              <a:t>Clients</a:t>
            </a:r>
            <a:r>
              <a:rPr sz="3900" b="1" kern="0" spc="280">
                <a:solidFill>
                  <a:srgbClr val="000000">
                    <a:alpha val="100000"/>
                  </a:srgbClr>
                </a:solidFill>
                <a:latin typeface="Arial" panose="020B0604020202020204"/>
                <a:ea typeface="Arial" panose="020B0604020202020204"/>
                <a:cs typeface="Arial" panose="020B0604020202020204"/>
              </a:rPr>
              <a:t> </a:t>
            </a:r>
            <a:r>
              <a:rPr sz="3900" b="1" kern="0" spc="0">
                <a:solidFill>
                  <a:srgbClr val="000000">
                    <a:alpha val="100000"/>
                  </a:srgbClr>
                </a:solidFill>
                <a:latin typeface="Arial" panose="020B0604020202020204"/>
                <a:ea typeface="Arial" panose="020B0604020202020204"/>
                <a:cs typeface="Arial" panose="020B0604020202020204"/>
              </a:rPr>
              <a:t>Coordination</a:t>
            </a:r>
            <a:endParaRPr sz="3900">
              <a:latin typeface="Arial" panose="020B0604020202020204"/>
              <a:ea typeface="Arial" panose="020B0604020202020204"/>
              <a:cs typeface="Arial" panose="020B0604020202020204"/>
            </a:endParaRPr>
          </a:p>
          <a:p>
            <a:pPr marL="29845">
              <a:lnSpc>
                <a:spcPct val="85000"/>
              </a:lnSpc>
            </a:pPr>
            <a:endParaRPr lang="zh-CN" sz="3900" b="1" kern="0">
              <a:solidFill>
                <a:srgbClr val="000000">
                  <a:alpha val="100000"/>
                </a:srgbClr>
              </a:solidFill>
              <a:latin typeface="Arial" panose="020B0604020202020204"/>
              <a:ea typeface="Arial" panose="020B0604020202020204"/>
              <a:cs typeface="Arial" panose="020B0604020202020204"/>
            </a:endParaRPr>
          </a:p>
          <a:p>
            <a:pPr marL="12700" algn="l" rtl="0" eaLnBrk="0">
              <a:lnSpc>
                <a:spcPct val="85000"/>
              </a:lnSpc>
              <a:spcBef>
                <a:spcPts val="725"/>
              </a:spcBef>
            </a:pPr>
            <a:r>
              <a:rPr sz="2400" kern="0" spc="-10">
                <a:solidFill>
                  <a:srgbClr val="000000">
                    <a:alpha val="100000"/>
                  </a:srgbClr>
                </a:solidFill>
                <a:latin typeface="Arial" panose="020B0604020202020204"/>
                <a:ea typeface="Arial" panose="020B0604020202020204"/>
                <a:cs typeface="Arial" panose="020B0604020202020204"/>
              </a:rPr>
              <a:t>•   </a:t>
            </a:r>
            <a:r>
              <a:rPr lang="en-US" sz="2400" kern="0" spc="-10">
                <a:solidFill>
                  <a:srgbClr val="000000">
                    <a:alpha val="100000"/>
                  </a:srgbClr>
                </a:solidFill>
                <a:latin typeface="Arial" panose="020B0604020202020204"/>
                <a:ea typeface="Arial" panose="020B0604020202020204"/>
                <a:cs typeface="Arial" panose="020B0604020202020204"/>
              </a:rPr>
              <a:t>When things go wrong, e.g., Client is unresponsive</a:t>
            </a:r>
            <a:endParaRPr sz="2400">
              <a:latin typeface="Arial" panose="020B0604020202020204"/>
              <a:ea typeface="Arial" panose="020B0604020202020204"/>
              <a:cs typeface="Arial" panose="020B0604020202020204"/>
            </a:endParaRPr>
          </a:p>
          <a:p>
            <a:pPr marL="467360" algn="l" rtl="0" eaLnBrk="0">
              <a:lnSpc>
                <a:spcPct val="79000"/>
              </a:lnSpc>
              <a:spcBef>
                <a:spcPts val="680"/>
              </a:spcBef>
            </a:pPr>
            <a:r>
              <a:rPr sz="2000" kern="0" spc="-20">
                <a:solidFill>
                  <a:srgbClr val="000000">
                    <a:alpha val="100000"/>
                  </a:srgbClr>
                </a:solidFill>
                <a:latin typeface="Arial" panose="020B0604020202020204"/>
                <a:ea typeface="Arial" panose="020B0604020202020204"/>
                <a:cs typeface="Arial" panose="020B0604020202020204"/>
              </a:rPr>
              <a:t>•   </a:t>
            </a:r>
            <a:r>
              <a:rPr lang="en-US" sz="2000" kern="0" spc="-20">
                <a:solidFill>
                  <a:srgbClr val="000000">
                    <a:alpha val="100000"/>
                  </a:srgbClr>
                </a:solidFill>
                <a:latin typeface="Arial" panose="020B0604020202020204"/>
                <a:ea typeface="Arial" panose="020B0604020202020204"/>
                <a:cs typeface="Arial" panose="020B0604020202020204"/>
              </a:rPr>
              <a:t>Send polite email asking whether you can meet up - sometime clients get busy with other commisions.</a:t>
            </a:r>
          </a:p>
          <a:p>
            <a:pPr marL="810260" indent="-342900" algn="l" rtl="0" eaLnBrk="0">
              <a:lnSpc>
                <a:spcPct val="79000"/>
              </a:lnSpc>
              <a:spcBef>
                <a:spcPts val="680"/>
              </a:spcBef>
              <a:buFont typeface="Arial" panose="020B0604020202020204" pitchFamily="34" charset="0"/>
              <a:buChar char="•"/>
            </a:pPr>
            <a:r>
              <a:rPr lang="en-US" sz="2000" kern="0" spc="-20">
                <a:solidFill>
                  <a:srgbClr val="000000">
                    <a:alpha val="100000"/>
                  </a:srgbClr>
                </a:solidFill>
                <a:latin typeface="Arial" panose="020B0604020202020204"/>
                <a:ea typeface="Arial" panose="020B0604020202020204"/>
                <a:cs typeface="Arial" panose="020B0604020202020204"/>
              </a:rPr>
              <a:t>If still no response, reflect the situation to Tutor via email or during the lab</a:t>
            </a:r>
          </a:p>
          <a:p>
            <a:pPr marL="1267460" lvl="1" indent="-342900" algn="l" rtl="0" eaLnBrk="0">
              <a:lnSpc>
                <a:spcPct val="79000"/>
              </a:lnSpc>
              <a:spcBef>
                <a:spcPts val="680"/>
              </a:spcBef>
              <a:buFont typeface="Arial" panose="020B0604020202020204" pitchFamily="34" charset="0"/>
              <a:buChar char="•"/>
            </a:pPr>
            <a:r>
              <a:rPr lang="en-US" sz="2000" kern="0" spc="-20">
                <a:solidFill>
                  <a:srgbClr val="000000">
                    <a:alpha val="100000"/>
                  </a:srgbClr>
                </a:solidFill>
                <a:latin typeface="Arial" panose="020B0604020202020204"/>
                <a:ea typeface="Arial" panose="020B0604020202020204"/>
                <a:cs typeface="Arial" panose="020B0604020202020204"/>
              </a:rPr>
              <a:t>Your tutor will reflect this issue to admin team to solve it asap.</a:t>
            </a:r>
          </a:p>
          <a:p>
            <a:pPr marL="810260" indent="-342900" algn="l" rtl="0">
              <a:lnSpc>
                <a:spcPct val="79000"/>
              </a:lnSpc>
              <a:spcBef>
                <a:spcPts val="680"/>
              </a:spcBef>
              <a:buFont typeface="Arial" panose="020B0604020202020204" pitchFamily="34" charset="0"/>
              <a:buChar char="•"/>
            </a:pPr>
            <a:endParaRPr lang="en-US" sz="2000" kern="0" spc="-20">
              <a:solidFill>
                <a:srgbClr val="000000">
                  <a:alpha val="100000"/>
                </a:srgbClr>
              </a:solidFill>
              <a:latin typeface="Arial" panose="020B0604020202020204"/>
              <a:ea typeface="Arial" panose="020B0604020202020204"/>
              <a:cs typeface="Arial" panose="020B0604020202020204"/>
            </a:endParaRPr>
          </a:p>
          <a:p>
            <a:pPr marL="12700">
              <a:lnSpc>
                <a:spcPct val="85000"/>
              </a:lnSpc>
              <a:spcBef>
                <a:spcPts val="725"/>
              </a:spcBef>
            </a:pPr>
            <a:r>
              <a:rPr lang="en-US" sz="2400" kern="0" spc="-20">
                <a:solidFill>
                  <a:srgbClr val="000000">
                    <a:alpha val="100000"/>
                  </a:srgbClr>
                </a:solidFill>
                <a:latin typeface="Arial" panose="020B0604020202020204"/>
                <a:cs typeface="Arial" panose="020B0604020202020204"/>
              </a:rPr>
              <a:t>• Client gives too easy or too hard requirements</a:t>
            </a:r>
          </a:p>
          <a:p>
            <a:pPr marL="467360">
              <a:lnSpc>
                <a:spcPct val="79000"/>
              </a:lnSpc>
              <a:spcBef>
                <a:spcPts val="680"/>
              </a:spcBef>
            </a:pPr>
            <a:r>
              <a:rPr lang="en-US" sz="2000" kern="0" spc="-20">
                <a:solidFill>
                  <a:srgbClr val="000000">
                    <a:alpha val="100000"/>
                  </a:srgbClr>
                </a:solidFill>
                <a:latin typeface="Arial" panose="020B0604020202020204"/>
                <a:cs typeface="Arial" panose="020B0604020202020204"/>
              </a:rPr>
              <a:t>• Please note: your final deliverable will be assessed against the academic standards of this course.</a:t>
            </a:r>
          </a:p>
          <a:p>
            <a:pPr marL="1267460" lvl="1" indent="-342900">
              <a:lnSpc>
                <a:spcPct val="79000"/>
              </a:lnSpc>
              <a:spcBef>
                <a:spcPts val="680"/>
              </a:spcBef>
              <a:buFont typeface="Arial"/>
              <a:buChar char="•"/>
            </a:pPr>
            <a:r>
              <a:rPr lang="en-US" sz="2000" kern="0" spc="-20">
                <a:latin typeface="Arial"/>
                <a:cs typeface="Arial"/>
              </a:rPr>
              <a:t>Too easy: Even if you fulfill the requirements, you may not gain high marks. Try to think proactively how to make it better and communicate your thoughts with client.</a:t>
            </a:r>
          </a:p>
          <a:p>
            <a:pPr marL="1267460" lvl="1" indent="-342900">
              <a:lnSpc>
                <a:spcPct val="79000"/>
              </a:lnSpc>
              <a:spcBef>
                <a:spcPts val="680"/>
              </a:spcBef>
              <a:buFont typeface="Arial"/>
              <a:buChar char="•"/>
            </a:pPr>
            <a:r>
              <a:rPr lang="en-US" sz="2000" kern="0" spc="-20">
                <a:latin typeface="Arial"/>
                <a:cs typeface="Arial"/>
              </a:rPr>
              <a:t>Too hard</a:t>
            </a:r>
            <a:r>
              <a:rPr lang="en-US" sz="2000" kern="0" spc="-20">
                <a:solidFill>
                  <a:srgbClr val="000000">
                    <a:alpha val="100000"/>
                  </a:srgbClr>
                </a:solidFill>
                <a:latin typeface="Arial" panose="020B0604020202020204"/>
                <a:cs typeface="Arial" panose="020B0604020202020204"/>
              </a:rPr>
              <a:t>: Communicate with your client to explain why you believe the requirement is difficult to implement within the development timeframe of this course. </a:t>
            </a:r>
          </a:p>
          <a:p>
            <a:pPr marL="1267460" lvl="1" indent="-342900">
              <a:lnSpc>
                <a:spcPct val="79000"/>
              </a:lnSpc>
              <a:spcBef>
                <a:spcPts val="680"/>
              </a:spcBef>
              <a:buFont typeface="Arial"/>
              <a:buChar char="•"/>
            </a:pPr>
            <a:endParaRPr lang="en-US" sz="2000" kern="0" spc="-20">
              <a:solidFill>
                <a:srgbClr val="000000">
                  <a:alpha val="100000"/>
                </a:srgbClr>
              </a:solidFill>
              <a:latin typeface="Arial" panose="020B0604020202020204"/>
              <a:ea typeface="Arial" panose="020B0604020202020204"/>
              <a:cs typeface="Arial" panose="020B0604020202020204"/>
            </a:endParaRPr>
          </a:p>
          <a:p>
            <a:pPr marL="467360">
              <a:lnSpc>
                <a:spcPct val="79000"/>
              </a:lnSpc>
              <a:spcBef>
                <a:spcPts val="680"/>
              </a:spcBef>
            </a:pPr>
            <a:r>
              <a:rPr lang="en-US" sz="2000" b="1" kern="0" spc="-20">
                <a:solidFill>
                  <a:srgbClr val="000000">
                    <a:alpha val="100000"/>
                  </a:srgbClr>
                </a:solidFill>
                <a:latin typeface="Arial" panose="020B0604020202020204"/>
                <a:ea typeface="Arial" panose="020B0604020202020204"/>
                <a:cs typeface="Arial" panose="020B0604020202020204"/>
              </a:rPr>
              <a:t>Main tip: Product owner should always balance between the client and team.</a:t>
            </a:r>
          </a:p>
          <a:p>
            <a:pPr marL="12700" eaLnBrk="0">
              <a:lnSpc>
                <a:spcPct val="85000"/>
              </a:lnSpc>
              <a:spcBef>
                <a:spcPts val="730"/>
              </a:spcBef>
            </a:pPr>
            <a:endParaRPr lang="en-US" sz="2400" b="1" kern="0" spc="-10">
              <a:solidFill>
                <a:srgbClr val="000000">
                  <a:alpha val="100000"/>
                </a:srgbClr>
              </a:solidFill>
              <a:latin typeface="Arial" panose="020B0604020202020204"/>
              <a:ea typeface="Arial" panose="020B0604020202020204"/>
              <a:cs typeface="Arial" panose="020B0604020202020204"/>
            </a:endParaRPr>
          </a:p>
        </p:txBody>
      </p:sp>
      <p:pic>
        <p:nvPicPr>
          <p:cNvPr id="220" name="picture 220">
            <a:extLst>
              <a:ext uri="{FF2B5EF4-FFF2-40B4-BE49-F238E27FC236}">
                <a16:creationId xmlns:a16="http://schemas.microsoft.com/office/drawing/2014/main" id="{F130101A-55FE-5A44-6318-27EF26ACCA67}"/>
              </a:ext>
            </a:extLst>
          </p:cNvPr>
          <p:cNvPicPr>
            <a:picLocks noChangeAspect="1"/>
          </p:cNvPicPr>
          <p:nvPr/>
        </p:nvPicPr>
        <p:blipFill>
          <a:blip r:embed="rId2"/>
          <a:stretch>
            <a:fillRect/>
          </a:stretch>
        </p:blipFill>
        <p:spPr>
          <a:xfrm rot="21600000">
            <a:off x="0" y="6076948"/>
            <a:ext cx="12192000" cy="780669"/>
          </a:xfrm>
          <a:prstGeom prst="rect">
            <a:avLst/>
          </a:prstGeom>
        </p:spPr>
      </p:pic>
      <p:sp>
        <p:nvSpPr>
          <p:cNvPr id="222" name="textbox 222">
            <a:extLst>
              <a:ext uri="{FF2B5EF4-FFF2-40B4-BE49-F238E27FC236}">
                <a16:creationId xmlns:a16="http://schemas.microsoft.com/office/drawing/2014/main" id="{2AB8C768-25C4-6341-00F2-7D840FB342AD}"/>
              </a:ext>
            </a:extLst>
          </p:cNvPr>
          <p:cNvSpPr/>
          <p:nvPr/>
        </p:nvSpPr>
        <p:spPr>
          <a:xfrm>
            <a:off x="10075609" y="6318514"/>
            <a:ext cx="190500" cy="168910"/>
          </a:xfrm>
          <a:prstGeom prst="rect">
            <a:avLst/>
          </a:prstGeom>
          <a:noFill/>
          <a:ln w="0" cap="flat">
            <a:noFill/>
            <a:prstDash val="solid"/>
            <a:miter lim="0"/>
          </a:ln>
        </p:spPr>
        <p:txBody>
          <a:bodyPr vert="horz" wrap="square" lIns="0" tIns="0" rIns="0" bIns="0" anchor="t"/>
          <a:lstStyle/>
          <a:p>
            <a:pPr algn="l" rtl="0" eaLnBrk="0">
              <a:lnSpc>
                <a:spcPct val="87000"/>
              </a:lnSpc>
            </a:pPr>
            <a:endParaRPr sz="100">
              <a:latin typeface="Arial" panose="020B0604020202020204"/>
              <a:ea typeface="Arial" panose="020B0604020202020204"/>
              <a:cs typeface="Arial" panose="020B0604020202020204"/>
            </a:endParaRPr>
          </a:p>
          <a:p>
            <a:pPr marL="12700" algn="l" rtl="0" eaLnBrk="0">
              <a:lnSpc>
                <a:spcPct val="78000"/>
              </a:lnSpc>
            </a:pPr>
            <a:r>
              <a:rPr lang="en-US" sz="1200" kern="0" spc="-20">
                <a:solidFill>
                  <a:srgbClr val="000000">
                    <a:alpha val="100000"/>
                  </a:srgbClr>
                </a:solidFill>
                <a:latin typeface="Arial" panose="020B0604020202020204"/>
                <a:ea typeface="Arial" panose="020B0604020202020204"/>
                <a:cs typeface="Arial" panose="020B0604020202020204"/>
              </a:rPr>
              <a:t>37</a:t>
            </a:r>
            <a:endParaRPr sz="1200">
              <a:latin typeface="Arial" panose="020B0604020202020204"/>
              <a:ea typeface="Arial" panose="020B0604020202020204"/>
              <a:cs typeface="Arial" panose="020B0604020202020204"/>
            </a:endParaRPr>
          </a:p>
        </p:txBody>
      </p:sp>
    </p:spTree>
    <p:extLst>
      <p:ext uri="{BB962C8B-B14F-4D97-AF65-F5344CB8AC3E}">
        <p14:creationId xmlns:p14="http://schemas.microsoft.com/office/powerpoint/2010/main" val="23833877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65D91-13EC-A5DF-E8D6-D9FC5DD9DB7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38A82A4-F40A-6E47-83FA-E20C297068AA}"/>
              </a:ext>
            </a:extLst>
          </p:cNvPr>
          <p:cNvSpPr txBox="1">
            <a:spLocks noGrp="1"/>
          </p:cNvSpPr>
          <p:nvPr>
            <p:ph type="title"/>
          </p:nvPr>
        </p:nvSpPr>
        <p:spPr>
          <a:xfrm>
            <a:off x="537020" y="400952"/>
            <a:ext cx="8866421" cy="635000"/>
          </a:xfrm>
          <a:prstGeom prst="rect">
            <a:avLst/>
          </a:prstGeom>
        </p:spPr>
        <p:txBody>
          <a:bodyPr vert="horz" wrap="square" lIns="0" tIns="12065" rIns="0" bIns="0" rtlCol="0" anchor="t">
            <a:spAutoFit/>
          </a:bodyPr>
          <a:lstStyle/>
          <a:p>
            <a:pPr marL="12700">
              <a:spcBef>
                <a:spcPts val="95"/>
              </a:spcBef>
            </a:pPr>
            <a:r>
              <a:rPr lang="en-US" sz="4000" b="1">
                <a:solidFill>
                  <a:srgbClr val="000000"/>
                </a:solidFill>
              </a:rPr>
              <a:t>Projects Summary </a:t>
            </a:r>
          </a:p>
        </p:txBody>
      </p:sp>
      <p:sp>
        <p:nvSpPr>
          <p:cNvPr id="4" name="object 4">
            <a:extLst>
              <a:ext uri="{FF2B5EF4-FFF2-40B4-BE49-F238E27FC236}">
                <a16:creationId xmlns:a16="http://schemas.microsoft.com/office/drawing/2014/main" id="{05CD86AB-1447-9445-B570-866D2916BF6C}"/>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41</a:t>
            </a:fld>
            <a:endParaRPr spc="-25"/>
          </a:p>
        </p:txBody>
      </p:sp>
      <p:pic>
        <p:nvPicPr>
          <p:cNvPr id="3" name="Picture 2" descr="A close-up of words&#10;&#10;AI-generated content may be incorrect.">
            <a:extLst>
              <a:ext uri="{FF2B5EF4-FFF2-40B4-BE49-F238E27FC236}">
                <a16:creationId xmlns:a16="http://schemas.microsoft.com/office/drawing/2014/main" id="{B52FDBED-48F2-781D-2B0A-0E5B63D82066}"/>
              </a:ext>
            </a:extLst>
          </p:cNvPr>
          <p:cNvPicPr>
            <a:picLocks noChangeAspect="1"/>
          </p:cNvPicPr>
          <p:nvPr/>
        </p:nvPicPr>
        <p:blipFill>
          <a:blip r:embed="rId2"/>
          <a:stretch>
            <a:fillRect/>
          </a:stretch>
        </p:blipFill>
        <p:spPr>
          <a:xfrm>
            <a:off x="1448446" y="1289105"/>
            <a:ext cx="8584770" cy="4279792"/>
          </a:xfrm>
          <a:prstGeom prst="rect">
            <a:avLst/>
          </a:prstGeom>
        </p:spPr>
      </p:pic>
    </p:spTree>
    <p:extLst>
      <p:ext uri="{BB962C8B-B14F-4D97-AF65-F5344CB8AC3E}">
        <p14:creationId xmlns:p14="http://schemas.microsoft.com/office/powerpoint/2010/main" val="38104890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E66CD-58F5-4C90-3671-BECC0890333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1055A34-A4C7-F83D-F347-2E4D5F1CD582}"/>
              </a:ext>
            </a:extLst>
          </p:cNvPr>
          <p:cNvSpPr txBox="1">
            <a:spLocks noGrp="1"/>
          </p:cNvSpPr>
          <p:nvPr>
            <p:ph type="title"/>
          </p:nvPr>
        </p:nvSpPr>
        <p:spPr>
          <a:xfrm>
            <a:off x="537020" y="400952"/>
            <a:ext cx="8866421" cy="635000"/>
          </a:xfrm>
          <a:prstGeom prst="rect">
            <a:avLst/>
          </a:prstGeom>
        </p:spPr>
        <p:txBody>
          <a:bodyPr vert="horz" wrap="square" lIns="0" tIns="12065" rIns="0" bIns="0" rtlCol="0" anchor="t">
            <a:spAutoFit/>
          </a:bodyPr>
          <a:lstStyle/>
          <a:p>
            <a:pPr marL="12700">
              <a:spcBef>
                <a:spcPts val="95"/>
              </a:spcBef>
            </a:pPr>
            <a:r>
              <a:rPr lang="en-US" sz="4000" b="1">
                <a:solidFill>
                  <a:srgbClr val="000000"/>
                </a:solidFill>
              </a:rPr>
              <a:t>Projects Summary </a:t>
            </a:r>
          </a:p>
        </p:txBody>
      </p:sp>
      <p:sp>
        <p:nvSpPr>
          <p:cNvPr id="4" name="object 4">
            <a:extLst>
              <a:ext uri="{FF2B5EF4-FFF2-40B4-BE49-F238E27FC236}">
                <a16:creationId xmlns:a16="http://schemas.microsoft.com/office/drawing/2014/main" id="{D848ED1D-A206-8DE1-7BFA-7AA52B6D8388}"/>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42</a:t>
            </a:fld>
            <a:endParaRPr spc="-25"/>
          </a:p>
        </p:txBody>
      </p:sp>
      <p:pic>
        <p:nvPicPr>
          <p:cNvPr id="5" name="Picture 4" descr="A blue background with words&#10;&#10;AI-generated content may be incorrect.">
            <a:extLst>
              <a:ext uri="{FF2B5EF4-FFF2-40B4-BE49-F238E27FC236}">
                <a16:creationId xmlns:a16="http://schemas.microsoft.com/office/drawing/2014/main" id="{AE7CD146-411B-6E59-651F-E0E0751E5029}"/>
              </a:ext>
            </a:extLst>
          </p:cNvPr>
          <p:cNvPicPr>
            <a:picLocks noChangeAspect="1"/>
          </p:cNvPicPr>
          <p:nvPr/>
        </p:nvPicPr>
        <p:blipFill>
          <a:blip r:embed="rId2"/>
          <a:stretch>
            <a:fillRect/>
          </a:stretch>
        </p:blipFill>
        <p:spPr>
          <a:xfrm>
            <a:off x="1692140" y="1066800"/>
            <a:ext cx="8601075" cy="4724400"/>
          </a:xfrm>
          <a:prstGeom prst="rect">
            <a:avLst/>
          </a:prstGeom>
        </p:spPr>
      </p:pic>
    </p:spTree>
    <p:extLst>
      <p:ext uri="{BB962C8B-B14F-4D97-AF65-F5344CB8AC3E}">
        <p14:creationId xmlns:p14="http://schemas.microsoft.com/office/powerpoint/2010/main" val="10754379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97A71-A11E-6D89-8C09-A7E2C4F0138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9156EFE-44AA-BCCF-C263-B73317083EB3}"/>
              </a:ext>
            </a:extLst>
          </p:cNvPr>
          <p:cNvSpPr txBox="1">
            <a:spLocks noGrp="1"/>
          </p:cNvSpPr>
          <p:nvPr>
            <p:ph type="title"/>
          </p:nvPr>
        </p:nvSpPr>
        <p:spPr>
          <a:xfrm>
            <a:off x="537020" y="400952"/>
            <a:ext cx="8866421" cy="635000"/>
          </a:xfrm>
          <a:prstGeom prst="rect">
            <a:avLst/>
          </a:prstGeom>
        </p:spPr>
        <p:txBody>
          <a:bodyPr vert="horz" wrap="square" lIns="0" tIns="12065" rIns="0" bIns="0" rtlCol="0" anchor="t">
            <a:spAutoFit/>
          </a:bodyPr>
          <a:lstStyle/>
          <a:p>
            <a:pPr marL="12700">
              <a:spcBef>
                <a:spcPts val="95"/>
              </a:spcBef>
            </a:pPr>
            <a:r>
              <a:rPr lang="en-US" sz="4000" b="1">
                <a:solidFill>
                  <a:srgbClr val="000000"/>
                </a:solidFill>
              </a:rPr>
              <a:t>Projects Summary </a:t>
            </a:r>
          </a:p>
        </p:txBody>
      </p:sp>
      <p:sp>
        <p:nvSpPr>
          <p:cNvPr id="4" name="object 4">
            <a:extLst>
              <a:ext uri="{FF2B5EF4-FFF2-40B4-BE49-F238E27FC236}">
                <a16:creationId xmlns:a16="http://schemas.microsoft.com/office/drawing/2014/main" id="{C536B5D5-2FB6-F93E-E2F0-DBF8B867509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43</a:t>
            </a:fld>
            <a:endParaRPr spc="-25"/>
          </a:p>
        </p:txBody>
      </p:sp>
      <p:pic>
        <p:nvPicPr>
          <p:cNvPr id="3" name="Picture 2" descr="A close-up of words&#10;&#10;AI-generated content may be incorrect.">
            <a:extLst>
              <a:ext uri="{FF2B5EF4-FFF2-40B4-BE49-F238E27FC236}">
                <a16:creationId xmlns:a16="http://schemas.microsoft.com/office/drawing/2014/main" id="{34711001-3A6A-7D61-1510-C6E94C2423C0}"/>
              </a:ext>
            </a:extLst>
          </p:cNvPr>
          <p:cNvPicPr>
            <a:picLocks noChangeAspect="1"/>
          </p:cNvPicPr>
          <p:nvPr/>
        </p:nvPicPr>
        <p:blipFill>
          <a:blip r:embed="rId2"/>
          <a:stretch>
            <a:fillRect/>
          </a:stretch>
        </p:blipFill>
        <p:spPr>
          <a:xfrm>
            <a:off x="1594711" y="1551606"/>
            <a:ext cx="8434307" cy="4038923"/>
          </a:xfrm>
          <a:prstGeom prst="rect">
            <a:avLst/>
          </a:prstGeom>
        </p:spPr>
      </p:pic>
    </p:spTree>
    <p:extLst>
      <p:ext uri="{BB962C8B-B14F-4D97-AF65-F5344CB8AC3E}">
        <p14:creationId xmlns:p14="http://schemas.microsoft.com/office/powerpoint/2010/main" val="6858810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98EE3-A996-2C2C-529D-F4AD26592E3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A5F3572-9743-91C9-B3B0-DC7436524A1A}"/>
              </a:ext>
            </a:extLst>
          </p:cNvPr>
          <p:cNvSpPr txBox="1">
            <a:spLocks noGrp="1"/>
          </p:cNvSpPr>
          <p:nvPr>
            <p:ph type="title"/>
          </p:nvPr>
        </p:nvSpPr>
        <p:spPr>
          <a:xfrm>
            <a:off x="537020" y="400952"/>
            <a:ext cx="8866421" cy="635000"/>
          </a:xfrm>
          <a:prstGeom prst="rect">
            <a:avLst/>
          </a:prstGeom>
        </p:spPr>
        <p:txBody>
          <a:bodyPr vert="horz" wrap="square" lIns="0" tIns="12065" rIns="0" bIns="0" rtlCol="0" anchor="t">
            <a:spAutoFit/>
          </a:bodyPr>
          <a:lstStyle/>
          <a:p>
            <a:pPr marL="12700">
              <a:spcBef>
                <a:spcPts val="95"/>
              </a:spcBef>
            </a:pPr>
            <a:r>
              <a:rPr lang="en-US" sz="4000" b="1">
                <a:solidFill>
                  <a:srgbClr val="000000"/>
                </a:solidFill>
              </a:rPr>
              <a:t>Projects Summary </a:t>
            </a:r>
          </a:p>
        </p:txBody>
      </p:sp>
      <p:sp>
        <p:nvSpPr>
          <p:cNvPr id="4" name="object 4">
            <a:extLst>
              <a:ext uri="{FF2B5EF4-FFF2-40B4-BE49-F238E27FC236}">
                <a16:creationId xmlns:a16="http://schemas.microsoft.com/office/drawing/2014/main" id="{EF6FAE44-5198-5496-46F3-91EC6B9E7B6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44</a:t>
            </a:fld>
            <a:endParaRPr spc="-25"/>
          </a:p>
        </p:txBody>
      </p:sp>
      <p:pic>
        <p:nvPicPr>
          <p:cNvPr id="5" name="Picture 4" descr="A close-up of a blue background&#10;&#10;AI-generated content may be incorrect.">
            <a:extLst>
              <a:ext uri="{FF2B5EF4-FFF2-40B4-BE49-F238E27FC236}">
                <a16:creationId xmlns:a16="http://schemas.microsoft.com/office/drawing/2014/main" id="{B513BE49-D874-8F94-28B3-2F15D7DAFC15}"/>
              </a:ext>
            </a:extLst>
          </p:cNvPr>
          <p:cNvPicPr>
            <a:picLocks noChangeAspect="1"/>
          </p:cNvPicPr>
          <p:nvPr/>
        </p:nvPicPr>
        <p:blipFill>
          <a:blip r:embed="rId2"/>
          <a:stretch>
            <a:fillRect/>
          </a:stretch>
        </p:blipFill>
        <p:spPr>
          <a:xfrm>
            <a:off x="1438275" y="1128712"/>
            <a:ext cx="9315450" cy="4600575"/>
          </a:xfrm>
          <a:prstGeom prst="rect">
            <a:avLst/>
          </a:prstGeom>
        </p:spPr>
      </p:pic>
    </p:spTree>
    <p:extLst>
      <p:ext uri="{BB962C8B-B14F-4D97-AF65-F5344CB8AC3E}">
        <p14:creationId xmlns:p14="http://schemas.microsoft.com/office/powerpoint/2010/main" val="2580539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26584-5365-0F22-00E5-DC6D2ED1FB9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3C1123D-C451-C7A5-3A79-F7B7DCBA4406}"/>
              </a:ext>
            </a:extLst>
          </p:cNvPr>
          <p:cNvSpPr txBox="1">
            <a:spLocks noGrp="1"/>
          </p:cNvSpPr>
          <p:nvPr>
            <p:ph type="title"/>
          </p:nvPr>
        </p:nvSpPr>
        <p:spPr>
          <a:xfrm>
            <a:off x="449577" y="388460"/>
            <a:ext cx="8866421" cy="635000"/>
          </a:xfrm>
          <a:prstGeom prst="rect">
            <a:avLst/>
          </a:prstGeom>
        </p:spPr>
        <p:txBody>
          <a:bodyPr vert="horz" wrap="square" lIns="0" tIns="12065" rIns="0" bIns="0" rtlCol="0" anchor="t">
            <a:spAutoFit/>
          </a:bodyPr>
          <a:lstStyle/>
          <a:p>
            <a:pPr marL="12700">
              <a:spcBef>
                <a:spcPts val="95"/>
              </a:spcBef>
            </a:pPr>
            <a:r>
              <a:rPr lang="en-US" sz="4000" b="1">
                <a:solidFill>
                  <a:srgbClr val="000000"/>
                </a:solidFill>
              </a:rPr>
              <a:t>Projects Summary </a:t>
            </a:r>
          </a:p>
        </p:txBody>
      </p:sp>
      <p:sp>
        <p:nvSpPr>
          <p:cNvPr id="4" name="object 4">
            <a:extLst>
              <a:ext uri="{FF2B5EF4-FFF2-40B4-BE49-F238E27FC236}">
                <a16:creationId xmlns:a16="http://schemas.microsoft.com/office/drawing/2014/main" id="{53B9387F-1976-6440-5D35-E4203E9407C4}"/>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45</a:t>
            </a:fld>
            <a:endParaRPr spc="-25"/>
          </a:p>
        </p:txBody>
      </p:sp>
      <p:pic>
        <p:nvPicPr>
          <p:cNvPr id="3" name="Picture 2" descr="A blue background with words&#10;&#10;AI-generated content may be incorrect.">
            <a:extLst>
              <a:ext uri="{FF2B5EF4-FFF2-40B4-BE49-F238E27FC236}">
                <a16:creationId xmlns:a16="http://schemas.microsoft.com/office/drawing/2014/main" id="{773542E5-D135-B1FA-2818-BF6BA62E8698}"/>
              </a:ext>
            </a:extLst>
          </p:cNvPr>
          <p:cNvPicPr>
            <a:picLocks noChangeAspect="1"/>
          </p:cNvPicPr>
          <p:nvPr/>
        </p:nvPicPr>
        <p:blipFill>
          <a:blip r:embed="rId2"/>
          <a:stretch>
            <a:fillRect/>
          </a:stretch>
        </p:blipFill>
        <p:spPr>
          <a:xfrm>
            <a:off x="1457325" y="1028700"/>
            <a:ext cx="9277350" cy="4800600"/>
          </a:xfrm>
          <a:prstGeom prst="rect">
            <a:avLst/>
          </a:prstGeom>
        </p:spPr>
      </p:pic>
    </p:spTree>
    <p:extLst>
      <p:ext uri="{BB962C8B-B14F-4D97-AF65-F5344CB8AC3E}">
        <p14:creationId xmlns:p14="http://schemas.microsoft.com/office/powerpoint/2010/main" val="20306990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076D2-85CE-FA6E-9A0C-A20CF1DDC1F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D4CF531-C8E7-3D10-C0F5-051306E86067}"/>
              </a:ext>
            </a:extLst>
          </p:cNvPr>
          <p:cNvSpPr txBox="1">
            <a:spLocks noGrp="1"/>
          </p:cNvSpPr>
          <p:nvPr>
            <p:ph type="title"/>
          </p:nvPr>
        </p:nvSpPr>
        <p:spPr>
          <a:xfrm>
            <a:off x="304546" y="207223"/>
            <a:ext cx="8866421" cy="635000"/>
          </a:xfrm>
          <a:prstGeom prst="rect">
            <a:avLst/>
          </a:prstGeom>
        </p:spPr>
        <p:txBody>
          <a:bodyPr vert="horz" wrap="square" lIns="0" tIns="12065" rIns="0" bIns="0" rtlCol="0" anchor="t">
            <a:spAutoFit/>
          </a:bodyPr>
          <a:lstStyle/>
          <a:p>
            <a:pPr marL="12700">
              <a:spcBef>
                <a:spcPts val="95"/>
              </a:spcBef>
            </a:pPr>
            <a:r>
              <a:rPr lang="en-US" sz="4000" b="1">
                <a:solidFill>
                  <a:srgbClr val="000000"/>
                </a:solidFill>
              </a:rPr>
              <a:t>Projects Summary </a:t>
            </a:r>
          </a:p>
        </p:txBody>
      </p:sp>
      <p:sp>
        <p:nvSpPr>
          <p:cNvPr id="4" name="object 4">
            <a:extLst>
              <a:ext uri="{FF2B5EF4-FFF2-40B4-BE49-F238E27FC236}">
                <a16:creationId xmlns:a16="http://schemas.microsoft.com/office/drawing/2014/main" id="{5F888453-CD37-FCF6-CB42-7ABB989B7AAC}"/>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46</a:t>
            </a:fld>
            <a:endParaRPr spc="-25"/>
          </a:p>
        </p:txBody>
      </p:sp>
      <p:pic>
        <p:nvPicPr>
          <p:cNvPr id="5" name="Picture 4">
            <a:extLst>
              <a:ext uri="{FF2B5EF4-FFF2-40B4-BE49-F238E27FC236}">
                <a16:creationId xmlns:a16="http://schemas.microsoft.com/office/drawing/2014/main" id="{4AF96D09-C3B8-A6E8-A259-42455468421E}"/>
              </a:ext>
            </a:extLst>
          </p:cNvPr>
          <p:cNvPicPr>
            <a:picLocks noChangeAspect="1"/>
          </p:cNvPicPr>
          <p:nvPr/>
        </p:nvPicPr>
        <p:blipFill>
          <a:blip r:embed="rId2"/>
          <a:stretch>
            <a:fillRect/>
          </a:stretch>
        </p:blipFill>
        <p:spPr>
          <a:xfrm>
            <a:off x="1824037" y="981801"/>
            <a:ext cx="7549451" cy="5501415"/>
          </a:xfrm>
          <a:prstGeom prst="rect">
            <a:avLst/>
          </a:prstGeom>
        </p:spPr>
      </p:pic>
    </p:spTree>
    <p:extLst>
      <p:ext uri="{BB962C8B-B14F-4D97-AF65-F5344CB8AC3E}">
        <p14:creationId xmlns:p14="http://schemas.microsoft.com/office/powerpoint/2010/main" val="7382136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DBF24-0387-214F-5CC7-186C1A41DED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9B85554-80F5-486D-29B1-DF6C81966D84}"/>
              </a:ext>
            </a:extLst>
          </p:cNvPr>
          <p:cNvSpPr txBox="1">
            <a:spLocks noGrp="1"/>
          </p:cNvSpPr>
          <p:nvPr>
            <p:ph type="title"/>
          </p:nvPr>
        </p:nvSpPr>
        <p:spPr>
          <a:xfrm>
            <a:off x="537020" y="400952"/>
            <a:ext cx="8866421" cy="635000"/>
          </a:xfrm>
          <a:prstGeom prst="rect">
            <a:avLst/>
          </a:prstGeom>
        </p:spPr>
        <p:txBody>
          <a:bodyPr vert="horz" wrap="square" lIns="0" tIns="12065" rIns="0" bIns="0" rtlCol="0" anchor="t">
            <a:spAutoFit/>
          </a:bodyPr>
          <a:lstStyle/>
          <a:p>
            <a:pPr marL="12700">
              <a:spcBef>
                <a:spcPts val="95"/>
              </a:spcBef>
            </a:pPr>
            <a:r>
              <a:rPr lang="en-US" sz="4000" b="1">
                <a:solidFill>
                  <a:srgbClr val="000000"/>
                </a:solidFill>
              </a:rPr>
              <a:t>Projects Summary </a:t>
            </a:r>
          </a:p>
        </p:txBody>
      </p:sp>
      <p:sp>
        <p:nvSpPr>
          <p:cNvPr id="4" name="object 4">
            <a:extLst>
              <a:ext uri="{FF2B5EF4-FFF2-40B4-BE49-F238E27FC236}">
                <a16:creationId xmlns:a16="http://schemas.microsoft.com/office/drawing/2014/main" id="{FBDC3C52-86C8-B6D3-DADD-D72FD138CB45}"/>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47</a:t>
            </a:fld>
            <a:endParaRPr spc="-25"/>
          </a:p>
        </p:txBody>
      </p:sp>
      <p:pic>
        <p:nvPicPr>
          <p:cNvPr id="6" name="Picture 5" descr="A blue and green background with words&#10;&#10;AI-generated content may be incorrect.">
            <a:extLst>
              <a:ext uri="{FF2B5EF4-FFF2-40B4-BE49-F238E27FC236}">
                <a16:creationId xmlns:a16="http://schemas.microsoft.com/office/drawing/2014/main" id="{2D8E1BFC-4B65-288B-04BB-CD33F3153852}"/>
              </a:ext>
            </a:extLst>
          </p:cNvPr>
          <p:cNvPicPr>
            <a:picLocks noChangeAspect="1"/>
          </p:cNvPicPr>
          <p:nvPr/>
        </p:nvPicPr>
        <p:blipFill>
          <a:blip r:embed="rId2"/>
          <a:stretch>
            <a:fillRect/>
          </a:stretch>
        </p:blipFill>
        <p:spPr>
          <a:xfrm>
            <a:off x="1514475" y="1094126"/>
            <a:ext cx="9163050" cy="4819650"/>
          </a:xfrm>
          <a:prstGeom prst="rect">
            <a:avLst/>
          </a:prstGeom>
        </p:spPr>
      </p:pic>
    </p:spTree>
    <p:extLst>
      <p:ext uri="{BB962C8B-B14F-4D97-AF65-F5344CB8AC3E}">
        <p14:creationId xmlns:p14="http://schemas.microsoft.com/office/powerpoint/2010/main" val="39447444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5049B-CC55-9695-7650-DD42CDDADCB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3FBEF09-202E-205D-B030-E9417C1145AE}"/>
              </a:ext>
            </a:extLst>
          </p:cNvPr>
          <p:cNvSpPr txBox="1">
            <a:spLocks noGrp="1"/>
          </p:cNvSpPr>
          <p:nvPr>
            <p:ph type="title"/>
          </p:nvPr>
        </p:nvSpPr>
        <p:spPr>
          <a:xfrm>
            <a:off x="537020" y="400952"/>
            <a:ext cx="8866421" cy="635000"/>
          </a:xfrm>
          <a:prstGeom prst="rect">
            <a:avLst/>
          </a:prstGeom>
        </p:spPr>
        <p:txBody>
          <a:bodyPr vert="horz" wrap="square" lIns="0" tIns="12065" rIns="0" bIns="0" rtlCol="0" anchor="t">
            <a:spAutoFit/>
          </a:bodyPr>
          <a:lstStyle/>
          <a:p>
            <a:pPr marL="12700">
              <a:spcBef>
                <a:spcPts val="95"/>
              </a:spcBef>
            </a:pPr>
            <a:r>
              <a:rPr lang="en-US" sz="4000" b="1">
                <a:solidFill>
                  <a:srgbClr val="000000"/>
                </a:solidFill>
              </a:rPr>
              <a:t>Projects Summary </a:t>
            </a:r>
          </a:p>
        </p:txBody>
      </p:sp>
      <p:sp>
        <p:nvSpPr>
          <p:cNvPr id="4" name="object 4">
            <a:extLst>
              <a:ext uri="{FF2B5EF4-FFF2-40B4-BE49-F238E27FC236}">
                <a16:creationId xmlns:a16="http://schemas.microsoft.com/office/drawing/2014/main" id="{119283BE-D4EB-5CBF-EF4D-8FFB87453E08}"/>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48</a:t>
            </a:fld>
            <a:endParaRPr spc="-25"/>
          </a:p>
        </p:txBody>
      </p:sp>
      <p:pic>
        <p:nvPicPr>
          <p:cNvPr id="6" name="Picture 5" descr="A cloud with text on it&#10;&#10;AI-generated content may be incorrect.">
            <a:extLst>
              <a:ext uri="{FF2B5EF4-FFF2-40B4-BE49-F238E27FC236}">
                <a16:creationId xmlns:a16="http://schemas.microsoft.com/office/drawing/2014/main" id="{D810D4E3-C002-F7B2-AC92-DDF021AD0C86}"/>
              </a:ext>
            </a:extLst>
          </p:cNvPr>
          <p:cNvPicPr>
            <a:picLocks noChangeAspect="1"/>
          </p:cNvPicPr>
          <p:nvPr/>
        </p:nvPicPr>
        <p:blipFill>
          <a:blip r:embed="rId2"/>
          <a:stretch>
            <a:fillRect/>
          </a:stretch>
        </p:blipFill>
        <p:spPr>
          <a:xfrm>
            <a:off x="1565458" y="1382453"/>
            <a:ext cx="8011776" cy="4442866"/>
          </a:xfrm>
          <a:prstGeom prst="rect">
            <a:avLst/>
          </a:prstGeom>
        </p:spPr>
      </p:pic>
    </p:spTree>
    <p:extLst>
      <p:ext uri="{BB962C8B-B14F-4D97-AF65-F5344CB8AC3E}">
        <p14:creationId xmlns:p14="http://schemas.microsoft.com/office/powerpoint/2010/main" val="30361214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21D57-62D0-2203-3821-F7DDD9A31F2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6301589-4880-BC01-0733-209CFCF8F2CF}"/>
              </a:ext>
            </a:extLst>
          </p:cNvPr>
          <p:cNvSpPr txBox="1">
            <a:spLocks noGrp="1"/>
          </p:cNvSpPr>
          <p:nvPr>
            <p:ph type="title"/>
          </p:nvPr>
        </p:nvSpPr>
        <p:spPr>
          <a:xfrm>
            <a:off x="477685" y="392572"/>
            <a:ext cx="9814954" cy="627736"/>
          </a:xfrm>
          <a:prstGeom prst="rect">
            <a:avLst/>
          </a:prstGeom>
        </p:spPr>
        <p:txBody>
          <a:bodyPr vert="horz" wrap="square" lIns="0" tIns="12065" rIns="0" bIns="0" rtlCol="0" anchor="t">
            <a:spAutoFit/>
          </a:bodyPr>
          <a:lstStyle/>
          <a:p>
            <a:pPr marL="12700">
              <a:spcBef>
                <a:spcPts val="95"/>
              </a:spcBef>
            </a:pPr>
            <a:r>
              <a:rPr lang="en-US" sz="4000" b="1">
                <a:solidFill>
                  <a:srgbClr val="000000"/>
                </a:solidFill>
              </a:rPr>
              <a:t>Industry Projects – Success Stories </a:t>
            </a:r>
          </a:p>
        </p:txBody>
      </p:sp>
      <p:sp>
        <p:nvSpPr>
          <p:cNvPr id="4" name="object 4">
            <a:extLst>
              <a:ext uri="{FF2B5EF4-FFF2-40B4-BE49-F238E27FC236}">
                <a16:creationId xmlns:a16="http://schemas.microsoft.com/office/drawing/2014/main" id="{C4FD9BC6-AABB-EC92-0059-539ED5CD4634}"/>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49</a:t>
            </a:fld>
            <a:endParaRPr spc="-25"/>
          </a:p>
        </p:txBody>
      </p:sp>
      <p:pic>
        <p:nvPicPr>
          <p:cNvPr id="5" name="Picture 4" descr="A screenshot of a website&#10;&#10;AI-generated content may be incorrect.">
            <a:extLst>
              <a:ext uri="{FF2B5EF4-FFF2-40B4-BE49-F238E27FC236}">
                <a16:creationId xmlns:a16="http://schemas.microsoft.com/office/drawing/2014/main" id="{85FD668E-579A-7852-B0B4-06B19729A862}"/>
              </a:ext>
            </a:extLst>
          </p:cNvPr>
          <p:cNvPicPr>
            <a:picLocks noChangeAspect="1"/>
          </p:cNvPicPr>
          <p:nvPr/>
        </p:nvPicPr>
        <p:blipFill>
          <a:blip r:embed="rId2"/>
          <a:stretch>
            <a:fillRect/>
          </a:stretch>
        </p:blipFill>
        <p:spPr>
          <a:xfrm>
            <a:off x="5191557" y="1089116"/>
            <a:ext cx="6605951" cy="4881967"/>
          </a:xfrm>
          <a:prstGeom prst="rect">
            <a:avLst/>
          </a:prstGeom>
        </p:spPr>
      </p:pic>
      <p:sp>
        <p:nvSpPr>
          <p:cNvPr id="6" name="TextBox 5">
            <a:extLst>
              <a:ext uri="{FF2B5EF4-FFF2-40B4-BE49-F238E27FC236}">
                <a16:creationId xmlns:a16="http://schemas.microsoft.com/office/drawing/2014/main" id="{224FFEF7-B92A-69BF-59E2-5A27A3779BEE}"/>
              </a:ext>
            </a:extLst>
          </p:cNvPr>
          <p:cNvSpPr txBox="1"/>
          <p:nvPr/>
        </p:nvSpPr>
        <p:spPr>
          <a:xfrm>
            <a:off x="204253" y="2528505"/>
            <a:ext cx="4938390"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200" b="1"/>
              <a:t>COMP[39]900 </a:t>
            </a:r>
            <a:r>
              <a:rPr lang="en-US" sz="2200"/>
              <a:t>capstone project </a:t>
            </a:r>
            <a:r>
              <a:rPr lang="en-US" sz="2200" b="1"/>
              <a:t>teams</a:t>
            </a:r>
            <a:r>
              <a:rPr lang="en-US" sz="2200"/>
              <a:t> invited to present at</a:t>
            </a:r>
            <a:r>
              <a:rPr lang="en-US" sz="2200" b="1"/>
              <a:t> Atlassian Forge Dev Den</a:t>
            </a:r>
            <a:r>
              <a:rPr lang="en-US" sz="2200"/>
              <a:t> (community channel)! </a:t>
            </a:r>
            <a:endParaRPr lang="en-US" sz="2200">
              <a:solidFill>
                <a:srgbClr val="000000"/>
              </a:solidFill>
            </a:endParaRPr>
          </a:p>
          <a:p>
            <a:pPr algn="l"/>
            <a:endParaRPr lang="en-US" sz="2200">
              <a:solidFill>
                <a:srgbClr val="000000"/>
              </a:solidFill>
            </a:endParaRPr>
          </a:p>
          <a:p>
            <a:pPr algn="l"/>
            <a:r>
              <a:rPr lang="en-US" sz="2200">
                <a:solidFill>
                  <a:srgbClr val="000000"/>
                </a:solidFill>
              </a:rPr>
              <a:t>Impressed of the team's achievements on the new </a:t>
            </a:r>
            <a:r>
              <a:rPr lang="en-US" sz="2200" b="1">
                <a:solidFill>
                  <a:srgbClr val="000000"/>
                </a:solidFill>
              </a:rPr>
              <a:t>Atlassian AI-powered Forge Apps. </a:t>
            </a:r>
          </a:p>
        </p:txBody>
      </p:sp>
    </p:spTree>
    <p:extLst>
      <p:ext uri="{BB962C8B-B14F-4D97-AF65-F5344CB8AC3E}">
        <p14:creationId xmlns:p14="http://schemas.microsoft.com/office/powerpoint/2010/main" val="42727427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84CE8-620F-A496-8C23-AB2E47E637D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3F40FF8-4FCA-04A3-B2E9-7C520DEA4F9B}"/>
              </a:ext>
            </a:extLst>
          </p:cNvPr>
          <p:cNvSpPr txBox="1">
            <a:spLocks noGrp="1"/>
          </p:cNvSpPr>
          <p:nvPr>
            <p:ph type="title"/>
          </p:nvPr>
        </p:nvSpPr>
        <p:spPr>
          <a:xfrm>
            <a:off x="477685" y="392572"/>
            <a:ext cx="9814954" cy="627736"/>
          </a:xfrm>
          <a:prstGeom prst="rect">
            <a:avLst/>
          </a:prstGeom>
        </p:spPr>
        <p:txBody>
          <a:bodyPr vert="horz" wrap="square" lIns="0" tIns="12065" rIns="0" bIns="0" rtlCol="0" anchor="t">
            <a:spAutoFit/>
          </a:bodyPr>
          <a:lstStyle/>
          <a:p>
            <a:pPr marL="12700">
              <a:spcBef>
                <a:spcPts val="95"/>
              </a:spcBef>
            </a:pPr>
            <a:r>
              <a:rPr lang="en-US" sz="4000" b="1">
                <a:solidFill>
                  <a:srgbClr val="000000"/>
                </a:solidFill>
              </a:rPr>
              <a:t>Industry Projects – Success Stories </a:t>
            </a:r>
          </a:p>
        </p:txBody>
      </p:sp>
      <p:sp>
        <p:nvSpPr>
          <p:cNvPr id="4" name="object 4">
            <a:extLst>
              <a:ext uri="{FF2B5EF4-FFF2-40B4-BE49-F238E27FC236}">
                <a16:creationId xmlns:a16="http://schemas.microsoft.com/office/drawing/2014/main" id="{5BD4BA9D-E55F-5358-5BCE-4B6C22A5A50A}"/>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50</a:t>
            </a:fld>
            <a:endParaRPr spc="-25"/>
          </a:p>
        </p:txBody>
      </p:sp>
      <p:sp>
        <p:nvSpPr>
          <p:cNvPr id="6" name="TextBox 5">
            <a:extLst>
              <a:ext uri="{FF2B5EF4-FFF2-40B4-BE49-F238E27FC236}">
                <a16:creationId xmlns:a16="http://schemas.microsoft.com/office/drawing/2014/main" id="{480A1DFA-21D7-4752-99F0-25E65C4C67C5}"/>
              </a:ext>
            </a:extLst>
          </p:cNvPr>
          <p:cNvSpPr txBox="1"/>
          <p:nvPr/>
        </p:nvSpPr>
        <p:spPr>
          <a:xfrm>
            <a:off x="479925" y="2067579"/>
            <a:ext cx="6975231" cy="29238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b="1"/>
              <a:t>COMP[39]900 </a:t>
            </a:r>
            <a:r>
              <a:rPr lang="en-US" sz="2400"/>
              <a:t>capstone project </a:t>
            </a:r>
            <a:r>
              <a:rPr lang="en-US" sz="2400" b="1"/>
              <a:t>team worked with NSW health stakeholders and Managers</a:t>
            </a:r>
            <a:r>
              <a:rPr lang="en-US" sz="2400"/>
              <a:t>! </a:t>
            </a:r>
            <a:endParaRPr lang="en-US" sz="2400">
              <a:solidFill>
                <a:srgbClr val="000000"/>
              </a:solidFill>
            </a:endParaRPr>
          </a:p>
          <a:p>
            <a:pPr algn="l"/>
            <a:endParaRPr lang="en-US" sz="2400">
              <a:solidFill>
                <a:srgbClr val="000000"/>
              </a:solidFill>
            </a:endParaRPr>
          </a:p>
          <a:p>
            <a:pPr algn="l"/>
            <a:r>
              <a:rPr lang="en-US" sz="2400">
                <a:solidFill>
                  <a:srgbClr val="000000"/>
                </a:solidFill>
              </a:rPr>
              <a:t>The Royal Hospital for Women Newborn Care Center Neonatal Milk Checker App. </a:t>
            </a:r>
          </a:p>
          <a:p>
            <a:pPr algn="l"/>
            <a:endParaRPr lang="en-US" sz="2400" b="1">
              <a:solidFill>
                <a:srgbClr val="000000"/>
              </a:solidFill>
            </a:endParaRPr>
          </a:p>
          <a:p>
            <a:pPr algn="l"/>
            <a:r>
              <a:rPr lang="en-US" sz="2000"/>
              <a:t>Students offered </a:t>
            </a:r>
            <a:r>
              <a:rPr lang="en-US" sz="2000" b="1"/>
              <a:t>project</a:t>
            </a:r>
            <a:r>
              <a:rPr lang="en-US" sz="2000"/>
              <a:t> </a:t>
            </a:r>
            <a:r>
              <a:rPr lang="en-US" sz="2000" b="1"/>
              <a:t>employment </a:t>
            </a:r>
            <a:r>
              <a:rPr lang="en-US" sz="2000"/>
              <a:t>to continue working on the project </a:t>
            </a:r>
          </a:p>
        </p:txBody>
      </p:sp>
      <p:pic>
        <p:nvPicPr>
          <p:cNvPr id="3" name="Picture 2" descr="Newborn Care Centre - NICU | South ...">
            <a:extLst>
              <a:ext uri="{FF2B5EF4-FFF2-40B4-BE49-F238E27FC236}">
                <a16:creationId xmlns:a16="http://schemas.microsoft.com/office/drawing/2014/main" id="{D608E5AF-C680-A031-9796-8809C2DAF021}"/>
              </a:ext>
            </a:extLst>
          </p:cNvPr>
          <p:cNvPicPr>
            <a:picLocks noChangeAspect="1"/>
          </p:cNvPicPr>
          <p:nvPr/>
        </p:nvPicPr>
        <p:blipFill>
          <a:blip r:embed="rId2"/>
          <a:stretch>
            <a:fillRect/>
          </a:stretch>
        </p:blipFill>
        <p:spPr>
          <a:xfrm>
            <a:off x="8601762" y="1497188"/>
            <a:ext cx="2219325" cy="2066925"/>
          </a:xfrm>
          <a:prstGeom prst="rect">
            <a:avLst/>
          </a:prstGeom>
        </p:spPr>
      </p:pic>
      <p:pic>
        <p:nvPicPr>
          <p:cNvPr id="7" name="Picture 6" descr="A close-up of a sign&#10;&#10;AI-generated content may be incorrect.">
            <a:extLst>
              <a:ext uri="{FF2B5EF4-FFF2-40B4-BE49-F238E27FC236}">
                <a16:creationId xmlns:a16="http://schemas.microsoft.com/office/drawing/2014/main" id="{82BDC21C-BE45-FDBD-9283-E32AA71E8184}"/>
              </a:ext>
            </a:extLst>
          </p:cNvPr>
          <p:cNvPicPr>
            <a:picLocks noChangeAspect="1"/>
          </p:cNvPicPr>
          <p:nvPr/>
        </p:nvPicPr>
        <p:blipFill>
          <a:blip r:embed="rId3"/>
          <a:stretch>
            <a:fillRect/>
          </a:stretch>
        </p:blipFill>
        <p:spPr>
          <a:xfrm>
            <a:off x="8079051" y="3992839"/>
            <a:ext cx="3257550" cy="866775"/>
          </a:xfrm>
          <a:prstGeom prst="rect">
            <a:avLst/>
          </a:prstGeom>
        </p:spPr>
      </p:pic>
    </p:spTree>
    <p:extLst>
      <p:ext uri="{BB962C8B-B14F-4D97-AF65-F5344CB8AC3E}">
        <p14:creationId xmlns:p14="http://schemas.microsoft.com/office/powerpoint/2010/main" val="6385407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5803C-C5FF-1CF7-9F34-4EC7531FE8A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3AD2F7F-07C6-C4ED-603E-F7D912F4C457}"/>
              </a:ext>
            </a:extLst>
          </p:cNvPr>
          <p:cNvSpPr txBox="1">
            <a:spLocks noGrp="1"/>
          </p:cNvSpPr>
          <p:nvPr>
            <p:ph type="title"/>
          </p:nvPr>
        </p:nvSpPr>
        <p:spPr>
          <a:xfrm>
            <a:off x="477685" y="392572"/>
            <a:ext cx="9814954" cy="627736"/>
          </a:xfrm>
          <a:prstGeom prst="rect">
            <a:avLst/>
          </a:prstGeom>
        </p:spPr>
        <p:txBody>
          <a:bodyPr vert="horz" wrap="square" lIns="0" tIns="12065" rIns="0" bIns="0" rtlCol="0" anchor="t">
            <a:spAutoFit/>
          </a:bodyPr>
          <a:lstStyle/>
          <a:p>
            <a:pPr marL="12700">
              <a:spcBef>
                <a:spcPts val="95"/>
              </a:spcBef>
            </a:pPr>
            <a:r>
              <a:rPr lang="en-US" sz="4000" b="1">
                <a:solidFill>
                  <a:srgbClr val="000000"/>
                </a:solidFill>
              </a:rPr>
              <a:t>Industry Projects – Success Stories </a:t>
            </a:r>
          </a:p>
        </p:txBody>
      </p:sp>
      <p:sp>
        <p:nvSpPr>
          <p:cNvPr id="4" name="object 4">
            <a:extLst>
              <a:ext uri="{FF2B5EF4-FFF2-40B4-BE49-F238E27FC236}">
                <a16:creationId xmlns:a16="http://schemas.microsoft.com/office/drawing/2014/main" id="{FABE4DDB-4F9F-9B2B-17FC-CB124C9FEC31}"/>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51</a:t>
            </a:fld>
            <a:endParaRPr spc="-25"/>
          </a:p>
        </p:txBody>
      </p:sp>
      <p:pic>
        <p:nvPicPr>
          <p:cNvPr id="5" name="Picture 4" descr="A screenshot of a computer&#10;&#10;AI-generated content may be incorrect.">
            <a:extLst>
              <a:ext uri="{FF2B5EF4-FFF2-40B4-BE49-F238E27FC236}">
                <a16:creationId xmlns:a16="http://schemas.microsoft.com/office/drawing/2014/main" id="{AD553781-8397-658A-F565-AA2A8BE68B7E}"/>
              </a:ext>
            </a:extLst>
          </p:cNvPr>
          <p:cNvPicPr>
            <a:picLocks noChangeAspect="1"/>
          </p:cNvPicPr>
          <p:nvPr/>
        </p:nvPicPr>
        <p:blipFill>
          <a:blip r:embed="rId2"/>
          <a:stretch>
            <a:fillRect/>
          </a:stretch>
        </p:blipFill>
        <p:spPr>
          <a:xfrm>
            <a:off x="671593" y="2414814"/>
            <a:ext cx="10319288" cy="3487793"/>
          </a:xfrm>
          <a:prstGeom prst="rect">
            <a:avLst/>
          </a:prstGeom>
        </p:spPr>
      </p:pic>
      <p:pic>
        <p:nvPicPr>
          <p:cNvPr id="8" name="Picture 7" descr="A yellow sign with black text&#10;&#10;AI-generated content may be incorrect.">
            <a:extLst>
              <a:ext uri="{FF2B5EF4-FFF2-40B4-BE49-F238E27FC236}">
                <a16:creationId xmlns:a16="http://schemas.microsoft.com/office/drawing/2014/main" id="{7B81BD8B-1860-1ABF-41EE-9F8CAE1773AA}"/>
              </a:ext>
            </a:extLst>
          </p:cNvPr>
          <p:cNvPicPr>
            <a:picLocks noChangeAspect="1"/>
          </p:cNvPicPr>
          <p:nvPr/>
        </p:nvPicPr>
        <p:blipFill>
          <a:blip r:embed="rId3"/>
          <a:stretch>
            <a:fillRect/>
          </a:stretch>
        </p:blipFill>
        <p:spPr>
          <a:xfrm>
            <a:off x="288252" y="1410346"/>
            <a:ext cx="7340547" cy="601851"/>
          </a:xfrm>
          <a:prstGeom prst="rect">
            <a:avLst/>
          </a:prstGeom>
        </p:spPr>
      </p:pic>
    </p:spTree>
    <p:extLst>
      <p:ext uri="{BB962C8B-B14F-4D97-AF65-F5344CB8AC3E}">
        <p14:creationId xmlns:p14="http://schemas.microsoft.com/office/powerpoint/2010/main" val="35325659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7685" y="392572"/>
            <a:ext cx="9814954" cy="627736"/>
          </a:xfrm>
          <a:prstGeom prst="rect">
            <a:avLst/>
          </a:prstGeom>
        </p:spPr>
        <p:txBody>
          <a:bodyPr vert="horz" wrap="square" lIns="0" tIns="12065" rIns="0" bIns="0" rtlCol="0" anchor="t">
            <a:spAutoFit/>
          </a:bodyPr>
          <a:lstStyle/>
          <a:p>
            <a:pPr marL="12700">
              <a:spcBef>
                <a:spcPts val="95"/>
              </a:spcBef>
            </a:pPr>
            <a:r>
              <a:rPr lang="en-US" sz="4000" b="1">
                <a:solidFill>
                  <a:srgbClr val="000000"/>
                </a:solidFill>
              </a:rPr>
              <a:t>Project Timeline and Milestones</a:t>
            </a:r>
            <a:endParaRPr lang="en-US"/>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52</a:t>
            </a:fld>
            <a:endParaRPr spc="-25"/>
          </a:p>
        </p:txBody>
      </p:sp>
      <p:sp>
        <p:nvSpPr>
          <p:cNvPr id="3" name="object 3"/>
          <p:cNvSpPr txBox="1"/>
          <p:nvPr/>
        </p:nvSpPr>
        <p:spPr>
          <a:xfrm>
            <a:off x="480611" y="1612073"/>
            <a:ext cx="10913203" cy="4357603"/>
          </a:xfrm>
          <a:prstGeom prst="rect">
            <a:avLst/>
          </a:prstGeom>
        </p:spPr>
        <p:txBody>
          <a:bodyPr vert="horz" wrap="square" lIns="0" tIns="12700" rIns="0" bIns="0" rtlCol="0" anchor="t">
            <a:spAutoFit/>
          </a:bodyPr>
          <a:lstStyle/>
          <a:p>
            <a:pPr marL="812800" lvl="1" indent="-342900">
              <a:spcBef>
                <a:spcPts val="2165"/>
              </a:spcBef>
              <a:buFont typeface="Arial"/>
              <a:buChar char="•"/>
              <a:tabLst>
                <a:tab pos="355600" algn="l"/>
              </a:tabLst>
            </a:pPr>
            <a:r>
              <a:rPr lang="en-US" sz="2600" b="1">
                <a:latin typeface="Arial"/>
                <a:cs typeface="Arial"/>
              </a:rPr>
              <a:t>Week 1: </a:t>
            </a:r>
            <a:r>
              <a:rPr lang="en-US" sz="2600">
                <a:latin typeface="Arial"/>
                <a:cs typeface="Arial"/>
              </a:rPr>
              <a:t>team formation and project selection</a:t>
            </a:r>
            <a:endParaRPr lang="en-US" sz="2600" err="1">
              <a:latin typeface="Arial"/>
              <a:cs typeface="Arial"/>
            </a:endParaRPr>
          </a:p>
          <a:p>
            <a:pPr marL="812800" lvl="1" indent="-342900">
              <a:lnSpc>
                <a:spcPct val="100000"/>
              </a:lnSpc>
              <a:spcBef>
                <a:spcPts val="2165"/>
              </a:spcBef>
              <a:buFont typeface="Arial"/>
              <a:buChar char="•"/>
              <a:tabLst>
                <a:tab pos="812800" algn="l"/>
              </a:tabLst>
            </a:pPr>
            <a:r>
              <a:rPr sz="2600" b="1">
                <a:latin typeface="Arial"/>
                <a:cs typeface="Arial"/>
              </a:rPr>
              <a:t>Week</a:t>
            </a:r>
            <a:r>
              <a:rPr sz="2600" b="1" spc="-55">
                <a:latin typeface="Arial"/>
                <a:cs typeface="Arial"/>
              </a:rPr>
              <a:t> </a:t>
            </a:r>
            <a:r>
              <a:rPr sz="2600" b="1">
                <a:latin typeface="Arial"/>
                <a:cs typeface="Arial"/>
              </a:rPr>
              <a:t>2-3</a:t>
            </a:r>
            <a:r>
              <a:rPr sz="2600">
                <a:latin typeface="Arial"/>
                <a:cs typeface="Arial"/>
              </a:rPr>
              <a:t>:</a:t>
            </a:r>
            <a:r>
              <a:rPr sz="2600" spc="-45">
                <a:latin typeface="Arial"/>
                <a:cs typeface="Arial"/>
              </a:rPr>
              <a:t> </a:t>
            </a:r>
            <a:r>
              <a:rPr sz="2600">
                <a:latin typeface="Arial"/>
                <a:cs typeface="Arial"/>
              </a:rPr>
              <a:t>meet/communicate</a:t>
            </a:r>
            <a:r>
              <a:rPr sz="2600" spc="-70">
                <a:latin typeface="Arial"/>
                <a:cs typeface="Arial"/>
              </a:rPr>
              <a:t> </a:t>
            </a:r>
            <a:r>
              <a:rPr sz="2600">
                <a:latin typeface="Arial"/>
                <a:cs typeface="Arial"/>
              </a:rPr>
              <a:t>with</a:t>
            </a:r>
            <a:r>
              <a:rPr sz="2600" spc="-35">
                <a:latin typeface="Arial"/>
                <a:cs typeface="Arial"/>
              </a:rPr>
              <a:t> </a:t>
            </a:r>
            <a:r>
              <a:rPr sz="2600">
                <a:latin typeface="Arial"/>
                <a:cs typeface="Arial"/>
              </a:rPr>
              <a:t>your</a:t>
            </a:r>
            <a:r>
              <a:rPr sz="2600" spc="-40">
                <a:latin typeface="Arial"/>
                <a:cs typeface="Arial"/>
              </a:rPr>
              <a:t> </a:t>
            </a:r>
            <a:r>
              <a:rPr sz="2600">
                <a:latin typeface="Arial"/>
                <a:cs typeface="Arial"/>
              </a:rPr>
              <a:t>client</a:t>
            </a:r>
            <a:r>
              <a:rPr sz="2600" spc="-30">
                <a:latin typeface="Arial"/>
                <a:cs typeface="Arial"/>
              </a:rPr>
              <a:t> </a:t>
            </a:r>
            <a:r>
              <a:rPr sz="2600">
                <a:latin typeface="Arial"/>
                <a:cs typeface="Arial"/>
              </a:rPr>
              <a:t>(lead/product</a:t>
            </a:r>
            <a:r>
              <a:rPr sz="2600" spc="-80">
                <a:latin typeface="Arial"/>
                <a:cs typeface="Arial"/>
              </a:rPr>
              <a:t> </a:t>
            </a:r>
            <a:r>
              <a:rPr sz="2600" spc="-10">
                <a:latin typeface="Arial"/>
                <a:cs typeface="Arial"/>
              </a:rPr>
              <a:t>owner)</a:t>
            </a:r>
            <a:endParaRPr sz="2600">
              <a:latin typeface="Arial"/>
              <a:cs typeface="Arial"/>
            </a:endParaRPr>
          </a:p>
          <a:p>
            <a:pPr marL="812800" lvl="1" indent="-342900">
              <a:lnSpc>
                <a:spcPct val="100000"/>
              </a:lnSpc>
              <a:spcBef>
                <a:spcPts val="600"/>
              </a:spcBef>
              <a:buFont typeface="Arial"/>
              <a:buChar char="•"/>
              <a:tabLst>
                <a:tab pos="812800" algn="l"/>
              </a:tabLst>
            </a:pPr>
            <a:r>
              <a:rPr sz="2600" b="1">
                <a:latin typeface="Arial"/>
                <a:cs typeface="Arial"/>
              </a:rPr>
              <a:t>Week</a:t>
            </a:r>
            <a:r>
              <a:rPr sz="2600" b="1" spc="-35">
                <a:latin typeface="Arial"/>
                <a:cs typeface="Arial"/>
              </a:rPr>
              <a:t> </a:t>
            </a:r>
            <a:r>
              <a:rPr sz="2600" b="1">
                <a:latin typeface="Arial"/>
                <a:cs typeface="Arial"/>
              </a:rPr>
              <a:t>3</a:t>
            </a:r>
            <a:r>
              <a:rPr sz="2600">
                <a:latin typeface="Arial"/>
                <a:cs typeface="Arial"/>
              </a:rPr>
              <a:t>:</a:t>
            </a:r>
            <a:r>
              <a:rPr sz="2600" spc="-15">
                <a:latin typeface="Arial"/>
                <a:cs typeface="Arial"/>
              </a:rPr>
              <a:t> </a:t>
            </a:r>
            <a:r>
              <a:rPr sz="2600">
                <a:latin typeface="Arial"/>
                <a:cs typeface="Arial"/>
              </a:rPr>
              <a:t>proposal</a:t>
            </a:r>
            <a:r>
              <a:rPr sz="2600" spc="-40">
                <a:latin typeface="Arial"/>
                <a:cs typeface="Arial"/>
              </a:rPr>
              <a:t> </a:t>
            </a:r>
            <a:r>
              <a:rPr sz="2600">
                <a:latin typeface="Arial"/>
                <a:cs typeface="Arial"/>
              </a:rPr>
              <a:t>due</a:t>
            </a:r>
            <a:r>
              <a:rPr sz="2600" spc="-20">
                <a:latin typeface="Arial"/>
                <a:cs typeface="Arial"/>
              </a:rPr>
              <a:t> </a:t>
            </a:r>
            <a:r>
              <a:rPr sz="2600">
                <a:latin typeface="Arial"/>
                <a:cs typeface="Arial"/>
              </a:rPr>
              <a:t>(clear</a:t>
            </a:r>
            <a:r>
              <a:rPr sz="2600" spc="-30">
                <a:latin typeface="Arial"/>
                <a:cs typeface="Arial"/>
              </a:rPr>
              <a:t> </a:t>
            </a:r>
            <a:r>
              <a:rPr sz="2600">
                <a:latin typeface="Arial"/>
                <a:cs typeface="Arial"/>
              </a:rPr>
              <a:t>requirements</a:t>
            </a:r>
            <a:r>
              <a:rPr sz="2600" spc="-55">
                <a:latin typeface="Arial"/>
                <a:cs typeface="Arial"/>
              </a:rPr>
              <a:t> </a:t>
            </a:r>
            <a:r>
              <a:rPr sz="2600">
                <a:latin typeface="Arial"/>
                <a:cs typeface="Arial"/>
              </a:rPr>
              <a:t>and</a:t>
            </a:r>
            <a:r>
              <a:rPr sz="2600" spc="-20">
                <a:latin typeface="Arial"/>
                <a:cs typeface="Arial"/>
              </a:rPr>
              <a:t> </a:t>
            </a:r>
            <a:r>
              <a:rPr sz="2600">
                <a:latin typeface="Arial"/>
                <a:cs typeface="Arial"/>
              </a:rPr>
              <a:t>scope,</a:t>
            </a:r>
            <a:r>
              <a:rPr sz="2600" spc="-35">
                <a:latin typeface="Arial"/>
                <a:cs typeface="Arial"/>
              </a:rPr>
              <a:t> </a:t>
            </a:r>
            <a:r>
              <a:rPr sz="2600">
                <a:latin typeface="Arial"/>
                <a:cs typeface="Arial"/>
              </a:rPr>
              <a:t>project</a:t>
            </a:r>
            <a:r>
              <a:rPr sz="2600" spc="-45">
                <a:latin typeface="Arial"/>
                <a:cs typeface="Arial"/>
              </a:rPr>
              <a:t> </a:t>
            </a:r>
            <a:r>
              <a:rPr sz="2600" spc="-10">
                <a:latin typeface="Arial"/>
                <a:cs typeface="Arial"/>
              </a:rPr>
              <a:t>plan)</a:t>
            </a:r>
            <a:endParaRPr sz="2600">
              <a:latin typeface="Arial"/>
              <a:cs typeface="Arial"/>
            </a:endParaRPr>
          </a:p>
          <a:p>
            <a:pPr marL="812800" lvl="1" indent="-342900">
              <a:spcBef>
                <a:spcPts val="600"/>
              </a:spcBef>
              <a:buFont typeface="Arial"/>
              <a:buChar char="•"/>
              <a:tabLst>
                <a:tab pos="812800" algn="l"/>
              </a:tabLst>
            </a:pPr>
            <a:r>
              <a:rPr sz="2600" b="1">
                <a:latin typeface="Arial"/>
                <a:cs typeface="Arial"/>
              </a:rPr>
              <a:t>Week</a:t>
            </a:r>
            <a:r>
              <a:rPr sz="2600" b="1" spc="-40">
                <a:latin typeface="Arial"/>
                <a:cs typeface="Arial"/>
              </a:rPr>
              <a:t> </a:t>
            </a:r>
            <a:r>
              <a:rPr sz="2600" b="1">
                <a:latin typeface="Arial"/>
                <a:cs typeface="Arial"/>
              </a:rPr>
              <a:t>4-10</a:t>
            </a:r>
            <a:r>
              <a:rPr sz="2600">
                <a:latin typeface="Arial"/>
                <a:cs typeface="Arial"/>
              </a:rPr>
              <a:t>:</a:t>
            </a:r>
            <a:r>
              <a:rPr sz="2600" spc="-40">
                <a:latin typeface="Arial"/>
                <a:cs typeface="Arial"/>
              </a:rPr>
              <a:t> </a:t>
            </a:r>
            <a:r>
              <a:rPr sz="2600">
                <a:latin typeface="Arial"/>
                <a:cs typeface="Arial"/>
              </a:rPr>
              <a:t>development</a:t>
            </a:r>
            <a:r>
              <a:rPr sz="2600" spc="-35">
                <a:latin typeface="Arial"/>
                <a:cs typeface="Arial"/>
              </a:rPr>
              <a:t> </a:t>
            </a:r>
            <a:r>
              <a:rPr sz="2600">
                <a:latin typeface="Arial"/>
                <a:cs typeface="Arial"/>
              </a:rPr>
              <a:t>work</a:t>
            </a:r>
            <a:r>
              <a:rPr sz="2600" spc="-35">
                <a:latin typeface="Arial"/>
                <a:cs typeface="Arial"/>
              </a:rPr>
              <a:t> </a:t>
            </a:r>
            <a:r>
              <a:rPr sz="2600">
                <a:latin typeface="Arial"/>
                <a:cs typeface="Arial"/>
              </a:rPr>
              <a:t>and</a:t>
            </a:r>
            <a:r>
              <a:rPr sz="2600" spc="-20">
                <a:latin typeface="Arial"/>
                <a:cs typeface="Arial"/>
              </a:rPr>
              <a:t> </a:t>
            </a:r>
            <a:r>
              <a:rPr sz="2600">
                <a:latin typeface="Arial"/>
                <a:cs typeface="Arial"/>
              </a:rPr>
              <a:t>major</a:t>
            </a:r>
            <a:r>
              <a:rPr sz="2600" spc="-25">
                <a:latin typeface="Arial"/>
                <a:cs typeface="Arial"/>
              </a:rPr>
              <a:t> </a:t>
            </a:r>
            <a:r>
              <a:rPr sz="2600" spc="-10">
                <a:latin typeface="Arial"/>
                <a:cs typeface="Arial"/>
              </a:rPr>
              <a:t>milestones/</a:t>
            </a:r>
            <a:r>
              <a:rPr lang="en-US" sz="2600" spc="-10">
                <a:latin typeface="Arial"/>
                <a:cs typeface="Arial"/>
              </a:rPr>
              <a:t>demos to </a:t>
            </a:r>
            <a:r>
              <a:rPr lang="en-US" sz="2600">
                <a:latin typeface="Arial"/>
                <a:cs typeface="Arial"/>
              </a:rPr>
              <a:t>communicate</a:t>
            </a:r>
            <a:r>
              <a:rPr lang="en-US" sz="2600" spc="-80">
                <a:latin typeface="Arial"/>
                <a:cs typeface="Arial"/>
              </a:rPr>
              <a:t> </a:t>
            </a:r>
            <a:r>
              <a:rPr sz="2600">
                <a:latin typeface="Arial"/>
                <a:cs typeface="Arial"/>
              </a:rPr>
              <a:t>with</a:t>
            </a:r>
            <a:r>
              <a:rPr sz="2600" spc="-20">
                <a:latin typeface="Arial"/>
                <a:cs typeface="Arial"/>
              </a:rPr>
              <a:t> </a:t>
            </a:r>
            <a:r>
              <a:rPr sz="2600">
                <a:latin typeface="Arial"/>
                <a:cs typeface="Arial"/>
              </a:rPr>
              <a:t>client</a:t>
            </a:r>
            <a:r>
              <a:rPr sz="2600" spc="-15">
                <a:latin typeface="Arial"/>
                <a:cs typeface="Arial"/>
              </a:rPr>
              <a:t> </a:t>
            </a:r>
            <a:r>
              <a:rPr sz="2600">
                <a:latin typeface="Arial"/>
                <a:cs typeface="Arial"/>
              </a:rPr>
              <a:t>(meeting,</a:t>
            </a:r>
            <a:r>
              <a:rPr sz="2600" spc="-60">
                <a:latin typeface="Arial"/>
                <a:cs typeface="Arial"/>
              </a:rPr>
              <a:t> </a:t>
            </a:r>
            <a:r>
              <a:rPr sz="2600">
                <a:latin typeface="Arial"/>
                <a:cs typeface="Arial"/>
              </a:rPr>
              <a:t>communication</a:t>
            </a:r>
            <a:r>
              <a:rPr sz="2600" spc="-45">
                <a:latin typeface="Arial"/>
                <a:cs typeface="Arial"/>
              </a:rPr>
              <a:t> </a:t>
            </a:r>
            <a:r>
              <a:rPr sz="2600" spc="-10">
                <a:latin typeface="Arial"/>
                <a:cs typeface="Arial"/>
              </a:rPr>
              <a:t>channels)</a:t>
            </a:r>
            <a:endParaRPr sz="2600">
              <a:latin typeface="Arial"/>
              <a:cs typeface="Arial"/>
            </a:endParaRPr>
          </a:p>
          <a:p>
            <a:pPr marL="812800" lvl="1" indent="-342900">
              <a:spcBef>
                <a:spcPts val="600"/>
              </a:spcBef>
              <a:buFont typeface="Arial"/>
              <a:buChar char="•"/>
              <a:tabLst>
                <a:tab pos="812800" algn="l"/>
              </a:tabLst>
            </a:pPr>
            <a:r>
              <a:rPr sz="2600" b="1">
                <a:latin typeface="Arial"/>
                <a:cs typeface="Arial"/>
              </a:rPr>
              <a:t>Week</a:t>
            </a:r>
            <a:r>
              <a:rPr sz="2600" b="1" spc="-35">
                <a:latin typeface="Arial"/>
                <a:cs typeface="Arial"/>
              </a:rPr>
              <a:t> </a:t>
            </a:r>
            <a:r>
              <a:rPr sz="2600" b="1">
                <a:latin typeface="Arial"/>
                <a:cs typeface="Arial"/>
              </a:rPr>
              <a:t>5:</a:t>
            </a:r>
            <a:r>
              <a:rPr sz="2600" b="1" spc="-10">
                <a:latin typeface="Arial"/>
                <a:cs typeface="Arial"/>
              </a:rPr>
              <a:t> </a:t>
            </a:r>
            <a:r>
              <a:rPr sz="2600">
                <a:latin typeface="Arial"/>
                <a:cs typeface="Arial"/>
              </a:rPr>
              <a:t>Sprint</a:t>
            </a:r>
            <a:r>
              <a:rPr sz="2600" spc="-20">
                <a:latin typeface="Arial"/>
                <a:cs typeface="Arial"/>
              </a:rPr>
              <a:t> </a:t>
            </a:r>
            <a:r>
              <a:rPr sz="2600">
                <a:latin typeface="Arial"/>
                <a:cs typeface="Arial"/>
              </a:rPr>
              <a:t>1 </a:t>
            </a:r>
            <a:r>
              <a:rPr sz="2600" spc="-20">
                <a:latin typeface="Arial"/>
                <a:cs typeface="Arial"/>
              </a:rPr>
              <a:t>demo</a:t>
            </a:r>
            <a:r>
              <a:rPr lang="en-US" sz="2600" spc="-20">
                <a:latin typeface="Arial"/>
                <a:cs typeface="Arial"/>
              </a:rPr>
              <a:t> and retrospective </a:t>
            </a:r>
            <a:endParaRPr sz="2600">
              <a:latin typeface="Arial"/>
              <a:cs typeface="Arial"/>
            </a:endParaRPr>
          </a:p>
          <a:p>
            <a:pPr marL="812800" lvl="1" indent="-342900">
              <a:spcBef>
                <a:spcPts val="600"/>
              </a:spcBef>
              <a:buFont typeface="Arial"/>
              <a:buChar char="•"/>
              <a:tabLst>
                <a:tab pos="812800" algn="l"/>
              </a:tabLst>
            </a:pPr>
            <a:r>
              <a:rPr sz="2600" b="1">
                <a:latin typeface="Arial"/>
                <a:cs typeface="Arial"/>
              </a:rPr>
              <a:t>Week</a:t>
            </a:r>
            <a:r>
              <a:rPr sz="2600" b="1" spc="-35">
                <a:latin typeface="Arial"/>
                <a:cs typeface="Arial"/>
              </a:rPr>
              <a:t> </a:t>
            </a:r>
            <a:r>
              <a:rPr sz="2600" b="1">
                <a:latin typeface="Arial"/>
                <a:cs typeface="Arial"/>
              </a:rPr>
              <a:t>8:</a:t>
            </a:r>
            <a:r>
              <a:rPr sz="2600" b="1" spc="-10">
                <a:latin typeface="Arial"/>
                <a:cs typeface="Arial"/>
              </a:rPr>
              <a:t> </a:t>
            </a:r>
            <a:r>
              <a:rPr sz="2600">
                <a:latin typeface="Arial"/>
                <a:cs typeface="Arial"/>
              </a:rPr>
              <a:t>Sprint</a:t>
            </a:r>
            <a:r>
              <a:rPr sz="2600" spc="-20">
                <a:latin typeface="Arial"/>
                <a:cs typeface="Arial"/>
              </a:rPr>
              <a:t> </a:t>
            </a:r>
            <a:r>
              <a:rPr sz="2600">
                <a:latin typeface="Arial"/>
                <a:cs typeface="Arial"/>
              </a:rPr>
              <a:t>2 </a:t>
            </a:r>
            <a:r>
              <a:rPr sz="2600" spc="-20">
                <a:latin typeface="Arial"/>
                <a:cs typeface="Arial"/>
              </a:rPr>
              <a:t>demo</a:t>
            </a:r>
            <a:r>
              <a:rPr lang="en-US" sz="2600" spc="-20">
                <a:latin typeface="Arial"/>
                <a:cs typeface="Arial"/>
              </a:rPr>
              <a:t> and retrospective</a:t>
            </a:r>
            <a:endParaRPr sz="2600">
              <a:latin typeface="Arial"/>
              <a:cs typeface="Arial"/>
            </a:endParaRPr>
          </a:p>
          <a:p>
            <a:pPr marL="812800" lvl="1" indent="-342900">
              <a:spcBef>
                <a:spcPts val="600"/>
              </a:spcBef>
              <a:buFont typeface="Arial"/>
              <a:buChar char="•"/>
              <a:tabLst>
                <a:tab pos="812800" algn="l"/>
              </a:tabLst>
            </a:pPr>
            <a:r>
              <a:rPr sz="2600" b="1">
                <a:latin typeface="Arial"/>
                <a:cs typeface="Arial"/>
              </a:rPr>
              <a:t>Week</a:t>
            </a:r>
            <a:r>
              <a:rPr sz="2600" b="1" spc="-30">
                <a:latin typeface="Arial"/>
                <a:cs typeface="Arial"/>
              </a:rPr>
              <a:t> </a:t>
            </a:r>
            <a:r>
              <a:rPr sz="2600" b="1">
                <a:latin typeface="Arial"/>
                <a:cs typeface="Arial"/>
              </a:rPr>
              <a:t>10:</a:t>
            </a:r>
            <a:r>
              <a:rPr sz="2600" b="1" spc="-20">
                <a:latin typeface="Arial"/>
                <a:cs typeface="Arial"/>
              </a:rPr>
              <a:t> </a:t>
            </a:r>
            <a:r>
              <a:rPr sz="2600">
                <a:latin typeface="Arial"/>
                <a:cs typeface="Arial"/>
              </a:rPr>
              <a:t>Sprint</a:t>
            </a:r>
            <a:r>
              <a:rPr sz="2600" spc="-25">
                <a:latin typeface="Arial"/>
                <a:cs typeface="Arial"/>
              </a:rPr>
              <a:t> </a:t>
            </a:r>
            <a:r>
              <a:rPr sz="2600">
                <a:latin typeface="Arial"/>
                <a:cs typeface="Arial"/>
              </a:rPr>
              <a:t>3</a:t>
            </a:r>
            <a:r>
              <a:rPr sz="2600" spc="-5">
                <a:latin typeface="Arial"/>
                <a:cs typeface="Arial"/>
              </a:rPr>
              <a:t> </a:t>
            </a:r>
            <a:r>
              <a:rPr sz="2600">
                <a:latin typeface="Arial"/>
                <a:cs typeface="Arial"/>
              </a:rPr>
              <a:t>(final)</a:t>
            </a:r>
            <a:r>
              <a:rPr sz="2600" spc="-35">
                <a:latin typeface="Arial"/>
                <a:cs typeface="Arial"/>
              </a:rPr>
              <a:t> </a:t>
            </a:r>
            <a:r>
              <a:rPr sz="2600">
                <a:latin typeface="Arial"/>
                <a:cs typeface="Arial"/>
              </a:rPr>
              <a:t>demo,</a:t>
            </a:r>
            <a:r>
              <a:rPr sz="2600" spc="-45">
                <a:latin typeface="Arial"/>
                <a:cs typeface="Arial"/>
              </a:rPr>
              <a:t> </a:t>
            </a:r>
            <a:r>
              <a:rPr sz="2600">
                <a:latin typeface="Arial"/>
                <a:cs typeface="Arial"/>
              </a:rPr>
              <a:t>project</a:t>
            </a:r>
            <a:r>
              <a:rPr sz="2600" spc="-40">
                <a:latin typeface="Arial"/>
                <a:cs typeface="Arial"/>
              </a:rPr>
              <a:t> </a:t>
            </a:r>
            <a:r>
              <a:rPr lang="en-US" sz="2600">
                <a:latin typeface="Arial"/>
                <a:cs typeface="Arial"/>
              </a:rPr>
              <a:t>document</a:t>
            </a:r>
          </a:p>
          <a:p>
            <a:pPr marL="812800" lvl="1" indent="-342900">
              <a:spcBef>
                <a:spcPts val="600"/>
              </a:spcBef>
              <a:buFont typeface="Arial"/>
              <a:buChar char="•"/>
              <a:tabLst>
                <a:tab pos="812800" algn="l"/>
              </a:tabLst>
            </a:pPr>
            <a:r>
              <a:rPr lang="en-US" sz="2600" b="1" spc="-10">
                <a:latin typeface="Arial"/>
                <a:cs typeface="Arial"/>
              </a:rPr>
              <a:t>Week 11:</a:t>
            </a:r>
            <a:r>
              <a:rPr lang="en-US" sz="2600" spc="-10">
                <a:latin typeface="Arial"/>
                <a:cs typeface="Arial"/>
              </a:rPr>
              <a:t> Project handover</a:t>
            </a:r>
            <a:endParaRPr sz="2600">
              <a:latin typeface="Arial"/>
              <a:cs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373611" y="0"/>
            <a:ext cx="818515" cy="6858000"/>
            <a:chOff x="11373611" y="0"/>
            <a:chExt cx="818515" cy="6858000"/>
          </a:xfrm>
        </p:grpSpPr>
        <p:sp>
          <p:nvSpPr>
            <p:cNvPr id="3" name="object 3"/>
            <p:cNvSpPr/>
            <p:nvPr/>
          </p:nvSpPr>
          <p:spPr>
            <a:xfrm>
              <a:off x="11373611" y="0"/>
              <a:ext cx="818515" cy="6858000"/>
            </a:xfrm>
            <a:custGeom>
              <a:avLst/>
              <a:gdLst/>
              <a:ahLst/>
              <a:cxnLst/>
              <a:rect l="l" t="t" r="r" b="b"/>
              <a:pathLst>
                <a:path w="818515" h="6858000">
                  <a:moveTo>
                    <a:pt x="818388" y="0"/>
                  </a:moveTo>
                  <a:lnTo>
                    <a:pt x="0" y="0"/>
                  </a:lnTo>
                  <a:lnTo>
                    <a:pt x="0" y="6857999"/>
                  </a:lnTo>
                  <a:lnTo>
                    <a:pt x="818388" y="6857999"/>
                  </a:lnTo>
                  <a:lnTo>
                    <a:pt x="818388" y="0"/>
                  </a:lnTo>
                  <a:close/>
                </a:path>
              </a:pathLst>
            </a:custGeom>
            <a:solidFill>
              <a:srgbClr val="FFDC00"/>
            </a:solidFill>
          </p:spPr>
          <p:txBody>
            <a:bodyPr wrap="square" lIns="0" tIns="0" rIns="0" bIns="0" rtlCol="0"/>
            <a:lstStyle/>
            <a:p>
              <a:endParaRPr/>
            </a:p>
          </p:txBody>
        </p:sp>
        <p:pic>
          <p:nvPicPr>
            <p:cNvPr id="4" name="object 4"/>
            <p:cNvPicPr/>
            <p:nvPr/>
          </p:nvPicPr>
          <p:blipFill>
            <a:blip r:embed="rId2" cstate="print"/>
            <a:stretch>
              <a:fillRect/>
            </a:stretch>
          </p:blipFill>
          <p:spPr>
            <a:xfrm>
              <a:off x="11507723" y="6140194"/>
              <a:ext cx="598931" cy="701040"/>
            </a:xfrm>
            <a:prstGeom prst="rect">
              <a:avLst/>
            </a:prstGeom>
          </p:spPr>
        </p:pic>
      </p:grpSp>
      <p:sp>
        <p:nvSpPr>
          <p:cNvPr id="5" name="object 5"/>
          <p:cNvSpPr txBox="1">
            <a:spLocks noGrp="1"/>
          </p:cNvSpPr>
          <p:nvPr>
            <p:ph type="title"/>
          </p:nvPr>
        </p:nvSpPr>
        <p:spPr>
          <a:xfrm>
            <a:off x="688340" y="2666822"/>
            <a:ext cx="9859645" cy="697230"/>
          </a:xfrm>
          <a:prstGeom prst="rect">
            <a:avLst/>
          </a:prstGeom>
        </p:spPr>
        <p:txBody>
          <a:bodyPr vert="horz" wrap="square" lIns="0" tIns="13335" rIns="0" bIns="0" rtlCol="0">
            <a:spAutoFit/>
          </a:bodyPr>
          <a:lstStyle/>
          <a:p>
            <a:pPr marL="12700">
              <a:lnSpc>
                <a:spcPct val="100000"/>
              </a:lnSpc>
              <a:spcBef>
                <a:spcPts val="105"/>
              </a:spcBef>
            </a:pPr>
            <a:r>
              <a:rPr sz="4400" b="1">
                <a:solidFill>
                  <a:srgbClr val="000000"/>
                </a:solidFill>
                <a:latin typeface="Arial"/>
                <a:cs typeface="Arial"/>
              </a:rPr>
              <a:t>User</a:t>
            </a:r>
            <a:r>
              <a:rPr sz="4400" b="1" spc="-20">
                <a:solidFill>
                  <a:srgbClr val="000000"/>
                </a:solidFill>
                <a:latin typeface="Arial"/>
                <a:cs typeface="Arial"/>
              </a:rPr>
              <a:t> </a:t>
            </a:r>
            <a:r>
              <a:rPr sz="4400" b="1">
                <a:solidFill>
                  <a:srgbClr val="000000"/>
                </a:solidFill>
                <a:latin typeface="Arial"/>
                <a:cs typeface="Arial"/>
              </a:rPr>
              <a:t>Stories</a:t>
            </a:r>
            <a:r>
              <a:rPr sz="4400" b="1" spc="-15">
                <a:solidFill>
                  <a:srgbClr val="000000"/>
                </a:solidFill>
                <a:latin typeface="Arial"/>
                <a:cs typeface="Arial"/>
              </a:rPr>
              <a:t> </a:t>
            </a:r>
            <a:r>
              <a:rPr sz="4400" b="1">
                <a:solidFill>
                  <a:srgbClr val="000000"/>
                </a:solidFill>
                <a:latin typeface="Arial"/>
                <a:cs typeface="Arial"/>
              </a:rPr>
              <a:t>and</a:t>
            </a:r>
            <a:r>
              <a:rPr sz="4400" b="1" spc="-195">
                <a:solidFill>
                  <a:srgbClr val="000000"/>
                </a:solidFill>
                <a:latin typeface="Arial"/>
                <a:cs typeface="Arial"/>
              </a:rPr>
              <a:t> </a:t>
            </a:r>
            <a:r>
              <a:rPr sz="4400" b="1">
                <a:solidFill>
                  <a:srgbClr val="000000"/>
                </a:solidFill>
                <a:latin typeface="Arial"/>
                <a:cs typeface="Arial"/>
              </a:rPr>
              <a:t>Acceptance</a:t>
            </a:r>
            <a:r>
              <a:rPr sz="4400" b="1" spc="-15">
                <a:solidFill>
                  <a:srgbClr val="000000"/>
                </a:solidFill>
                <a:latin typeface="Arial"/>
                <a:cs typeface="Arial"/>
              </a:rPr>
              <a:t> </a:t>
            </a:r>
            <a:r>
              <a:rPr sz="4400" b="1" spc="-10">
                <a:solidFill>
                  <a:srgbClr val="000000"/>
                </a:solidFill>
                <a:latin typeface="Arial"/>
                <a:cs typeface="Arial"/>
              </a:rPr>
              <a:t>Criteria</a:t>
            </a:r>
            <a:endParaRPr sz="4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53</a:t>
            </a:fld>
            <a:endParaRPr spc="-25"/>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1132" y="1421638"/>
            <a:ext cx="11243497" cy="3926716"/>
          </a:xfrm>
          <a:prstGeom prst="rect">
            <a:avLst/>
          </a:prstGeom>
        </p:spPr>
        <p:txBody>
          <a:bodyPr vert="horz" wrap="square" lIns="0" tIns="48260" rIns="0" bIns="0" rtlCol="0" anchor="t">
            <a:spAutoFit/>
          </a:bodyPr>
          <a:lstStyle/>
          <a:p>
            <a:pPr marL="241300" marR="115570" indent="-228600">
              <a:lnSpc>
                <a:spcPts val="2270"/>
              </a:lnSpc>
              <a:spcBef>
                <a:spcPts val="380"/>
              </a:spcBef>
              <a:buFont typeface="Arial"/>
              <a:buChar char="•"/>
              <a:tabLst>
                <a:tab pos="241300" algn="l"/>
              </a:tabLst>
            </a:pPr>
            <a:r>
              <a:rPr sz="2100">
                <a:latin typeface="Arial"/>
                <a:cs typeface="Arial"/>
              </a:rPr>
              <a:t>A</a:t>
            </a:r>
            <a:r>
              <a:rPr sz="2100" spc="-60">
                <a:latin typeface="Arial"/>
                <a:cs typeface="Arial"/>
              </a:rPr>
              <a:t> </a:t>
            </a:r>
            <a:r>
              <a:rPr sz="2100" b="1" spc="-75">
                <a:latin typeface="Arial"/>
                <a:cs typeface="Arial"/>
              </a:rPr>
              <a:t>user</a:t>
            </a:r>
            <a:r>
              <a:rPr sz="2100" b="1" spc="-60">
                <a:latin typeface="Arial"/>
                <a:cs typeface="Arial"/>
              </a:rPr>
              <a:t> </a:t>
            </a:r>
            <a:r>
              <a:rPr sz="2100" b="1" spc="-75">
                <a:latin typeface="Arial"/>
                <a:cs typeface="Arial"/>
              </a:rPr>
              <a:t>story</a:t>
            </a:r>
            <a:r>
              <a:rPr sz="2100" b="1" spc="-65">
                <a:latin typeface="Arial"/>
                <a:cs typeface="Arial"/>
              </a:rPr>
              <a:t> </a:t>
            </a:r>
            <a:r>
              <a:rPr sz="2100">
                <a:latin typeface="Arial"/>
                <a:cs typeface="Arial"/>
              </a:rPr>
              <a:t>helps</a:t>
            </a:r>
            <a:r>
              <a:rPr sz="2100" spc="-45">
                <a:latin typeface="Arial"/>
                <a:cs typeface="Arial"/>
              </a:rPr>
              <a:t> </a:t>
            </a:r>
            <a:r>
              <a:rPr sz="2100" b="1" spc="-45">
                <a:latin typeface="Arial"/>
                <a:cs typeface="Arial"/>
              </a:rPr>
              <a:t>agile</a:t>
            </a:r>
            <a:r>
              <a:rPr sz="2100" b="1" spc="-50">
                <a:latin typeface="Arial"/>
                <a:cs typeface="Arial"/>
              </a:rPr>
              <a:t> </a:t>
            </a:r>
            <a:r>
              <a:rPr sz="2100" b="1" spc="-45">
                <a:latin typeface="Arial"/>
                <a:cs typeface="Arial"/>
              </a:rPr>
              <a:t>software</a:t>
            </a:r>
            <a:r>
              <a:rPr sz="2100" b="1" spc="-75">
                <a:latin typeface="Arial"/>
                <a:cs typeface="Arial"/>
              </a:rPr>
              <a:t> development</a:t>
            </a:r>
            <a:r>
              <a:rPr sz="2100" b="1" spc="-65">
                <a:latin typeface="Arial"/>
                <a:cs typeface="Arial"/>
              </a:rPr>
              <a:t> </a:t>
            </a:r>
            <a:r>
              <a:rPr sz="2100" b="1" spc="-35">
                <a:latin typeface="Arial"/>
                <a:cs typeface="Arial"/>
              </a:rPr>
              <a:t>teams</a:t>
            </a:r>
            <a:r>
              <a:rPr sz="2100" b="1" spc="-65">
                <a:latin typeface="Arial"/>
                <a:cs typeface="Arial"/>
              </a:rPr>
              <a:t> </a:t>
            </a:r>
            <a:r>
              <a:rPr sz="2100">
                <a:latin typeface="Arial"/>
                <a:cs typeface="Arial"/>
              </a:rPr>
              <a:t>capture</a:t>
            </a:r>
            <a:r>
              <a:rPr sz="2100" spc="-55">
                <a:latin typeface="Arial"/>
                <a:cs typeface="Arial"/>
              </a:rPr>
              <a:t> </a:t>
            </a:r>
            <a:r>
              <a:rPr sz="2100" spc="-50">
                <a:latin typeface="Arial"/>
                <a:cs typeface="Arial"/>
              </a:rPr>
              <a:t>a </a:t>
            </a:r>
            <a:r>
              <a:rPr sz="2100" b="1" spc="-45">
                <a:latin typeface="Arial"/>
                <a:cs typeface="Arial"/>
              </a:rPr>
              <a:t>simplified</a:t>
            </a:r>
            <a:r>
              <a:rPr sz="2100" b="1" spc="-30">
                <a:latin typeface="Arial"/>
                <a:cs typeface="Arial"/>
              </a:rPr>
              <a:t> </a:t>
            </a:r>
            <a:r>
              <a:rPr sz="2100">
                <a:latin typeface="Arial"/>
                <a:cs typeface="Arial"/>
              </a:rPr>
              <a:t>and</a:t>
            </a:r>
            <a:r>
              <a:rPr sz="2100" spc="-65">
                <a:latin typeface="Arial"/>
                <a:cs typeface="Arial"/>
              </a:rPr>
              <a:t> </a:t>
            </a:r>
            <a:r>
              <a:rPr sz="2100" b="1" spc="-55">
                <a:latin typeface="Arial"/>
                <a:cs typeface="Arial"/>
              </a:rPr>
              <a:t>high-</a:t>
            </a:r>
            <a:r>
              <a:rPr sz="2100" b="1" spc="-35">
                <a:latin typeface="Arial"/>
                <a:cs typeface="Arial"/>
              </a:rPr>
              <a:t>level</a:t>
            </a:r>
            <a:r>
              <a:rPr sz="2100" b="1" spc="-20">
                <a:latin typeface="Arial"/>
                <a:cs typeface="Arial"/>
              </a:rPr>
              <a:t> </a:t>
            </a:r>
            <a:r>
              <a:rPr sz="2100">
                <a:latin typeface="Arial"/>
                <a:cs typeface="Arial"/>
              </a:rPr>
              <a:t>description</a:t>
            </a:r>
            <a:r>
              <a:rPr sz="2100" spc="-40">
                <a:latin typeface="Arial"/>
                <a:cs typeface="Arial"/>
              </a:rPr>
              <a:t> </a:t>
            </a:r>
            <a:r>
              <a:rPr sz="2100" spc="85">
                <a:latin typeface="Arial"/>
                <a:cs typeface="Arial"/>
              </a:rPr>
              <a:t>of</a:t>
            </a:r>
            <a:r>
              <a:rPr sz="2100" spc="-60">
                <a:latin typeface="Arial"/>
                <a:cs typeface="Arial"/>
              </a:rPr>
              <a:t> </a:t>
            </a:r>
            <a:r>
              <a:rPr sz="2100">
                <a:latin typeface="Arial"/>
                <a:cs typeface="Arial"/>
              </a:rPr>
              <a:t>a</a:t>
            </a:r>
            <a:r>
              <a:rPr sz="2100" spc="-50">
                <a:latin typeface="Arial"/>
                <a:cs typeface="Arial"/>
              </a:rPr>
              <a:t> </a:t>
            </a:r>
            <a:r>
              <a:rPr sz="2100" b="1" spc="-60">
                <a:latin typeface="Arial"/>
                <a:cs typeface="Arial"/>
              </a:rPr>
              <a:t>requirement</a:t>
            </a:r>
            <a:r>
              <a:rPr sz="2100" b="1" spc="-75">
                <a:latin typeface="Arial"/>
                <a:cs typeface="Arial"/>
              </a:rPr>
              <a:t> </a:t>
            </a:r>
            <a:r>
              <a:rPr sz="2100" spc="55">
                <a:latin typeface="Arial"/>
                <a:cs typeface="Arial"/>
              </a:rPr>
              <a:t>from</a:t>
            </a:r>
            <a:r>
              <a:rPr sz="2100" spc="-60">
                <a:latin typeface="Arial"/>
                <a:cs typeface="Arial"/>
              </a:rPr>
              <a:t> </a:t>
            </a:r>
            <a:r>
              <a:rPr sz="2100">
                <a:latin typeface="Arial"/>
                <a:cs typeface="Arial"/>
              </a:rPr>
              <a:t>an</a:t>
            </a:r>
            <a:r>
              <a:rPr sz="2100" spc="-60">
                <a:latin typeface="Arial"/>
                <a:cs typeface="Arial"/>
              </a:rPr>
              <a:t> </a:t>
            </a:r>
            <a:r>
              <a:rPr sz="2100" b="1" spc="-25">
                <a:latin typeface="Arial"/>
                <a:cs typeface="Arial"/>
              </a:rPr>
              <a:t>end </a:t>
            </a:r>
            <a:r>
              <a:rPr sz="2100" b="1" spc="-65">
                <a:latin typeface="Arial"/>
                <a:cs typeface="Arial"/>
              </a:rPr>
              <a:t>user</a:t>
            </a:r>
            <a:r>
              <a:rPr sz="2100" b="1" spc="-80">
                <a:latin typeface="Arial"/>
                <a:cs typeface="Arial"/>
              </a:rPr>
              <a:t> </a:t>
            </a:r>
            <a:r>
              <a:rPr sz="2100" spc="-10">
                <a:latin typeface="Arial"/>
                <a:cs typeface="Arial"/>
              </a:rPr>
              <a:t>perspective</a:t>
            </a:r>
            <a:endParaRPr sz="2100">
              <a:latin typeface="Arial"/>
              <a:cs typeface="Arial"/>
            </a:endParaRPr>
          </a:p>
          <a:p>
            <a:pPr>
              <a:lnSpc>
                <a:spcPct val="100000"/>
              </a:lnSpc>
              <a:spcBef>
                <a:spcPts val="1570"/>
              </a:spcBef>
              <a:buFont typeface="Arial"/>
              <a:buChar char="•"/>
            </a:pPr>
            <a:endParaRPr sz="2100">
              <a:latin typeface="Arial"/>
              <a:cs typeface="Arial"/>
            </a:endParaRPr>
          </a:p>
          <a:p>
            <a:pPr marL="240665" indent="-227965">
              <a:lnSpc>
                <a:spcPct val="100000"/>
              </a:lnSpc>
              <a:spcBef>
                <a:spcPts val="5"/>
              </a:spcBef>
              <a:buChar char="•"/>
              <a:tabLst>
                <a:tab pos="240665" algn="l"/>
              </a:tabLst>
            </a:pPr>
            <a:r>
              <a:rPr sz="2100">
                <a:latin typeface="Arial"/>
                <a:cs typeface="Arial"/>
              </a:rPr>
              <a:t>A</a:t>
            </a:r>
            <a:r>
              <a:rPr sz="2100" spc="20">
                <a:latin typeface="Arial"/>
                <a:cs typeface="Arial"/>
              </a:rPr>
              <a:t> </a:t>
            </a:r>
            <a:r>
              <a:rPr sz="2100">
                <a:latin typeface="Arial"/>
                <a:cs typeface="Arial"/>
              </a:rPr>
              <a:t>user</a:t>
            </a:r>
            <a:r>
              <a:rPr sz="2100" spc="50">
                <a:latin typeface="Arial"/>
                <a:cs typeface="Arial"/>
              </a:rPr>
              <a:t> </a:t>
            </a:r>
            <a:r>
              <a:rPr sz="2100">
                <a:latin typeface="Arial"/>
                <a:cs typeface="Arial"/>
              </a:rPr>
              <a:t>story</a:t>
            </a:r>
            <a:r>
              <a:rPr sz="2100" spc="20">
                <a:latin typeface="Arial"/>
                <a:cs typeface="Arial"/>
              </a:rPr>
              <a:t> </a:t>
            </a:r>
            <a:r>
              <a:rPr sz="2100">
                <a:latin typeface="Arial"/>
                <a:cs typeface="Arial"/>
              </a:rPr>
              <a:t>often</a:t>
            </a:r>
            <a:r>
              <a:rPr sz="2100" spc="25">
                <a:latin typeface="Arial"/>
                <a:cs typeface="Arial"/>
              </a:rPr>
              <a:t> </a:t>
            </a:r>
            <a:r>
              <a:rPr sz="2100" spc="50">
                <a:latin typeface="Arial"/>
                <a:cs typeface="Arial"/>
              </a:rPr>
              <a:t>follows</a:t>
            </a:r>
            <a:r>
              <a:rPr sz="2100" spc="40">
                <a:latin typeface="Arial"/>
                <a:cs typeface="Arial"/>
              </a:rPr>
              <a:t> </a:t>
            </a:r>
            <a:r>
              <a:rPr lang="en-US" sz="2100" b="1" spc="-85" err="1">
                <a:latin typeface="Arial"/>
                <a:cs typeface="Arial"/>
              </a:rPr>
              <a:t>Connextra</a:t>
            </a:r>
            <a:r>
              <a:rPr sz="2100" b="1" spc="30">
                <a:latin typeface="Arial"/>
                <a:cs typeface="Arial"/>
              </a:rPr>
              <a:t> </a:t>
            </a:r>
            <a:r>
              <a:rPr sz="2100" spc="-10">
                <a:latin typeface="Arial"/>
                <a:cs typeface="Arial"/>
              </a:rPr>
              <a:t>format/template:</a:t>
            </a:r>
            <a:endParaRPr sz="2100">
              <a:latin typeface="Arial"/>
              <a:cs typeface="Arial"/>
            </a:endParaRPr>
          </a:p>
          <a:p>
            <a:pPr>
              <a:lnSpc>
                <a:spcPct val="100000"/>
              </a:lnSpc>
              <a:spcBef>
                <a:spcPts val="595"/>
              </a:spcBef>
              <a:buFont typeface="Arial"/>
              <a:buChar char="•"/>
            </a:pPr>
            <a:endParaRPr sz="2100">
              <a:latin typeface="Arial"/>
              <a:cs typeface="Arial"/>
            </a:endParaRPr>
          </a:p>
          <a:p>
            <a:pPr marL="217170" algn="ctr">
              <a:lnSpc>
                <a:spcPct val="100000"/>
              </a:lnSpc>
            </a:pPr>
            <a:r>
              <a:rPr sz="2100" b="1" spc="-105">
                <a:latin typeface="Arial"/>
                <a:cs typeface="Arial"/>
              </a:rPr>
              <a:t>As</a:t>
            </a:r>
            <a:r>
              <a:rPr sz="2100" b="1" spc="-65">
                <a:latin typeface="Arial"/>
                <a:cs typeface="Arial"/>
              </a:rPr>
              <a:t> </a:t>
            </a:r>
            <a:r>
              <a:rPr sz="2100" b="1">
                <a:latin typeface="Arial"/>
                <a:cs typeface="Arial"/>
              </a:rPr>
              <a:t>a</a:t>
            </a:r>
            <a:r>
              <a:rPr sz="2100" b="1" spc="-80">
                <a:latin typeface="Arial"/>
                <a:cs typeface="Arial"/>
              </a:rPr>
              <a:t> </a:t>
            </a:r>
            <a:r>
              <a:rPr sz="2100" b="1" spc="-120">
                <a:latin typeface="Arial"/>
                <a:cs typeface="Arial"/>
              </a:rPr>
              <a:t>[who]</a:t>
            </a:r>
            <a:r>
              <a:rPr sz="2100" b="1" spc="-75">
                <a:latin typeface="Arial"/>
                <a:cs typeface="Arial"/>
              </a:rPr>
              <a:t> </a:t>
            </a:r>
            <a:r>
              <a:rPr sz="2100" b="1">
                <a:latin typeface="Arial"/>
                <a:cs typeface="Arial"/>
              </a:rPr>
              <a:t>I</a:t>
            </a:r>
            <a:r>
              <a:rPr sz="2100" b="1" spc="-65">
                <a:latin typeface="Arial"/>
                <a:cs typeface="Arial"/>
              </a:rPr>
              <a:t> </a:t>
            </a:r>
            <a:r>
              <a:rPr sz="2100" b="1" spc="-60">
                <a:latin typeface="Arial"/>
                <a:cs typeface="Arial"/>
              </a:rPr>
              <a:t>want</a:t>
            </a:r>
            <a:r>
              <a:rPr sz="2100" b="1" spc="-70">
                <a:latin typeface="Arial"/>
                <a:cs typeface="Arial"/>
              </a:rPr>
              <a:t> </a:t>
            </a:r>
            <a:r>
              <a:rPr sz="2100" b="1" spc="-30">
                <a:latin typeface="Arial"/>
                <a:cs typeface="Arial"/>
              </a:rPr>
              <a:t>to</a:t>
            </a:r>
            <a:r>
              <a:rPr sz="2100" b="1" spc="-70">
                <a:latin typeface="Arial"/>
                <a:cs typeface="Arial"/>
              </a:rPr>
              <a:t> </a:t>
            </a:r>
            <a:r>
              <a:rPr sz="2100" b="1" spc="-85">
                <a:latin typeface="Arial"/>
                <a:cs typeface="Arial"/>
              </a:rPr>
              <a:t>[what]</a:t>
            </a:r>
            <a:r>
              <a:rPr sz="2100" b="1" spc="-65">
                <a:latin typeface="Arial"/>
                <a:cs typeface="Arial"/>
              </a:rPr>
              <a:t> </a:t>
            </a:r>
            <a:r>
              <a:rPr sz="2100" b="1" spc="-110">
                <a:latin typeface="Arial"/>
                <a:cs typeface="Arial"/>
              </a:rPr>
              <a:t>so</a:t>
            </a:r>
            <a:r>
              <a:rPr sz="2100" b="1" spc="-70">
                <a:latin typeface="Arial"/>
                <a:cs typeface="Arial"/>
              </a:rPr>
              <a:t> </a:t>
            </a:r>
            <a:r>
              <a:rPr sz="2100" b="1" spc="-25">
                <a:latin typeface="Arial"/>
                <a:cs typeface="Arial"/>
              </a:rPr>
              <a:t>that</a:t>
            </a:r>
            <a:r>
              <a:rPr sz="2100" b="1" spc="-65">
                <a:latin typeface="Arial"/>
                <a:cs typeface="Arial"/>
              </a:rPr>
              <a:t> </a:t>
            </a:r>
            <a:r>
              <a:rPr sz="2100" b="1" spc="-10">
                <a:latin typeface="Arial"/>
                <a:cs typeface="Arial"/>
              </a:rPr>
              <a:t>[why]</a:t>
            </a:r>
            <a:endParaRPr sz="2100">
              <a:latin typeface="Arial"/>
              <a:cs typeface="Arial"/>
            </a:endParaRPr>
          </a:p>
          <a:p>
            <a:pPr>
              <a:lnSpc>
                <a:spcPct val="100000"/>
              </a:lnSpc>
              <a:spcBef>
                <a:spcPts val="1605"/>
              </a:spcBef>
            </a:pPr>
            <a:endParaRPr sz="2100">
              <a:latin typeface="Arial"/>
              <a:cs typeface="Arial"/>
            </a:endParaRPr>
          </a:p>
          <a:p>
            <a:pPr marL="240665" indent="-227965">
              <a:lnSpc>
                <a:spcPct val="100000"/>
              </a:lnSpc>
              <a:buChar char="•"/>
              <a:tabLst>
                <a:tab pos="240665" algn="l"/>
              </a:tabLst>
            </a:pPr>
            <a:r>
              <a:rPr sz="2100" spc="-10">
                <a:latin typeface="Arial"/>
                <a:cs typeface="Arial"/>
              </a:rPr>
              <a:t>Example:</a:t>
            </a:r>
            <a:endParaRPr sz="2100">
              <a:latin typeface="Arial"/>
              <a:cs typeface="Arial"/>
            </a:endParaRPr>
          </a:p>
          <a:p>
            <a:pPr>
              <a:lnSpc>
                <a:spcPct val="100000"/>
              </a:lnSpc>
              <a:spcBef>
                <a:spcPts val="1895"/>
              </a:spcBef>
            </a:pPr>
            <a:endParaRPr sz="2100">
              <a:latin typeface="Arial"/>
              <a:cs typeface="Arial"/>
            </a:endParaRPr>
          </a:p>
          <a:p>
            <a:pPr marL="251460" marR="22860" algn="ctr">
              <a:lnSpc>
                <a:spcPts val="2270"/>
              </a:lnSpc>
            </a:pPr>
            <a:r>
              <a:rPr sz="2100">
                <a:latin typeface="Arial"/>
                <a:cs typeface="Arial"/>
              </a:rPr>
              <a:t>As</a:t>
            </a:r>
            <a:r>
              <a:rPr sz="2100" spc="-35">
                <a:latin typeface="Arial"/>
                <a:cs typeface="Arial"/>
              </a:rPr>
              <a:t> </a:t>
            </a:r>
            <a:r>
              <a:rPr sz="2100">
                <a:latin typeface="Arial"/>
                <a:cs typeface="Arial"/>
              </a:rPr>
              <a:t>an</a:t>
            </a:r>
            <a:r>
              <a:rPr sz="2100" spc="-55">
                <a:latin typeface="Arial"/>
                <a:cs typeface="Arial"/>
              </a:rPr>
              <a:t> </a:t>
            </a:r>
            <a:r>
              <a:rPr sz="2100" b="1" spc="-80">
                <a:latin typeface="Arial"/>
                <a:cs typeface="Arial"/>
              </a:rPr>
              <a:t>online</a:t>
            </a:r>
            <a:r>
              <a:rPr sz="2100" b="1" spc="-30">
                <a:latin typeface="Arial"/>
                <a:cs typeface="Arial"/>
              </a:rPr>
              <a:t> </a:t>
            </a:r>
            <a:r>
              <a:rPr sz="2100" b="1" spc="-95">
                <a:latin typeface="Arial"/>
                <a:cs typeface="Arial"/>
              </a:rPr>
              <a:t>shopper</a:t>
            </a:r>
            <a:r>
              <a:rPr sz="2100" spc="-95">
                <a:latin typeface="Arial"/>
                <a:cs typeface="Arial"/>
              </a:rPr>
              <a:t>,</a:t>
            </a:r>
            <a:r>
              <a:rPr sz="2100" spc="-60">
                <a:latin typeface="Arial"/>
                <a:cs typeface="Arial"/>
              </a:rPr>
              <a:t> </a:t>
            </a:r>
            <a:r>
              <a:rPr sz="2100">
                <a:latin typeface="Arial"/>
                <a:cs typeface="Arial"/>
              </a:rPr>
              <a:t>I</a:t>
            </a:r>
            <a:r>
              <a:rPr sz="2100" spc="-40">
                <a:latin typeface="Arial"/>
                <a:cs typeface="Arial"/>
              </a:rPr>
              <a:t> </a:t>
            </a:r>
            <a:r>
              <a:rPr sz="2100">
                <a:latin typeface="Arial"/>
                <a:cs typeface="Arial"/>
              </a:rPr>
              <a:t>want</a:t>
            </a:r>
            <a:r>
              <a:rPr sz="2100" spc="-50">
                <a:latin typeface="Arial"/>
                <a:cs typeface="Arial"/>
              </a:rPr>
              <a:t> </a:t>
            </a:r>
            <a:r>
              <a:rPr sz="2100" spc="55">
                <a:latin typeface="Arial"/>
                <a:cs typeface="Arial"/>
              </a:rPr>
              <a:t>to</a:t>
            </a:r>
            <a:r>
              <a:rPr sz="2100" spc="-35">
                <a:latin typeface="Arial"/>
                <a:cs typeface="Arial"/>
              </a:rPr>
              <a:t> </a:t>
            </a:r>
            <a:r>
              <a:rPr sz="2100" b="1" spc="-90">
                <a:latin typeface="Arial"/>
                <a:cs typeface="Arial"/>
              </a:rPr>
              <a:t>add</a:t>
            </a:r>
            <a:r>
              <a:rPr sz="2100" b="1" spc="-50">
                <a:latin typeface="Arial"/>
                <a:cs typeface="Arial"/>
              </a:rPr>
              <a:t> </a:t>
            </a:r>
            <a:r>
              <a:rPr sz="2100" b="1" spc="-95">
                <a:latin typeface="Arial"/>
                <a:cs typeface="Arial"/>
              </a:rPr>
              <a:t>an</a:t>
            </a:r>
            <a:r>
              <a:rPr sz="2100" b="1" spc="-50">
                <a:latin typeface="Arial"/>
                <a:cs typeface="Arial"/>
              </a:rPr>
              <a:t> </a:t>
            </a:r>
            <a:r>
              <a:rPr sz="2100" b="1" spc="-20">
                <a:latin typeface="Arial"/>
                <a:cs typeface="Arial"/>
              </a:rPr>
              <a:t>item</a:t>
            </a:r>
            <a:r>
              <a:rPr sz="2100" b="1" spc="-40">
                <a:latin typeface="Arial"/>
                <a:cs typeface="Arial"/>
              </a:rPr>
              <a:t> </a:t>
            </a:r>
            <a:r>
              <a:rPr sz="2100" b="1" spc="-20">
                <a:latin typeface="Arial"/>
                <a:cs typeface="Arial"/>
              </a:rPr>
              <a:t>to</a:t>
            </a:r>
            <a:r>
              <a:rPr sz="2100" b="1" spc="-40">
                <a:latin typeface="Arial"/>
                <a:cs typeface="Arial"/>
              </a:rPr>
              <a:t> </a:t>
            </a:r>
            <a:r>
              <a:rPr sz="2100" b="1" spc="-100">
                <a:latin typeface="Arial"/>
                <a:cs typeface="Arial"/>
              </a:rPr>
              <a:t>my</a:t>
            </a:r>
            <a:r>
              <a:rPr sz="2100" b="1" spc="-65">
                <a:latin typeface="Arial"/>
                <a:cs typeface="Arial"/>
              </a:rPr>
              <a:t> cart</a:t>
            </a:r>
            <a:r>
              <a:rPr sz="2100" spc="-65">
                <a:latin typeface="Arial"/>
                <a:cs typeface="Arial"/>
              </a:rPr>
              <a:t>,</a:t>
            </a:r>
            <a:r>
              <a:rPr sz="2100" spc="-50">
                <a:latin typeface="Arial"/>
                <a:cs typeface="Arial"/>
              </a:rPr>
              <a:t> </a:t>
            </a:r>
            <a:r>
              <a:rPr sz="2100">
                <a:latin typeface="Arial"/>
                <a:cs typeface="Arial"/>
              </a:rPr>
              <a:t>so</a:t>
            </a:r>
            <a:r>
              <a:rPr sz="2100" spc="-30">
                <a:latin typeface="Arial"/>
                <a:cs typeface="Arial"/>
              </a:rPr>
              <a:t> </a:t>
            </a:r>
            <a:r>
              <a:rPr sz="2100">
                <a:latin typeface="Arial"/>
                <a:cs typeface="Arial"/>
              </a:rPr>
              <a:t>that</a:t>
            </a:r>
            <a:r>
              <a:rPr sz="2100" spc="-30">
                <a:latin typeface="Arial"/>
                <a:cs typeface="Arial"/>
              </a:rPr>
              <a:t> </a:t>
            </a:r>
            <a:r>
              <a:rPr sz="2100" b="1">
                <a:latin typeface="Arial"/>
                <a:cs typeface="Arial"/>
              </a:rPr>
              <a:t>I</a:t>
            </a:r>
            <a:r>
              <a:rPr sz="2100" b="1" spc="-45">
                <a:latin typeface="Arial"/>
                <a:cs typeface="Arial"/>
              </a:rPr>
              <a:t> </a:t>
            </a:r>
            <a:r>
              <a:rPr sz="2100" b="1" spc="-25">
                <a:latin typeface="Arial"/>
                <a:cs typeface="Arial"/>
              </a:rPr>
              <a:t>can </a:t>
            </a:r>
            <a:r>
              <a:rPr sz="2100" b="1" spc="-85">
                <a:latin typeface="Arial"/>
                <a:cs typeface="Arial"/>
              </a:rPr>
              <a:t>purchase</a:t>
            </a:r>
            <a:r>
              <a:rPr sz="2100" b="1" spc="-25">
                <a:latin typeface="Arial"/>
                <a:cs typeface="Arial"/>
              </a:rPr>
              <a:t> it</a:t>
            </a:r>
            <a:endParaRPr sz="21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54</a:t>
            </a:fld>
            <a:endParaRPr spc="-25"/>
          </a:p>
        </p:txBody>
      </p:sp>
      <p:sp>
        <p:nvSpPr>
          <p:cNvPr id="3" name="object 3"/>
          <p:cNvSpPr txBox="1">
            <a:spLocks noGrp="1"/>
          </p:cNvSpPr>
          <p:nvPr>
            <p:ph type="title"/>
          </p:nvPr>
        </p:nvSpPr>
        <p:spPr>
          <a:xfrm>
            <a:off x="4575809" y="316814"/>
            <a:ext cx="3042285" cy="697230"/>
          </a:xfrm>
          <a:prstGeom prst="rect">
            <a:avLst/>
          </a:prstGeom>
        </p:spPr>
        <p:txBody>
          <a:bodyPr vert="horz" wrap="square" lIns="0" tIns="13335" rIns="0" bIns="0" rtlCol="0">
            <a:spAutoFit/>
          </a:bodyPr>
          <a:lstStyle/>
          <a:p>
            <a:pPr marL="12700">
              <a:lnSpc>
                <a:spcPct val="100000"/>
              </a:lnSpc>
              <a:spcBef>
                <a:spcPts val="105"/>
              </a:spcBef>
            </a:pPr>
            <a:r>
              <a:rPr sz="4400" spc="-80">
                <a:solidFill>
                  <a:srgbClr val="000000"/>
                </a:solidFill>
              </a:rPr>
              <a:t>User</a:t>
            </a:r>
            <a:r>
              <a:rPr sz="4400" spc="-215">
                <a:solidFill>
                  <a:srgbClr val="000000"/>
                </a:solidFill>
              </a:rPr>
              <a:t> </a:t>
            </a:r>
            <a:r>
              <a:rPr sz="4400" spc="-10">
                <a:solidFill>
                  <a:srgbClr val="000000"/>
                </a:solidFill>
              </a:rPr>
              <a:t>Stories</a:t>
            </a:r>
            <a:endParaRPr sz="44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7833" y="1710473"/>
            <a:ext cx="10214891" cy="2991203"/>
          </a:xfrm>
          <a:prstGeom prst="rect">
            <a:avLst/>
          </a:prstGeom>
        </p:spPr>
        <p:txBody>
          <a:bodyPr vert="horz" wrap="square" lIns="0" tIns="43815" rIns="0" bIns="0" rtlCol="0">
            <a:spAutoFit/>
          </a:bodyPr>
          <a:lstStyle/>
          <a:p>
            <a:pPr marL="240665" indent="-227965">
              <a:lnSpc>
                <a:spcPct val="100000"/>
              </a:lnSpc>
              <a:spcBef>
                <a:spcPts val="345"/>
              </a:spcBef>
              <a:buFont typeface="Arial"/>
              <a:buChar char="•"/>
              <a:tabLst>
                <a:tab pos="240665" algn="l"/>
                <a:tab pos="2778760" algn="l"/>
                <a:tab pos="3101975" algn="l"/>
              </a:tabLst>
            </a:pPr>
            <a:r>
              <a:rPr sz="2200">
                <a:latin typeface="Arial"/>
                <a:cs typeface="Arial"/>
              </a:rPr>
              <a:t>As</a:t>
            </a:r>
            <a:r>
              <a:rPr sz="2200" spc="-95">
                <a:latin typeface="Arial"/>
                <a:cs typeface="Arial"/>
              </a:rPr>
              <a:t> </a:t>
            </a:r>
            <a:r>
              <a:rPr sz="2200">
                <a:latin typeface="Arial"/>
                <a:cs typeface="Arial"/>
              </a:rPr>
              <a:t>a</a:t>
            </a:r>
            <a:r>
              <a:rPr sz="2200" spc="-80">
                <a:latin typeface="Arial"/>
                <a:cs typeface="Arial"/>
              </a:rPr>
              <a:t> </a:t>
            </a:r>
            <a:r>
              <a:rPr sz="2200" b="1" spc="-100">
                <a:latin typeface="Arial"/>
                <a:cs typeface="Arial"/>
              </a:rPr>
              <a:t>&lt;type</a:t>
            </a:r>
            <a:r>
              <a:rPr sz="2200" b="1" spc="-65">
                <a:latin typeface="Arial"/>
                <a:cs typeface="Arial"/>
              </a:rPr>
              <a:t> </a:t>
            </a:r>
            <a:r>
              <a:rPr sz="2200" b="1">
                <a:latin typeface="Arial"/>
                <a:cs typeface="Arial"/>
              </a:rPr>
              <a:t>of</a:t>
            </a:r>
            <a:r>
              <a:rPr sz="2200" b="1" spc="-75">
                <a:latin typeface="Arial"/>
                <a:cs typeface="Arial"/>
              </a:rPr>
              <a:t> </a:t>
            </a:r>
            <a:r>
              <a:rPr sz="2200" b="1" spc="-10">
                <a:latin typeface="Arial"/>
                <a:cs typeface="Arial"/>
              </a:rPr>
              <a:t>user&gt;</a:t>
            </a:r>
            <a:r>
              <a:rPr sz="2200" b="1">
                <a:latin typeface="Arial"/>
                <a:cs typeface="Arial"/>
              </a:rPr>
              <a:t>	</a:t>
            </a:r>
            <a:r>
              <a:rPr sz="2200" spc="155">
                <a:latin typeface="Arial"/>
                <a:cs typeface="Arial"/>
              </a:rPr>
              <a:t>–</a:t>
            </a:r>
            <a:r>
              <a:rPr sz="2200">
                <a:latin typeface="Arial"/>
                <a:cs typeface="Arial"/>
              </a:rPr>
              <a:t>	this</a:t>
            </a:r>
            <a:r>
              <a:rPr sz="2200" spc="20">
                <a:latin typeface="Arial"/>
                <a:cs typeface="Arial"/>
              </a:rPr>
              <a:t> </a:t>
            </a:r>
            <a:r>
              <a:rPr sz="2200">
                <a:latin typeface="Arial"/>
                <a:cs typeface="Arial"/>
              </a:rPr>
              <a:t>is</a:t>
            </a:r>
            <a:r>
              <a:rPr sz="2200" spc="20">
                <a:latin typeface="Arial"/>
                <a:cs typeface="Arial"/>
              </a:rPr>
              <a:t> </a:t>
            </a:r>
            <a:r>
              <a:rPr sz="2200">
                <a:latin typeface="Arial"/>
                <a:cs typeface="Arial"/>
              </a:rPr>
              <a:t>the</a:t>
            </a:r>
            <a:r>
              <a:rPr sz="2200" spc="10">
                <a:latin typeface="Arial"/>
                <a:cs typeface="Arial"/>
              </a:rPr>
              <a:t> </a:t>
            </a:r>
            <a:r>
              <a:rPr sz="2200" b="1" spc="-25">
                <a:latin typeface="Arial"/>
                <a:cs typeface="Arial"/>
              </a:rPr>
              <a:t>WHO</a:t>
            </a:r>
            <a:endParaRPr sz="2200">
              <a:latin typeface="Arial"/>
              <a:cs typeface="Arial"/>
            </a:endParaRPr>
          </a:p>
          <a:p>
            <a:pPr marL="697865" lvl="1" indent="-227965">
              <a:lnSpc>
                <a:spcPct val="100000"/>
              </a:lnSpc>
              <a:spcBef>
                <a:spcPts val="240"/>
              </a:spcBef>
              <a:buChar char="•"/>
              <a:tabLst>
                <a:tab pos="697865" algn="l"/>
              </a:tabLst>
            </a:pPr>
            <a:r>
              <a:rPr sz="2200" spc="-35">
                <a:latin typeface="Arial"/>
                <a:cs typeface="Arial"/>
              </a:rPr>
              <a:t>Who</a:t>
            </a:r>
            <a:r>
              <a:rPr sz="2200" spc="-55">
                <a:latin typeface="Arial"/>
                <a:cs typeface="Arial"/>
              </a:rPr>
              <a:t> </a:t>
            </a:r>
            <a:r>
              <a:rPr sz="2200" spc="-20">
                <a:latin typeface="Arial"/>
                <a:cs typeface="Arial"/>
              </a:rPr>
              <a:t>are</a:t>
            </a:r>
            <a:r>
              <a:rPr sz="2200" spc="-60">
                <a:latin typeface="Arial"/>
                <a:cs typeface="Arial"/>
              </a:rPr>
              <a:t> </a:t>
            </a:r>
            <a:r>
              <a:rPr sz="2200">
                <a:latin typeface="Arial"/>
                <a:cs typeface="Arial"/>
              </a:rPr>
              <a:t>we</a:t>
            </a:r>
            <a:r>
              <a:rPr sz="2200" spc="-65">
                <a:latin typeface="Arial"/>
                <a:cs typeface="Arial"/>
              </a:rPr>
              <a:t> </a:t>
            </a:r>
            <a:r>
              <a:rPr sz="2200">
                <a:latin typeface="Arial"/>
                <a:cs typeface="Arial"/>
              </a:rPr>
              <a:t>building</a:t>
            </a:r>
            <a:r>
              <a:rPr sz="2200" spc="-20">
                <a:latin typeface="Arial"/>
                <a:cs typeface="Arial"/>
              </a:rPr>
              <a:t> </a:t>
            </a:r>
            <a:r>
              <a:rPr sz="2200">
                <a:latin typeface="Arial"/>
                <a:cs typeface="Arial"/>
              </a:rPr>
              <a:t>this</a:t>
            </a:r>
            <a:r>
              <a:rPr sz="2200" spc="-65">
                <a:latin typeface="Arial"/>
                <a:cs typeface="Arial"/>
              </a:rPr>
              <a:t> </a:t>
            </a:r>
            <a:r>
              <a:rPr sz="2200">
                <a:latin typeface="Arial"/>
                <a:cs typeface="Arial"/>
              </a:rPr>
              <a:t>for?</a:t>
            </a:r>
            <a:r>
              <a:rPr sz="2200" spc="-40">
                <a:latin typeface="Arial"/>
                <a:cs typeface="Arial"/>
              </a:rPr>
              <a:t> </a:t>
            </a:r>
            <a:r>
              <a:rPr sz="2200" spc="-35">
                <a:latin typeface="Arial"/>
                <a:cs typeface="Arial"/>
              </a:rPr>
              <a:t>Who</a:t>
            </a:r>
            <a:r>
              <a:rPr sz="2200" spc="-55">
                <a:latin typeface="Arial"/>
                <a:cs typeface="Arial"/>
              </a:rPr>
              <a:t> </a:t>
            </a:r>
            <a:r>
              <a:rPr sz="2200">
                <a:latin typeface="Arial"/>
                <a:cs typeface="Arial"/>
              </a:rPr>
              <a:t>is</a:t>
            </a:r>
            <a:r>
              <a:rPr sz="2200" spc="-55">
                <a:latin typeface="Arial"/>
                <a:cs typeface="Arial"/>
              </a:rPr>
              <a:t> </a:t>
            </a:r>
            <a:r>
              <a:rPr sz="2200">
                <a:latin typeface="Arial"/>
                <a:cs typeface="Arial"/>
              </a:rPr>
              <a:t>the</a:t>
            </a:r>
            <a:r>
              <a:rPr sz="2200" spc="-65">
                <a:latin typeface="Arial"/>
                <a:cs typeface="Arial"/>
              </a:rPr>
              <a:t> </a:t>
            </a:r>
            <a:r>
              <a:rPr sz="2200" spc="-10">
                <a:latin typeface="Arial"/>
                <a:cs typeface="Arial"/>
              </a:rPr>
              <a:t>user?</a:t>
            </a:r>
            <a:endParaRPr sz="2200">
              <a:latin typeface="Arial"/>
              <a:cs typeface="Arial"/>
            </a:endParaRPr>
          </a:p>
          <a:p>
            <a:pPr lvl="1">
              <a:lnSpc>
                <a:spcPct val="100000"/>
              </a:lnSpc>
              <a:spcBef>
                <a:spcPts val="580"/>
              </a:spcBef>
              <a:buFont typeface="Arial"/>
              <a:buChar char="•"/>
            </a:pPr>
            <a:endParaRPr sz="2200">
              <a:latin typeface="Arial"/>
              <a:cs typeface="Arial"/>
            </a:endParaRPr>
          </a:p>
          <a:p>
            <a:pPr marL="240665" indent="-227965">
              <a:lnSpc>
                <a:spcPct val="100000"/>
              </a:lnSpc>
              <a:buChar char="•"/>
              <a:tabLst>
                <a:tab pos="240665" algn="l"/>
                <a:tab pos="3156585" algn="l"/>
                <a:tab pos="3479800" algn="l"/>
              </a:tabLst>
            </a:pPr>
            <a:r>
              <a:rPr sz="2200">
                <a:latin typeface="Arial"/>
                <a:cs typeface="Arial"/>
              </a:rPr>
              <a:t>I</a:t>
            </a:r>
            <a:r>
              <a:rPr sz="2200" spc="-35">
                <a:latin typeface="Arial"/>
                <a:cs typeface="Arial"/>
              </a:rPr>
              <a:t> </a:t>
            </a:r>
            <a:r>
              <a:rPr sz="2200">
                <a:latin typeface="Arial"/>
                <a:cs typeface="Arial"/>
              </a:rPr>
              <a:t>want</a:t>
            </a:r>
            <a:r>
              <a:rPr sz="2200" spc="-35">
                <a:latin typeface="Arial"/>
                <a:cs typeface="Arial"/>
              </a:rPr>
              <a:t> </a:t>
            </a:r>
            <a:r>
              <a:rPr sz="2200" b="1" spc="-105">
                <a:latin typeface="Arial"/>
                <a:cs typeface="Arial"/>
              </a:rPr>
              <a:t>&lt;some</a:t>
            </a:r>
            <a:r>
              <a:rPr sz="2200" b="1" spc="-30">
                <a:latin typeface="Arial"/>
                <a:cs typeface="Arial"/>
              </a:rPr>
              <a:t> </a:t>
            </a:r>
            <a:r>
              <a:rPr sz="2200" b="1" spc="-10">
                <a:latin typeface="Arial"/>
                <a:cs typeface="Arial"/>
              </a:rPr>
              <a:t>feature&gt;</a:t>
            </a:r>
            <a:r>
              <a:rPr sz="2200" b="1">
                <a:latin typeface="Arial"/>
                <a:cs typeface="Arial"/>
              </a:rPr>
              <a:t>	</a:t>
            </a:r>
            <a:r>
              <a:rPr sz="2200" spc="155">
                <a:latin typeface="Arial"/>
                <a:cs typeface="Arial"/>
              </a:rPr>
              <a:t>–</a:t>
            </a:r>
            <a:r>
              <a:rPr sz="2200">
                <a:latin typeface="Arial"/>
                <a:cs typeface="Arial"/>
              </a:rPr>
              <a:t>	this</a:t>
            </a:r>
            <a:r>
              <a:rPr sz="2200" spc="10">
                <a:latin typeface="Arial"/>
                <a:cs typeface="Arial"/>
              </a:rPr>
              <a:t> </a:t>
            </a:r>
            <a:r>
              <a:rPr sz="2200">
                <a:latin typeface="Arial"/>
                <a:cs typeface="Arial"/>
              </a:rPr>
              <a:t>is</a:t>
            </a:r>
            <a:r>
              <a:rPr sz="2200" spc="5">
                <a:latin typeface="Arial"/>
                <a:cs typeface="Arial"/>
              </a:rPr>
              <a:t> </a:t>
            </a:r>
            <a:r>
              <a:rPr sz="2200">
                <a:latin typeface="Arial"/>
                <a:cs typeface="Arial"/>
              </a:rPr>
              <a:t>the</a:t>
            </a:r>
            <a:r>
              <a:rPr sz="2200" spc="5">
                <a:latin typeface="Arial"/>
                <a:cs typeface="Arial"/>
              </a:rPr>
              <a:t> </a:t>
            </a:r>
            <a:r>
              <a:rPr sz="2200" b="1" spc="-20">
                <a:latin typeface="Arial"/>
                <a:cs typeface="Arial"/>
              </a:rPr>
              <a:t>WHAT</a:t>
            </a:r>
            <a:endParaRPr sz="2200">
              <a:latin typeface="Arial"/>
              <a:cs typeface="Arial"/>
            </a:endParaRPr>
          </a:p>
          <a:p>
            <a:pPr marL="697865" lvl="1" indent="-227965">
              <a:lnSpc>
                <a:spcPct val="100000"/>
              </a:lnSpc>
              <a:spcBef>
                <a:spcPts val="240"/>
              </a:spcBef>
              <a:buChar char="•"/>
              <a:tabLst>
                <a:tab pos="697865" algn="l"/>
              </a:tabLst>
            </a:pPr>
            <a:r>
              <a:rPr sz="2200" spc="-10">
                <a:latin typeface="Arial"/>
                <a:cs typeface="Arial"/>
              </a:rPr>
              <a:t>What</a:t>
            </a:r>
            <a:r>
              <a:rPr sz="2200" spc="-85">
                <a:latin typeface="Arial"/>
                <a:cs typeface="Arial"/>
              </a:rPr>
              <a:t> </a:t>
            </a:r>
            <a:r>
              <a:rPr sz="2200" spc="-10">
                <a:latin typeface="Arial"/>
                <a:cs typeface="Arial"/>
              </a:rPr>
              <a:t>are</a:t>
            </a:r>
            <a:r>
              <a:rPr sz="2200" spc="-80">
                <a:latin typeface="Arial"/>
                <a:cs typeface="Arial"/>
              </a:rPr>
              <a:t> </a:t>
            </a:r>
            <a:r>
              <a:rPr sz="2200">
                <a:latin typeface="Arial"/>
                <a:cs typeface="Arial"/>
              </a:rPr>
              <a:t>we</a:t>
            </a:r>
            <a:r>
              <a:rPr sz="2200" spc="-90">
                <a:latin typeface="Arial"/>
                <a:cs typeface="Arial"/>
              </a:rPr>
              <a:t> </a:t>
            </a:r>
            <a:r>
              <a:rPr sz="2200" spc="-10">
                <a:latin typeface="Arial"/>
                <a:cs typeface="Arial"/>
              </a:rPr>
              <a:t>building?</a:t>
            </a:r>
            <a:r>
              <a:rPr sz="2200" spc="-55">
                <a:latin typeface="Arial"/>
                <a:cs typeface="Arial"/>
              </a:rPr>
              <a:t> </a:t>
            </a:r>
            <a:r>
              <a:rPr sz="2200" spc="-10">
                <a:latin typeface="Arial"/>
                <a:cs typeface="Arial"/>
              </a:rPr>
              <a:t>What</a:t>
            </a:r>
            <a:r>
              <a:rPr sz="2200" spc="-80">
                <a:latin typeface="Arial"/>
                <a:cs typeface="Arial"/>
              </a:rPr>
              <a:t> </a:t>
            </a:r>
            <a:r>
              <a:rPr sz="2200">
                <a:latin typeface="Arial"/>
                <a:cs typeface="Arial"/>
              </a:rPr>
              <a:t>is</a:t>
            </a:r>
            <a:r>
              <a:rPr sz="2200" spc="-85">
                <a:latin typeface="Arial"/>
                <a:cs typeface="Arial"/>
              </a:rPr>
              <a:t> </a:t>
            </a:r>
            <a:r>
              <a:rPr sz="2200">
                <a:latin typeface="Arial"/>
                <a:cs typeface="Arial"/>
              </a:rPr>
              <a:t>the</a:t>
            </a:r>
            <a:r>
              <a:rPr sz="2200" spc="-85">
                <a:latin typeface="Arial"/>
                <a:cs typeface="Arial"/>
              </a:rPr>
              <a:t> </a:t>
            </a:r>
            <a:r>
              <a:rPr sz="2200" spc="-10">
                <a:latin typeface="Arial"/>
                <a:cs typeface="Arial"/>
              </a:rPr>
              <a:t>intention?</a:t>
            </a:r>
            <a:endParaRPr sz="2200">
              <a:latin typeface="Arial"/>
              <a:cs typeface="Arial"/>
            </a:endParaRPr>
          </a:p>
          <a:p>
            <a:pPr lvl="1">
              <a:lnSpc>
                <a:spcPct val="100000"/>
              </a:lnSpc>
              <a:spcBef>
                <a:spcPts val="580"/>
              </a:spcBef>
              <a:buFont typeface="Arial"/>
              <a:buChar char="•"/>
            </a:pPr>
            <a:endParaRPr sz="2200">
              <a:latin typeface="Arial"/>
              <a:cs typeface="Arial"/>
            </a:endParaRPr>
          </a:p>
          <a:p>
            <a:pPr marL="240665" indent="-227965">
              <a:lnSpc>
                <a:spcPct val="100000"/>
              </a:lnSpc>
              <a:buChar char="•"/>
              <a:tabLst>
                <a:tab pos="240665" algn="l"/>
                <a:tab pos="3243580" algn="l"/>
                <a:tab pos="3566795" algn="l"/>
              </a:tabLst>
            </a:pPr>
            <a:r>
              <a:rPr sz="2200" spc="-60">
                <a:latin typeface="Arial"/>
                <a:cs typeface="Arial"/>
              </a:rPr>
              <a:t>So</a:t>
            </a:r>
            <a:r>
              <a:rPr sz="2200" spc="-35">
                <a:latin typeface="Arial"/>
                <a:cs typeface="Arial"/>
              </a:rPr>
              <a:t> </a:t>
            </a:r>
            <a:r>
              <a:rPr sz="2200">
                <a:latin typeface="Arial"/>
                <a:cs typeface="Arial"/>
              </a:rPr>
              <a:t>that</a:t>
            </a:r>
            <a:r>
              <a:rPr sz="2200" spc="-35">
                <a:latin typeface="Arial"/>
                <a:cs typeface="Arial"/>
              </a:rPr>
              <a:t> </a:t>
            </a:r>
            <a:r>
              <a:rPr sz="2200" b="1" spc="-100">
                <a:latin typeface="Arial"/>
                <a:cs typeface="Arial"/>
              </a:rPr>
              <a:t>&lt;some</a:t>
            </a:r>
            <a:r>
              <a:rPr sz="2200" b="1" spc="-5">
                <a:latin typeface="Arial"/>
                <a:cs typeface="Arial"/>
              </a:rPr>
              <a:t> </a:t>
            </a:r>
            <a:r>
              <a:rPr sz="2200" b="1" spc="-10">
                <a:latin typeface="Arial"/>
                <a:cs typeface="Arial"/>
              </a:rPr>
              <a:t>reason&gt;</a:t>
            </a:r>
            <a:r>
              <a:rPr sz="2200" b="1">
                <a:latin typeface="Arial"/>
                <a:cs typeface="Arial"/>
              </a:rPr>
              <a:t>	</a:t>
            </a:r>
            <a:r>
              <a:rPr sz="2200" spc="155">
                <a:latin typeface="Arial"/>
                <a:cs typeface="Arial"/>
              </a:rPr>
              <a:t>–</a:t>
            </a:r>
            <a:r>
              <a:rPr sz="2200">
                <a:latin typeface="Arial"/>
                <a:cs typeface="Arial"/>
              </a:rPr>
              <a:t>	this</a:t>
            </a:r>
            <a:r>
              <a:rPr sz="2200" spc="10">
                <a:latin typeface="Arial"/>
                <a:cs typeface="Arial"/>
              </a:rPr>
              <a:t> </a:t>
            </a:r>
            <a:r>
              <a:rPr sz="2200">
                <a:latin typeface="Arial"/>
                <a:cs typeface="Arial"/>
              </a:rPr>
              <a:t>is</a:t>
            </a:r>
            <a:r>
              <a:rPr sz="2200" spc="15">
                <a:latin typeface="Arial"/>
                <a:cs typeface="Arial"/>
              </a:rPr>
              <a:t> </a:t>
            </a:r>
            <a:r>
              <a:rPr sz="2200">
                <a:latin typeface="Arial"/>
                <a:cs typeface="Arial"/>
              </a:rPr>
              <a:t>the</a:t>
            </a:r>
            <a:r>
              <a:rPr sz="2200" spc="5">
                <a:latin typeface="Arial"/>
                <a:cs typeface="Arial"/>
              </a:rPr>
              <a:t> </a:t>
            </a:r>
            <a:r>
              <a:rPr sz="2200" b="1" spc="-25">
                <a:latin typeface="Arial"/>
                <a:cs typeface="Arial"/>
              </a:rPr>
              <a:t>WHY</a:t>
            </a:r>
            <a:endParaRPr sz="2200">
              <a:latin typeface="Arial"/>
              <a:cs typeface="Arial"/>
            </a:endParaRPr>
          </a:p>
          <a:p>
            <a:pPr marL="698500" marR="5080" lvl="1" indent="-228600">
              <a:lnSpc>
                <a:spcPts val="2380"/>
              </a:lnSpc>
              <a:spcBef>
                <a:spcPts val="535"/>
              </a:spcBef>
              <a:buChar char="•"/>
              <a:tabLst>
                <a:tab pos="698500" algn="l"/>
              </a:tabLst>
            </a:pPr>
            <a:r>
              <a:rPr sz="2200" spc="-70">
                <a:latin typeface="Arial"/>
                <a:cs typeface="Arial"/>
              </a:rPr>
              <a:t>Why</a:t>
            </a:r>
            <a:r>
              <a:rPr sz="2200" spc="-75">
                <a:latin typeface="Arial"/>
                <a:cs typeface="Arial"/>
              </a:rPr>
              <a:t> </a:t>
            </a:r>
            <a:r>
              <a:rPr sz="2200" spc="-20">
                <a:latin typeface="Arial"/>
                <a:cs typeface="Arial"/>
              </a:rPr>
              <a:t>are</a:t>
            </a:r>
            <a:r>
              <a:rPr sz="2200" spc="-75">
                <a:latin typeface="Arial"/>
                <a:cs typeface="Arial"/>
              </a:rPr>
              <a:t> </a:t>
            </a:r>
            <a:r>
              <a:rPr sz="2200">
                <a:latin typeface="Arial"/>
                <a:cs typeface="Arial"/>
              </a:rPr>
              <a:t>we</a:t>
            </a:r>
            <a:r>
              <a:rPr sz="2200" spc="-85">
                <a:latin typeface="Arial"/>
                <a:cs typeface="Arial"/>
              </a:rPr>
              <a:t> </a:t>
            </a:r>
            <a:r>
              <a:rPr sz="2200">
                <a:latin typeface="Arial"/>
                <a:cs typeface="Arial"/>
              </a:rPr>
              <a:t>building</a:t>
            </a:r>
            <a:r>
              <a:rPr sz="2200" spc="-35">
                <a:latin typeface="Arial"/>
                <a:cs typeface="Arial"/>
              </a:rPr>
              <a:t> </a:t>
            </a:r>
            <a:r>
              <a:rPr sz="2200">
                <a:latin typeface="Arial"/>
                <a:cs typeface="Arial"/>
              </a:rPr>
              <a:t>this?</a:t>
            </a:r>
            <a:r>
              <a:rPr sz="2200" spc="-70">
                <a:latin typeface="Arial"/>
                <a:cs typeface="Arial"/>
              </a:rPr>
              <a:t> </a:t>
            </a:r>
            <a:r>
              <a:rPr sz="2200" spc="-10">
                <a:latin typeface="Arial"/>
                <a:cs typeface="Arial"/>
              </a:rPr>
              <a:t>What</a:t>
            </a:r>
            <a:r>
              <a:rPr sz="2200" spc="-65">
                <a:latin typeface="Arial"/>
                <a:cs typeface="Arial"/>
              </a:rPr>
              <a:t> </a:t>
            </a:r>
            <a:r>
              <a:rPr sz="2200">
                <a:latin typeface="Arial"/>
                <a:cs typeface="Arial"/>
              </a:rPr>
              <a:t>is</a:t>
            </a:r>
            <a:r>
              <a:rPr sz="2200" spc="-75">
                <a:latin typeface="Arial"/>
                <a:cs typeface="Arial"/>
              </a:rPr>
              <a:t> </a:t>
            </a:r>
            <a:r>
              <a:rPr sz="2200">
                <a:latin typeface="Arial"/>
                <a:cs typeface="Arial"/>
              </a:rPr>
              <a:t>the</a:t>
            </a:r>
            <a:r>
              <a:rPr sz="2200" spc="-70">
                <a:latin typeface="Arial"/>
                <a:cs typeface="Arial"/>
              </a:rPr>
              <a:t> </a:t>
            </a:r>
            <a:r>
              <a:rPr sz="2200" spc="-20">
                <a:latin typeface="Arial"/>
                <a:cs typeface="Arial"/>
              </a:rPr>
              <a:t>value</a:t>
            </a:r>
            <a:r>
              <a:rPr sz="2200" spc="-85">
                <a:latin typeface="Arial"/>
                <a:cs typeface="Arial"/>
              </a:rPr>
              <a:t> </a:t>
            </a:r>
            <a:r>
              <a:rPr sz="2200" spc="55">
                <a:latin typeface="Arial"/>
                <a:cs typeface="Arial"/>
              </a:rPr>
              <a:t>for</a:t>
            </a:r>
            <a:r>
              <a:rPr sz="2200" spc="-80">
                <a:latin typeface="Arial"/>
                <a:cs typeface="Arial"/>
              </a:rPr>
              <a:t> </a:t>
            </a:r>
            <a:r>
              <a:rPr sz="2200" spc="-25">
                <a:latin typeface="Arial"/>
                <a:cs typeface="Arial"/>
              </a:rPr>
              <a:t>the </a:t>
            </a:r>
            <a:r>
              <a:rPr sz="2200" spc="-10">
                <a:latin typeface="Arial"/>
                <a:cs typeface="Arial"/>
              </a:rPr>
              <a:t>customer?</a:t>
            </a:r>
            <a:endParaRPr sz="22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55</a:t>
            </a:fld>
            <a:endParaRPr spc="-25"/>
          </a:p>
        </p:txBody>
      </p:sp>
      <p:sp>
        <p:nvSpPr>
          <p:cNvPr id="3" name="object 3"/>
          <p:cNvSpPr txBox="1">
            <a:spLocks noGrp="1"/>
          </p:cNvSpPr>
          <p:nvPr>
            <p:ph type="title"/>
          </p:nvPr>
        </p:nvSpPr>
        <p:spPr>
          <a:xfrm>
            <a:off x="3595878" y="485647"/>
            <a:ext cx="5095875" cy="696595"/>
          </a:xfrm>
          <a:prstGeom prst="rect">
            <a:avLst/>
          </a:prstGeom>
        </p:spPr>
        <p:txBody>
          <a:bodyPr vert="horz" wrap="square" lIns="0" tIns="13335" rIns="0" bIns="0" rtlCol="0">
            <a:spAutoFit/>
          </a:bodyPr>
          <a:lstStyle/>
          <a:p>
            <a:pPr marL="12700">
              <a:lnSpc>
                <a:spcPct val="100000"/>
              </a:lnSpc>
              <a:spcBef>
                <a:spcPts val="105"/>
              </a:spcBef>
            </a:pPr>
            <a:r>
              <a:rPr sz="4400" spc="-80">
                <a:solidFill>
                  <a:srgbClr val="000000"/>
                </a:solidFill>
              </a:rPr>
              <a:t>User</a:t>
            </a:r>
            <a:r>
              <a:rPr sz="4400" spc="-190">
                <a:solidFill>
                  <a:srgbClr val="000000"/>
                </a:solidFill>
              </a:rPr>
              <a:t> </a:t>
            </a:r>
            <a:r>
              <a:rPr sz="4400">
                <a:solidFill>
                  <a:srgbClr val="000000"/>
                </a:solidFill>
              </a:rPr>
              <a:t>Stories</a:t>
            </a:r>
            <a:r>
              <a:rPr sz="4400" spc="-165">
                <a:solidFill>
                  <a:srgbClr val="000000"/>
                </a:solidFill>
              </a:rPr>
              <a:t> </a:t>
            </a:r>
            <a:r>
              <a:rPr sz="4400" spc="-10">
                <a:solidFill>
                  <a:srgbClr val="000000"/>
                </a:solidFill>
              </a:rPr>
              <a:t>(cont’d)</a:t>
            </a:r>
            <a:endParaRPr sz="44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6866" y="1441524"/>
            <a:ext cx="10697780" cy="3977371"/>
          </a:xfrm>
          <a:prstGeom prst="rect">
            <a:avLst/>
          </a:prstGeom>
        </p:spPr>
        <p:txBody>
          <a:bodyPr vert="horz" wrap="square" lIns="0" tIns="12065" rIns="0" bIns="0" rtlCol="0" anchor="t">
            <a:spAutoFit/>
          </a:bodyPr>
          <a:lstStyle/>
          <a:p>
            <a:pPr marL="12700">
              <a:lnSpc>
                <a:spcPct val="100000"/>
              </a:lnSpc>
              <a:spcBef>
                <a:spcPts val="95"/>
              </a:spcBef>
            </a:pPr>
            <a:r>
              <a:rPr sz="2200" spc="-55">
                <a:latin typeface="Arial"/>
                <a:cs typeface="Arial"/>
              </a:rPr>
              <a:t>User</a:t>
            </a:r>
            <a:r>
              <a:rPr sz="2200" spc="-85">
                <a:latin typeface="Arial"/>
                <a:cs typeface="Arial"/>
              </a:rPr>
              <a:t> </a:t>
            </a:r>
            <a:r>
              <a:rPr sz="2200">
                <a:latin typeface="Arial"/>
                <a:cs typeface="Arial"/>
              </a:rPr>
              <a:t>Stories</a:t>
            </a:r>
            <a:r>
              <a:rPr sz="2200" spc="-105">
                <a:latin typeface="Arial"/>
                <a:cs typeface="Arial"/>
              </a:rPr>
              <a:t> </a:t>
            </a:r>
            <a:r>
              <a:rPr sz="2200" spc="-10">
                <a:latin typeface="Arial"/>
                <a:cs typeface="Arial"/>
              </a:rPr>
              <a:t>Checklist</a:t>
            </a:r>
            <a:endParaRPr sz="2200">
              <a:latin typeface="Arial"/>
              <a:cs typeface="Arial"/>
            </a:endParaRPr>
          </a:p>
          <a:p>
            <a:pPr>
              <a:lnSpc>
                <a:spcPct val="100000"/>
              </a:lnSpc>
              <a:spcBef>
                <a:spcPts val="590"/>
              </a:spcBef>
            </a:pPr>
            <a:endParaRPr sz="2200">
              <a:latin typeface="Arial"/>
              <a:cs typeface="Arial"/>
            </a:endParaRPr>
          </a:p>
          <a:p>
            <a:pPr marL="240665" indent="-227965">
              <a:lnSpc>
                <a:spcPct val="100000"/>
              </a:lnSpc>
              <a:buChar char="•"/>
              <a:tabLst>
                <a:tab pos="240665" algn="l"/>
              </a:tabLst>
            </a:pPr>
            <a:r>
              <a:rPr sz="2200" spc="-50">
                <a:latin typeface="Arial"/>
                <a:cs typeface="Arial"/>
              </a:rPr>
              <a:t>Keep</a:t>
            </a:r>
            <a:r>
              <a:rPr sz="2200" spc="-35">
                <a:latin typeface="Arial"/>
                <a:cs typeface="Arial"/>
              </a:rPr>
              <a:t> </a:t>
            </a:r>
            <a:r>
              <a:rPr sz="2200">
                <a:latin typeface="Arial"/>
                <a:cs typeface="Arial"/>
              </a:rPr>
              <a:t>them</a:t>
            </a:r>
            <a:r>
              <a:rPr sz="2200" spc="-40">
                <a:latin typeface="Arial"/>
                <a:cs typeface="Arial"/>
              </a:rPr>
              <a:t> </a:t>
            </a:r>
            <a:r>
              <a:rPr sz="2200" spc="-10">
                <a:latin typeface="Arial"/>
                <a:cs typeface="Arial"/>
              </a:rPr>
              <a:t>short</a:t>
            </a:r>
            <a:endParaRPr sz="2200">
              <a:latin typeface="Arial"/>
              <a:cs typeface="Arial"/>
            </a:endParaRPr>
          </a:p>
          <a:p>
            <a:pPr marL="240665" indent="-227965">
              <a:lnSpc>
                <a:spcPct val="100000"/>
              </a:lnSpc>
              <a:spcBef>
                <a:spcPts val="735"/>
              </a:spcBef>
              <a:buChar char="•"/>
              <a:tabLst>
                <a:tab pos="240665" algn="l"/>
              </a:tabLst>
            </a:pPr>
            <a:r>
              <a:rPr sz="2200" spc="-50">
                <a:latin typeface="Arial"/>
                <a:cs typeface="Arial"/>
              </a:rPr>
              <a:t>Keep</a:t>
            </a:r>
            <a:r>
              <a:rPr sz="2200" spc="-35">
                <a:latin typeface="Arial"/>
                <a:cs typeface="Arial"/>
              </a:rPr>
              <a:t> </a:t>
            </a:r>
            <a:r>
              <a:rPr sz="2200">
                <a:latin typeface="Arial"/>
                <a:cs typeface="Arial"/>
              </a:rPr>
              <a:t>them</a:t>
            </a:r>
            <a:r>
              <a:rPr sz="2200" spc="-40">
                <a:latin typeface="Arial"/>
                <a:cs typeface="Arial"/>
              </a:rPr>
              <a:t> </a:t>
            </a:r>
            <a:r>
              <a:rPr sz="2200" spc="-10">
                <a:latin typeface="Arial"/>
                <a:cs typeface="Arial"/>
              </a:rPr>
              <a:t>simple</a:t>
            </a:r>
            <a:endParaRPr sz="2200">
              <a:latin typeface="Arial"/>
              <a:cs typeface="Arial"/>
            </a:endParaRPr>
          </a:p>
          <a:p>
            <a:pPr marL="240665" indent="-227965">
              <a:lnSpc>
                <a:spcPct val="100000"/>
              </a:lnSpc>
              <a:spcBef>
                <a:spcPts val="730"/>
              </a:spcBef>
              <a:buChar char="•"/>
              <a:tabLst>
                <a:tab pos="240665" algn="l"/>
              </a:tabLst>
            </a:pPr>
            <a:r>
              <a:rPr sz="2200">
                <a:latin typeface="Arial"/>
                <a:cs typeface="Arial"/>
              </a:rPr>
              <a:t>Write</a:t>
            </a:r>
            <a:r>
              <a:rPr sz="2200" spc="-60">
                <a:latin typeface="Arial"/>
                <a:cs typeface="Arial"/>
              </a:rPr>
              <a:t> </a:t>
            </a:r>
            <a:r>
              <a:rPr sz="2200">
                <a:latin typeface="Arial"/>
                <a:cs typeface="Arial"/>
              </a:rPr>
              <a:t>them</a:t>
            </a:r>
            <a:r>
              <a:rPr sz="2200" spc="-75">
                <a:latin typeface="Arial"/>
                <a:cs typeface="Arial"/>
              </a:rPr>
              <a:t> </a:t>
            </a:r>
            <a:r>
              <a:rPr sz="2200" spc="60">
                <a:latin typeface="Arial"/>
                <a:cs typeface="Arial"/>
              </a:rPr>
              <a:t>from</a:t>
            </a:r>
            <a:r>
              <a:rPr sz="2200" spc="-65">
                <a:latin typeface="Arial"/>
                <a:cs typeface="Arial"/>
              </a:rPr>
              <a:t> </a:t>
            </a:r>
            <a:r>
              <a:rPr sz="2200">
                <a:latin typeface="Arial"/>
                <a:cs typeface="Arial"/>
              </a:rPr>
              <a:t>the</a:t>
            </a:r>
            <a:r>
              <a:rPr sz="2200" spc="-75">
                <a:latin typeface="Arial"/>
                <a:cs typeface="Arial"/>
              </a:rPr>
              <a:t> </a:t>
            </a:r>
            <a:r>
              <a:rPr sz="2200" b="1">
                <a:latin typeface="Arial"/>
                <a:cs typeface="Arial"/>
              </a:rPr>
              <a:t>user</a:t>
            </a:r>
            <a:r>
              <a:rPr sz="2200" b="1" spc="-65">
                <a:latin typeface="Arial"/>
                <a:cs typeface="Arial"/>
              </a:rPr>
              <a:t> </a:t>
            </a:r>
            <a:r>
              <a:rPr sz="2200" b="1" spc="-10">
                <a:latin typeface="Arial"/>
                <a:cs typeface="Arial"/>
              </a:rPr>
              <a:t>perspective</a:t>
            </a:r>
            <a:endParaRPr sz="2200" b="1">
              <a:latin typeface="Arial"/>
              <a:cs typeface="Arial"/>
            </a:endParaRPr>
          </a:p>
          <a:p>
            <a:pPr marL="240665" indent="-227965">
              <a:lnSpc>
                <a:spcPct val="100000"/>
              </a:lnSpc>
              <a:spcBef>
                <a:spcPts val="745"/>
              </a:spcBef>
              <a:buChar char="•"/>
              <a:tabLst>
                <a:tab pos="240665" algn="l"/>
              </a:tabLst>
            </a:pPr>
            <a:r>
              <a:rPr sz="2200">
                <a:latin typeface="Arial"/>
                <a:cs typeface="Arial"/>
              </a:rPr>
              <a:t>Make</a:t>
            </a:r>
            <a:r>
              <a:rPr sz="2200" spc="10">
                <a:latin typeface="Arial"/>
                <a:cs typeface="Arial"/>
              </a:rPr>
              <a:t> </a:t>
            </a:r>
            <a:r>
              <a:rPr sz="2200">
                <a:latin typeface="Arial"/>
                <a:cs typeface="Arial"/>
              </a:rPr>
              <a:t>the </a:t>
            </a:r>
            <a:r>
              <a:rPr sz="2200" b="1">
                <a:latin typeface="Arial"/>
                <a:cs typeface="Arial"/>
              </a:rPr>
              <a:t>value</a:t>
            </a:r>
            <a:r>
              <a:rPr sz="2200">
                <a:latin typeface="Arial"/>
                <a:cs typeface="Arial"/>
              </a:rPr>
              <a:t>/</a:t>
            </a:r>
            <a:r>
              <a:rPr sz="2200" b="1">
                <a:latin typeface="Arial"/>
                <a:cs typeface="Arial"/>
              </a:rPr>
              <a:t>benefit</a:t>
            </a:r>
            <a:r>
              <a:rPr sz="2200" b="1" spc="45">
                <a:latin typeface="Arial"/>
                <a:cs typeface="Arial"/>
              </a:rPr>
              <a:t> </a:t>
            </a:r>
            <a:r>
              <a:rPr sz="2200" spc="80">
                <a:latin typeface="Arial"/>
                <a:cs typeface="Arial"/>
              </a:rPr>
              <a:t>of</a:t>
            </a:r>
            <a:r>
              <a:rPr sz="2200" spc="5">
                <a:latin typeface="Arial"/>
                <a:cs typeface="Arial"/>
              </a:rPr>
              <a:t> </a:t>
            </a:r>
            <a:r>
              <a:rPr sz="2200">
                <a:latin typeface="Arial"/>
                <a:cs typeface="Arial"/>
              </a:rPr>
              <a:t>the story</a:t>
            </a:r>
            <a:r>
              <a:rPr sz="2200" spc="15">
                <a:latin typeface="Arial"/>
                <a:cs typeface="Arial"/>
              </a:rPr>
              <a:t> </a:t>
            </a:r>
            <a:r>
              <a:rPr sz="2200" spc="-10">
                <a:latin typeface="Arial"/>
                <a:cs typeface="Arial"/>
              </a:rPr>
              <a:t>clear</a:t>
            </a:r>
            <a:endParaRPr sz="2200">
              <a:latin typeface="Arial"/>
              <a:cs typeface="Arial"/>
            </a:endParaRPr>
          </a:p>
          <a:p>
            <a:pPr marL="240665" indent="-227965">
              <a:lnSpc>
                <a:spcPct val="100000"/>
              </a:lnSpc>
              <a:spcBef>
                <a:spcPts val="735"/>
              </a:spcBef>
              <a:buChar char="•"/>
              <a:tabLst>
                <a:tab pos="240665" algn="l"/>
              </a:tabLst>
            </a:pPr>
            <a:r>
              <a:rPr sz="2200" spc="-10">
                <a:latin typeface="Arial"/>
                <a:cs typeface="Arial"/>
              </a:rPr>
              <a:t>Describe</a:t>
            </a:r>
            <a:r>
              <a:rPr sz="2200" spc="-105">
                <a:latin typeface="Arial"/>
                <a:cs typeface="Arial"/>
              </a:rPr>
              <a:t> </a:t>
            </a:r>
            <a:r>
              <a:rPr sz="2200">
                <a:latin typeface="Arial"/>
                <a:cs typeface="Arial"/>
              </a:rPr>
              <a:t>only</a:t>
            </a:r>
            <a:r>
              <a:rPr sz="2200" spc="-100">
                <a:latin typeface="Arial"/>
                <a:cs typeface="Arial"/>
              </a:rPr>
              <a:t> </a:t>
            </a:r>
            <a:r>
              <a:rPr sz="2200" b="1">
                <a:latin typeface="Arial"/>
                <a:cs typeface="Arial"/>
              </a:rPr>
              <a:t>one</a:t>
            </a:r>
            <a:r>
              <a:rPr sz="2200" b="1" spc="-114">
                <a:latin typeface="Arial"/>
                <a:cs typeface="Arial"/>
              </a:rPr>
              <a:t> </a:t>
            </a:r>
            <a:r>
              <a:rPr sz="2200" b="1">
                <a:latin typeface="Arial"/>
                <a:cs typeface="Arial"/>
              </a:rPr>
              <a:t>piece</a:t>
            </a:r>
            <a:r>
              <a:rPr sz="2200" b="1" spc="-105">
                <a:latin typeface="Arial"/>
                <a:cs typeface="Arial"/>
              </a:rPr>
              <a:t> </a:t>
            </a:r>
            <a:r>
              <a:rPr sz="2200" b="1" spc="80">
                <a:latin typeface="Arial"/>
                <a:cs typeface="Arial"/>
              </a:rPr>
              <a:t>of</a:t>
            </a:r>
            <a:r>
              <a:rPr sz="2200" b="1" spc="-105">
                <a:latin typeface="Arial"/>
                <a:cs typeface="Arial"/>
              </a:rPr>
              <a:t> </a:t>
            </a:r>
            <a:r>
              <a:rPr sz="2200" b="1" spc="-10">
                <a:latin typeface="Arial"/>
                <a:cs typeface="Arial"/>
              </a:rPr>
              <a:t>functionality</a:t>
            </a:r>
            <a:endParaRPr sz="2200" b="1">
              <a:latin typeface="Arial"/>
              <a:cs typeface="Arial"/>
            </a:endParaRPr>
          </a:p>
          <a:p>
            <a:pPr marL="240665" indent="-227965">
              <a:lnSpc>
                <a:spcPct val="100000"/>
              </a:lnSpc>
              <a:spcBef>
                <a:spcPts val="730"/>
              </a:spcBef>
              <a:buChar char="•"/>
              <a:tabLst>
                <a:tab pos="240665" algn="l"/>
              </a:tabLst>
            </a:pPr>
            <a:r>
              <a:rPr sz="2200">
                <a:latin typeface="Arial"/>
                <a:cs typeface="Arial"/>
              </a:rPr>
              <a:t>Write</a:t>
            </a:r>
            <a:r>
              <a:rPr sz="2200" spc="-50">
                <a:latin typeface="Arial"/>
                <a:cs typeface="Arial"/>
              </a:rPr>
              <a:t> </a:t>
            </a:r>
            <a:r>
              <a:rPr sz="2200">
                <a:latin typeface="Arial"/>
                <a:cs typeface="Arial"/>
              </a:rPr>
              <a:t>stories</a:t>
            </a:r>
            <a:r>
              <a:rPr sz="2200" spc="-45">
                <a:latin typeface="Arial"/>
                <a:cs typeface="Arial"/>
              </a:rPr>
              <a:t> </a:t>
            </a:r>
            <a:r>
              <a:rPr sz="2200">
                <a:latin typeface="Arial"/>
                <a:cs typeface="Arial"/>
              </a:rPr>
              <a:t>as</a:t>
            </a:r>
            <a:r>
              <a:rPr sz="2200" spc="-45">
                <a:latin typeface="Arial"/>
                <a:cs typeface="Arial"/>
              </a:rPr>
              <a:t> </a:t>
            </a:r>
            <a:r>
              <a:rPr sz="2200">
                <a:latin typeface="Arial"/>
                <a:cs typeface="Arial"/>
              </a:rPr>
              <a:t>a</a:t>
            </a:r>
            <a:r>
              <a:rPr sz="2200" spc="-65">
                <a:latin typeface="Arial"/>
                <a:cs typeface="Arial"/>
              </a:rPr>
              <a:t> </a:t>
            </a:r>
            <a:r>
              <a:rPr sz="2200" b="1" spc="-20">
                <a:latin typeface="Arial"/>
                <a:cs typeface="Arial"/>
              </a:rPr>
              <a:t>team</a:t>
            </a:r>
            <a:endParaRPr sz="2200" b="1">
              <a:latin typeface="Arial"/>
              <a:cs typeface="Arial"/>
            </a:endParaRPr>
          </a:p>
          <a:p>
            <a:pPr marL="240665" indent="-227965">
              <a:lnSpc>
                <a:spcPts val="2510"/>
              </a:lnSpc>
              <a:spcBef>
                <a:spcPts val="745"/>
              </a:spcBef>
              <a:buChar char="•"/>
              <a:tabLst>
                <a:tab pos="240665" algn="l"/>
              </a:tabLst>
            </a:pPr>
            <a:r>
              <a:rPr sz="2200" spc="-60">
                <a:latin typeface="Arial"/>
                <a:cs typeface="Arial"/>
              </a:rPr>
              <a:t>Use</a:t>
            </a:r>
            <a:r>
              <a:rPr sz="2200" spc="-80">
                <a:latin typeface="Arial"/>
                <a:cs typeface="Arial"/>
              </a:rPr>
              <a:t> </a:t>
            </a:r>
            <a:r>
              <a:rPr sz="2200" b="1" spc="-70">
                <a:latin typeface="Arial"/>
                <a:cs typeface="Arial"/>
              </a:rPr>
              <a:t>acceptance</a:t>
            </a:r>
            <a:r>
              <a:rPr sz="2200" b="1" spc="-45">
                <a:latin typeface="Arial"/>
                <a:cs typeface="Arial"/>
              </a:rPr>
              <a:t> </a:t>
            </a:r>
            <a:r>
              <a:rPr sz="2200" b="1" spc="-40">
                <a:latin typeface="Arial"/>
                <a:cs typeface="Arial"/>
              </a:rPr>
              <a:t>criteria</a:t>
            </a:r>
            <a:r>
              <a:rPr sz="2200" b="1" spc="-75">
                <a:latin typeface="Arial"/>
                <a:cs typeface="Arial"/>
              </a:rPr>
              <a:t> </a:t>
            </a:r>
            <a:r>
              <a:rPr sz="2200" spc="60">
                <a:latin typeface="Arial"/>
                <a:cs typeface="Arial"/>
              </a:rPr>
              <a:t>to</a:t>
            </a:r>
            <a:r>
              <a:rPr sz="2200" spc="-85">
                <a:latin typeface="Arial"/>
                <a:cs typeface="Arial"/>
              </a:rPr>
              <a:t> </a:t>
            </a:r>
            <a:r>
              <a:rPr sz="2200">
                <a:latin typeface="Arial"/>
                <a:cs typeface="Arial"/>
              </a:rPr>
              <a:t>show</a:t>
            </a:r>
            <a:r>
              <a:rPr sz="2200" spc="-80">
                <a:latin typeface="Arial"/>
                <a:cs typeface="Arial"/>
              </a:rPr>
              <a:t> </a:t>
            </a:r>
            <a:r>
              <a:rPr sz="2200">
                <a:latin typeface="Arial"/>
                <a:cs typeface="Arial"/>
              </a:rPr>
              <a:t>a</a:t>
            </a:r>
            <a:r>
              <a:rPr sz="2200" spc="-60">
                <a:latin typeface="Arial"/>
                <a:cs typeface="Arial"/>
              </a:rPr>
              <a:t> </a:t>
            </a:r>
            <a:r>
              <a:rPr sz="2200" b="1" spc="-45">
                <a:latin typeface="Arial"/>
                <a:cs typeface="Arial"/>
              </a:rPr>
              <a:t>Minimum</a:t>
            </a:r>
            <a:r>
              <a:rPr sz="2200" b="1" spc="-65">
                <a:latin typeface="Arial"/>
                <a:cs typeface="Arial"/>
              </a:rPr>
              <a:t> </a:t>
            </a:r>
            <a:r>
              <a:rPr sz="2200" b="1" spc="-10">
                <a:latin typeface="Arial"/>
                <a:cs typeface="Arial"/>
              </a:rPr>
              <a:t>Viable</a:t>
            </a:r>
            <a:endParaRPr sz="2200">
              <a:latin typeface="Arial"/>
              <a:cs typeface="Arial"/>
            </a:endParaRPr>
          </a:p>
          <a:p>
            <a:pPr marL="241300">
              <a:lnSpc>
                <a:spcPts val="2510"/>
              </a:lnSpc>
            </a:pPr>
            <a:r>
              <a:rPr sz="2200" b="1" spc="-85">
                <a:latin typeface="Arial"/>
                <a:cs typeface="Arial"/>
              </a:rPr>
              <a:t>Product</a:t>
            </a:r>
            <a:r>
              <a:rPr sz="2200" b="1" spc="-35">
                <a:latin typeface="Arial"/>
                <a:cs typeface="Arial"/>
              </a:rPr>
              <a:t> </a:t>
            </a:r>
            <a:r>
              <a:rPr sz="2200" spc="-20">
                <a:latin typeface="Arial"/>
                <a:cs typeface="Arial"/>
              </a:rPr>
              <a:t>(</a:t>
            </a:r>
            <a:r>
              <a:rPr sz="2200" b="1" spc="-20">
                <a:latin typeface="Arial"/>
                <a:cs typeface="Arial"/>
              </a:rPr>
              <a:t>MVP</a:t>
            </a:r>
            <a:r>
              <a:rPr sz="2200" spc="-20">
                <a:latin typeface="Arial"/>
                <a:cs typeface="Arial"/>
              </a:rPr>
              <a:t>),</a:t>
            </a:r>
            <a:r>
              <a:rPr sz="2200" spc="-50">
                <a:latin typeface="Arial"/>
                <a:cs typeface="Arial"/>
              </a:rPr>
              <a:t> </a:t>
            </a:r>
            <a:r>
              <a:rPr sz="2200">
                <a:latin typeface="Arial"/>
                <a:cs typeface="Arial"/>
              </a:rPr>
              <a:t>a</a:t>
            </a:r>
            <a:r>
              <a:rPr sz="2200" spc="-35">
                <a:latin typeface="Arial"/>
                <a:cs typeface="Arial"/>
              </a:rPr>
              <a:t> </a:t>
            </a:r>
            <a:r>
              <a:rPr sz="2200" b="1" spc="-85">
                <a:latin typeface="Arial"/>
                <a:cs typeface="Arial"/>
              </a:rPr>
              <a:t>working</a:t>
            </a:r>
            <a:r>
              <a:rPr sz="2200" b="1" spc="-45">
                <a:latin typeface="Arial"/>
                <a:cs typeface="Arial"/>
              </a:rPr>
              <a:t> </a:t>
            </a:r>
            <a:r>
              <a:rPr sz="2200">
                <a:latin typeface="Arial"/>
                <a:cs typeface="Arial"/>
              </a:rPr>
              <a:t>and</a:t>
            </a:r>
            <a:r>
              <a:rPr sz="2200" spc="-50">
                <a:latin typeface="Arial"/>
                <a:cs typeface="Arial"/>
              </a:rPr>
              <a:t> </a:t>
            </a:r>
            <a:r>
              <a:rPr sz="2200" b="1" spc="-80">
                <a:latin typeface="Arial"/>
                <a:cs typeface="Arial"/>
              </a:rPr>
              <a:t>usable</a:t>
            </a:r>
            <a:r>
              <a:rPr sz="2200" b="1" spc="-65">
                <a:latin typeface="Arial"/>
                <a:cs typeface="Arial"/>
              </a:rPr>
              <a:t> </a:t>
            </a:r>
            <a:r>
              <a:rPr sz="2200" spc="-10">
                <a:latin typeface="Arial"/>
                <a:cs typeface="Arial"/>
              </a:rPr>
              <a:t>product</a:t>
            </a:r>
            <a:endParaRPr sz="22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56</a:t>
            </a:fld>
            <a:endParaRPr spc="-25"/>
          </a:p>
        </p:txBody>
      </p:sp>
      <p:sp>
        <p:nvSpPr>
          <p:cNvPr id="3" name="object 3"/>
          <p:cNvSpPr txBox="1">
            <a:spLocks noGrp="1"/>
          </p:cNvSpPr>
          <p:nvPr>
            <p:ph type="title"/>
          </p:nvPr>
        </p:nvSpPr>
        <p:spPr>
          <a:xfrm>
            <a:off x="3526916" y="485647"/>
            <a:ext cx="5238115" cy="696595"/>
          </a:xfrm>
          <a:prstGeom prst="rect">
            <a:avLst/>
          </a:prstGeom>
        </p:spPr>
        <p:txBody>
          <a:bodyPr vert="horz" wrap="square" lIns="0" tIns="13335" rIns="0" bIns="0" rtlCol="0">
            <a:spAutoFit/>
          </a:bodyPr>
          <a:lstStyle/>
          <a:p>
            <a:pPr marL="12700">
              <a:lnSpc>
                <a:spcPct val="100000"/>
              </a:lnSpc>
              <a:spcBef>
                <a:spcPts val="105"/>
              </a:spcBef>
              <a:tabLst>
                <a:tab pos="3308985" algn="l"/>
              </a:tabLst>
            </a:pPr>
            <a:r>
              <a:rPr sz="4400" spc="-75">
                <a:solidFill>
                  <a:srgbClr val="000000"/>
                </a:solidFill>
              </a:rPr>
              <a:t>User</a:t>
            </a:r>
            <a:r>
              <a:rPr sz="4400" spc="-225">
                <a:solidFill>
                  <a:srgbClr val="000000"/>
                </a:solidFill>
              </a:rPr>
              <a:t> </a:t>
            </a:r>
            <a:r>
              <a:rPr sz="4400" spc="-10">
                <a:solidFill>
                  <a:srgbClr val="000000"/>
                </a:solidFill>
              </a:rPr>
              <a:t>Stories</a:t>
            </a:r>
            <a:r>
              <a:rPr sz="4400">
                <a:solidFill>
                  <a:srgbClr val="000000"/>
                </a:solidFill>
              </a:rPr>
              <a:t>	</a:t>
            </a:r>
            <a:r>
              <a:rPr sz="4400" spc="-10">
                <a:solidFill>
                  <a:srgbClr val="000000"/>
                </a:solidFill>
              </a:rPr>
              <a:t>(cont’d)</a:t>
            </a:r>
            <a:endParaRPr sz="4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6937" y="1366265"/>
            <a:ext cx="11461365" cy="4355038"/>
          </a:xfrm>
          <a:prstGeom prst="rect">
            <a:avLst/>
          </a:prstGeom>
        </p:spPr>
        <p:txBody>
          <a:bodyPr vert="horz" wrap="square" lIns="0" tIns="48260" rIns="0" bIns="0" rtlCol="0" anchor="t">
            <a:spAutoFit/>
          </a:bodyPr>
          <a:lstStyle/>
          <a:p>
            <a:pPr marL="241300" marR="325120" indent="-228600">
              <a:lnSpc>
                <a:spcPts val="2270"/>
              </a:lnSpc>
              <a:spcBef>
                <a:spcPts val="380"/>
              </a:spcBef>
              <a:buFont typeface="Arial"/>
              <a:buChar char="•"/>
              <a:tabLst>
                <a:tab pos="241300" algn="l"/>
              </a:tabLst>
            </a:pPr>
            <a:r>
              <a:rPr sz="2100" b="1" spc="-70">
                <a:latin typeface="Arial"/>
                <a:cs typeface="Arial"/>
              </a:rPr>
              <a:t>Acceptance</a:t>
            </a:r>
            <a:r>
              <a:rPr sz="2100" b="1" spc="-5">
                <a:latin typeface="Arial"/>
                <a:cs typeface="Arial"/>
              </a:rPr>
              <a:t> </a:t>
            </a:r>
            <a:r>
              <a:rPr sz="2100" b="1" spc="-55">
                <a:latin typeface="Arial"/>
                <a:cs typeface="Arial"/>
              </a:rPr>
              <a:t>criteria</a:t>
            </a:r>
            <a:r>
              <a:rPr sz="2100" spc="-55">
                <a:latin typeface="Arial"/>
                <a:cs typeface="Arial"/>
              </a:rPr>
              <a:t>,</a:t>
            </a:r>
            <a:r>
              <a:rPr sz="2100">
                <a:latin typeface="Arial"/>
                <a:cs typeface="Arial"/>
              </a:rPr>
              <a:t> also</a:t>
            </a:r>
            <a:r>
              <a:rPr sz="2100" spc="-25">
                <a:latin typeface="Arial"/>
                <a:cs typeface="Arial"/>
              </a:rPr>
              <a:t> </a:t>
            </a:r>
            <a:r>
              <a:rPr sz="2100">
                <a:latin typeface="Arial"/>
                <a:cs typeface="Arial"/>
              </a:rPr>
              <a:t>called</a:t>
            </a:r>
            <a:r>
              <a:rPr sz="2100" spc="10">
                <a:latin typeface="Arial"/>
                <a:cs typeface="Arial"/>
              </a:rPr>
              <a:t> </a:t>
            </a:r>
            <a:r>
              <a:rPr sz="2100" b="1" i="1" spc="-75">
                <a:latin typeface="Arial"/>
                <a:cs typeface="Arial"/>
              </a:rPr>
              <a:t>satisfaction</a:t>
            </a:r>
            <a:r>
              <a:rPr sz="2100" b="1" i="1" spc="-35">
                <a:latin typeface="Arial"/>
                <a:cs typeface="Arial"/>
              </a:rPr>
              <a:t> </a:t>
            </a:r>
            <a:r>
              <a:rPr sz="2100" b="1" i="1" spc="-114">
                <a:latin typeface="Arial"/>
                <a:cs typeface="Arial"/>
              </a:rPr>
              <a:t>conditions</a:t>
            </a:r>
            <a:r>
              <a:rPr sz="2100" spc="-114">
                <a:latin typeface="Arial"/>
                <a:cs typeface="Arial"/>
              </a:rPr>
              <a:t>,</a:t>
            </a:r>
            <a:r>
              <a:rPr sz="2100">
                <a:latin typeface="Arial"/>
                <a:cs typeface="Arial"/>
              </a:rPr>
              <a:t> provide</a:t>
            </a:r>
            <a:r>
              <a:rPr sz="2100" spc="-25">
                <a:latin typeface="Arial"/>
                <a:cs typeface="Arial"/>
              </a:rPr>
              <a:t> </a:t>
            </a:r>
            <a:r>
              <a:rPr sz="2100" spc="-50">
                <a:latin typeface="Arial"/>
                <a:cs typeface="Arial"/>
              </a:rPr>
              <a:t>a </a:t>
            </a:r>
            <a:r>
              <a:rPr sz="2100">
                <a:latin typeface="Arial"/>
                <a:cs typeface="Arial"/>
              </a:rPr>
              <a:t>detailed</a:t>
            </a:r>
            <a:r>
              <a:rPr sz="2100" spc="-40">
                <a:latin typeface="Arial"/>
                <a:cs typeface="Arial"/>
              </a:rPr>
              <a:t> </a:t>
            </a:r>
            <a:r>
              <a:rPr sz="2100">
                <a:latin typeface="Arial"/>
                <a:cs typeface="Arial"/>
              </a:rPr>
              <a:t>scope</a:t>
            </a:r>
            <a:r>
              <a:rPr sz="2100" spc="-55">
                <a:latin typeface="Arial"/>
                <a:cs typeface="Arial"/>
              </a:rPr>
              <a:t> </a:t>
            </a:r>
            <a:r>
              <a:rPr sz="2100" spc="85">
                <a:latin typeface="Arial"/>
                <a:cs typeface="Arial"/>
              </a:rPr>
              <a:t>of</a:t>
            </a:r>
            <a:r>
              <a:rPr sz="2100" spc="-50">
                <a:latin typeface="Arial"/>
                <a:cs typeface="Arial"/>
              </a:rPr>
              <a:t> </a:t>
            </a:r>
            <a:r>
              <a:rPr sz="2100">
                <a:latin typeface="Arial"/>
                <a:cs typeface="Arial"/>
              </a:rPr>
              <a:t>end</a:t>
            </a:r>
            <a:r>
              <a:rPr sz="2100" spc="-45">
                <a:latin typeface="Arial"/>
                <a:cs typeface="Arial"/>
              </a:rPr>
              <a:t> </a:t>
            </a:r>
            <a:r>
              <a:rPr sz="2100">
                <a:latin typeface="Arial"/>
                <a:cs typeface="Arial"/>
              </a:rPr>
              <a:t>users</a:t>
            </a:r>
            <a:r>
              <a:rPr sz="2100" spc="-25">
                <a:latin typeface="Arial"/>
                <a:cs typeface="Arial"/>
              </a:rPr>
              <a:t> </a:t>
            </a:r>
            <a:r>
              <a:rPr sz="2100" spc="-10">
                <a:latin typeface="Arial"/>
                <a:cs typeface="Arial"/>
              </a:rPr>
              <a:t>requirements</a:t>
            </a:r>
            <a:endParaRPr sz="2100">
              <a:latin typeface="Arial"/>
              <a:cs typeface="Arial"/>
            </a:endParaRPr>
          </a:p>
          <a:p>
            <a:pPr>
              <a:lnSpc>
                <a:spcPct val="100000"/>
              </a:lnSpc>
              <a:spcBef>
                <a:spcPts val="1855"/>
              </a:spcBef>
              <a:buFont typeface="Arial"/>
              <a:buChar char="•"/>
            </a:pPr>
            <a:endParaRPr sz="2100">
              <a:latin typeface="Arial"/>
              <a:cs typeface="Arial"/>
            </a:endParaRPr>
          </a:p>
          <a:p>
            <a:pPr marL="241300" marR="5080" indent="-228600">
              <a:lnSpc>
                <a:spcPts val="2270"/>
              </a:lnSpc>
              <a:spcBef>
                <a:spcPts val="5"/>
              </a:spcBef>
              <a:buChar char="•"/>
              <a:tabLst>
                <a:tab pos="241300" algn="l"/>
              </a:tabLst>
            </a:pPr>
            <a:r>
              <a:rPr sz="2100">
                <a:latin typeface="Arial"/>
                <a:cs typeface="Arial"/>
              </a:rPr>
              <a:t>Help</a:t>
            </a:r>
            <a:r>
              <a:rPr sz="2100" spc="-65">
                <a:latin typeface="Arial"/>
                <a:cs typeface="Arial"/>
              </a:rPr>
              <a:t> </a:t>
            </a:r>
            <a:r>
              <a:rPr sz="2100">
                <a:latin typeface="Arial"/>
                <a:cs typeface="Arial"/>
              </a:rPr>
              <a:t>the</a:t>
            </a:r>
            <a:r>
              <a:rPr sz="2100" spc="-45">
                <a:latin typeface="Arial"/>
                <a:cs typeface="Arial"/>
              </a:rPr>
              <a:t> </a:t>
            </a:r>
            <a:r>
              <a:rPr sz="2100">
                <a:latin typeface="Arial"/>
                <a:cs typeface="Arial"/>
              </a:rPr>
              <a:t>development</a:t>
            </a:r>
            <a:r>
              <a:rPr sz="2100" spc="-60">
                <a:latin typeface="Arial"/>
                <a:cs typeface="Arial"/>
              </a:rPr>
              <a:t> </a:t>
            </a:r>
            <a:r>
              <a:rPr sz="2100">
                <a:latin typeface="Arial"/>
                <a:cs typeface="Arial"/>
              </a:rPr>
              <a:t>team</a:t>
            </a:r>
            <a:r>
              <a:rPr sz="2100" spc="-65">
                <a:latin typeface="Arial"/>
                <a:cs typeface="Arial"/>
              </a:rPr>
              <a:t> </a:t>
            </a:r>
            <a:r>
              <a:rPr sz="2100">
                <a:latin typeface="Arial"/>
                <a:cs typeface="Arial"/>
              </a:rPr>
              <a:t>understand</a:t>
            </a:r>
            <a:r>
              <a:rPr sz="2100" spc="-40">
                <a:latin typeface="Arial"/>
                <a:cs typeface="Arial"/>
              </a:rPr>
              <a:t> </a:t>
            </a:r>
            <a:r>
              <a:rPr sz="2100">
                <a:latin typeface="Arial"/>
                <a:cs typeface="Arial"/>
              </a:rPr>
              <a:t>the</a:t>
            </a:r>
            <a:r>
              <a:rPr sz="2100" spc="-30">
                <a:latin typeface="Arial"/>
                <a:cs typeface="Arial"/>
              </a:rPr>
              <a:t> </a:t>
            </a:r>
            <a:r>
              <a:rPr sz="2100" b="1" spc="-65">
                <a:latin typeface="Arial"/>
                <a:cs typeface="Arial"/>
              </a:rPr>
              <a:t>value</a:t>
            </a:r>
            <a:r>
              <a:rPr sz="2100" b="1" spc="-40">
                <a:latin typeface="Arial"/>
                <a:cs typeface="Arial"/>
              </a:rPr>
              <a:t> </a:t>
            </a:r>
            <a:r>
              <a:rPr sz="2100" b="1">
                <a:latin typeface="Arial"/>
                <a:cs typeface="Arial"/>
              </a:rPr>
              <a:t>of</a:t>
            </a:r>
            <a:r>
              <a:rPr sz="2100" b="1" spc="-60">
                <a:latin typeface="Arial"/>
                <a:cs typeface="Arial"/>
              </a:rPr>
              <a:t> </a:t>
            </a:r>
            <a:r>
              <a:rPr sz="2100" b="1" spc="-40">
                <a:latin typeface="Arial"/>
                <a:cs typeface="Arial"/>
              </a:rPr>
              <a:t>the</a:t>
            </a:r>
            <a:r>
              <a:rPr sz="2100" b="1" spc="-55">
                <a:latin typeface="Arial"/>
                <a:cs typeface="Arial"/>
              </a:rPr>
              <a:t> </a:t>
            </a:r>
            <a:r>
              <a:rPr sz="2100" b="1" spc="-70">
                <a:latin typeface="Arial"/>
                <a:cs typeface="Arial"/>
              </a:rPr>
              <a:t>user</a:t>
            </a:r>
            <a:r>
              <a:rPr sz="2100" b="1" spc="-75">
                <a:latin typeface="Arial"/>
                <a:cs typeface="Arial"/>
              </a:rPr>
              <a:t> </a:t>
            </a:r>
            <a:r>
              <a:rPr sz="2100" b="1" spc="-10">
                <a:latin typeface="Arial"/>
                <a:cs typeface="Arial"/>
              </a:rPr>
              <a:t>story </a:t>
            </a:r>
            <a:r>
              <a:rPr sz="2100">
                <a:latin typeface="Arial"/>
                <a:cs typeface="Arial"/>
              </a:rPr>
              <a:t>and</a:t>
            </a:r>
            <a:r>
              <a:rPr sz="2100" spc="-60">
                <a:latin typeface="Arial"/>
                <a:cs typeface="Arial"/>
              </a:rPr>
              <a:t> </a:t>
            </a:r>
            <a:r>
              <a:rPr sz="2100" b="1" spc="-20">
                <a:latin typeface="Arial"/>
                <a:cs typeface="Arial"/>
              </a:rPr>
              <a:t>set</a:t>
            </a:r>
            <a:r>
              <a:rPr sz="2100" b="1" spc="-45">
                <a:latin typeface="Arial"/>
                <a:cs typeface="Arial"/>
              </a:rPr>
              <a:t> </a:t>
            </a:r>
            <a:r>
              <a:rPr sz="2100" b="1" spc="-60">
                <a:latin typeface="Arial"/>
                <a:cs typeface="Arial"/>
              </a:rPr>
              <a:t>expectations</a:t>
            </a:r>
            <a:r>
              <a:rPr sz="2100" b="1" spc="-40">
                <a:latin typeface="Arial"/>
                <a:cs typeface="Arial"/>
              </a:rPr>
              <a:t> </a:t>
            </a:r>
            <a:r>
              <a:rPr sz="2100">
                <a:latin typeface="Arial"/>
                <a:cs typeface="Arial"/>
              </a:rPr>
              <a:t>as</a:t>
            </a:r>
            <a:r>
              <a:rPr sz="2100" spc="-55">
                <a:latin typeface="Arial"/>
                <a:cs typeface="Arial"/>
              </a:rPr>
              <a:t> </a:t>
            </a:r>
            <a:r>
              <a:rPr sz="2100" spc="55">
                <a:latin typeface="Arial"/>
                <a:cs typeface="Arial"/>
              </a:rPr>
              <a:t>to</a:t>
            </a:r>
            <a:r>
              <a:rPr sz="2100" spc="-50">
                <a:latin typeface="Arial"/>
                <a:cs typeface="Arial"/>
              </a:rPr>
              <a:t> </a:t>
            </a:r>
            <a:r>
              <a:rPr sz="2100">
                <a:latin typeface="Arial"/>
                <a:cs typeface="Arial"/>
              </a:rPr>
              <a:t>when</a:t>
            </a:r>
            <a:r>
              <a:rPr sz="2100" spc="-45">
                <a:latin typeface="Arial"/>
                <a:cs typeface="Arial"/>
              </a:rPr>
              <a:t> </a:t>
            </a:r>
            <a:r>
              <a:rPr sz="2100">
                <a:latin typeface="Arial"/>
                <a:cs typeface="Arial"/>
              </a:rPr>
              <a:t>a</a:t>
            </a:r>
            <a:r>
              <a:rPr sz="2100" spc="-60">
                <a:latin typeface="Arial"/>
                <a:cs typeface="Arial"/>
              </a:rPr>
              <a:t> </a:t>
            </a:r>
            <a:r>
              <a:rPr sz="2100">
                <a:latin typeface="Arial"/>
                <a:cs typeface="Arial"/>
              </a:rPr>
              <a:t>team</a:t>
            </a:r>
            <a:r>
              <a:rPr sz="2100" spc="-55">
                <a:latin typeface="Arial"/>
                <a:cs typeface="Arial"/>
              </a:rPr>
              <a:t> </a:t>
            </a:r>
            <a:r>
              <a:rPr sz="2100">
                <a:latin typeface="Arial"/>
                <a:cs typeface="Arial"/>
              </a:rPr>
              <a:t>should</a:t>
            </a:r>
            <a:r>
              <a:rPr sz="2100" spc="-10">
                <a:latin typeface="Arial"/>
                <a:cs typeface="Arial"/>
              </a:rPr>
              <a:t> </a:t>
            </a:r>
            <a:r>
              <a:rPr sz="2100">
                <a:latin typeface="Arial"/>
                <a:cs typeface="Arial"/>
              </a:rPr>
              <a:t>consider</a:t>
            </a:r>
            <a:r>
              <a:rPr sz="2100" spc="-40">
                <a:latin typeface="Arial"/>
                <a:cs typeface="Arial"/>
              </a:rPr>
              <a:t> </a:t>
            </a:r>
            <a:r>
              <a:rPr sz="2100" spc="-10">
                <a:latin typeface="Arial"/>
                <a:cs typeface="Arial"/>
              </a:rPr>
              <a:t>something </a:t>
            </a:r>
            <a:r>
              <a:rPr sz="2100" b="1" spc="-20">
                <a:latin typeface="Arial"/>
                <a:cs typeface="Arial"/>
              </a:rPr>
              <a:t>done</a:t>
            </a:r>
            <a:endParaRPr sz="2100">
              <a:latin typeface="Arial"/>
              <a:cs typeface="Arial"/>
            </a:endParaRPr>
          </a:p>
          <a:p>
            <a:pPr>
              <a:lnSpc>
                <a:spcPct val="100000"/>
              </a:lnSpc>
              <a:spcBef>
                <a:spcPts val="1565"/>
              </a:spcBef>
              <a:buFont typeface="Arial"/>
              <a:buChar char="•"/>
            </a:pPr>
            <a:endParaRPr sz="2100">
              <a:latin typeface="Arial"/>
              <a:cs typeface="Arial"/>
            </a:endParaRPr>
          </a:p>
          <a:p>
            <a:pPr marL="240665" indent="-227965">
              <a:lnSpc>
                <a:spcPct val="100000"/>
              </a:lnSpc>
              <a:buChar char="•"/>
              <a:tabLst>
                <a:tab pos="240665" algn="l"/>
              </a:tabLst>
            </a:pPr>
            <a:r>
              <a:rPr sz="2100">
                <a:latin typeface="Arial"/>
                <a:cs typeface="Arial"/>
              </a:rPr>
              <a:t>Acceptance</a:t>
            </a:r>
            <a:r>
              <a:rPr sz="2100" spc="-95">
                <a:latin typeface="Arial"/>
                <a:cs typeface="Arial"/>
              </a:rPr>
              <a:t> </a:t>
            </a:r>
            <a:r>
              <a:rPr sz="2100">
                <a:latin typeface="Arial"/>
                <a:cs typeface="Arial"/>
              </a:rPr>
              <a:t>Criteria</a:t>
            </a:r>
            <a:r>
              <a:rPr sz="2100" spc="-75">
                <a:latin typeface="Arial"/>
                <a:cs typeface="Arial"/>
              </a:rPr>
              <a:t> </a:t>
            </a:r>
            <a:r>
              <a:rPr sz="2100" spc="-10">
                <a:latin typeface="Arial"/>
                <a:cs typeface="Arial"/>
              </a:rPr>
              <a:t>Goals</a:t>
            </a:r>
            <a:endParaRPr sz="2100">
              <a:latin typeface="Arial"/>
              <a:cs typeface="Arial"/>
            </a:endParaRPr>
          </a:p>
          <a:p>
            <a:pPr>
              <a:lnSpc>
                <a:spcPct val="100000"/>
              </a:lnSpc>
              <a:spcBef>
                <a:spcPts val="290"/>
              </a:spcBef>
              <a:buFont typeface="Arial"/>
              <a:buChar char="•"/>
            </a:pPr>
            <a:endParaRPr sz="2100">
              <a:latin typeface="Arial"/>
              <a:cs typeface="Arial"/>
            </a:endParaRPr>
          </a:p>
          <a:p>
            <a:pPr marL="697865" lvl="1" indent="-227965">
              <a:lnSpc>
                <a:spcPct val="100000"/>
              </a:lnSpc>
              <a:buChar char="•"/>
              <a:tabLst>
                <a:tab pos="697865" algn="l"/>
              </a:tabLst>
            </a:pPr>
            <a:r>
              <a:rPr sz="2000" b="1">
                <a:latin typeface="Arial"/>
                <a:cs typeface="Arial"/>
              </a:rPr>
              <a:t>clarify</a:t>
            </a:r>
            <a:r>
              <a:rPr sz="2000" b="1" spc="5">
                <a:latin typeface="Arial"/>
                <a:cs typeface="Arial"/>
              </a:rPr>
              <a:t> </a:t>
            </a:r>
            <a:r>
              <a:rPr sz="2000">
                <a:latin typeface="Arial"/>
                <a:cs typeface="Arial"/>
              </a:rPr>
              <a:t>what</a:t>
            </a:r>
            <a:r>
              <a:rPr sz="2000" spc="-25">
                <a:latin typeface="Arial"/>
                <a:cs typeface="Arial"/>
              </a:rPr>
              <a:t> </a:t>
            </a:r>
            <a:r>
              <a:rPr sz="2000">
                <a:latin typeface="Arial"/>
                <a:cs typeface="Arial"/>
              </a:rPr>
              <a:t>the team</a:t>
            </a:r>
            <a:r>
              <a:rPr sz="2000" spc="-5">
                <a:latin typeface="Arial"/>
                <a:cs typeface="Arial"/>
              </a:rPr>
              <a:t> </a:t>
            </a:r>
            <a:r>
              <a:rPr sz="2000">
                <a:latin typeface="Arial"/>
                <a:cs typeface="Arial"/>
              </a:rPr>
              <a:t>should</a:t>
            </a:r>
            <a:r>
              <a:rPr sz="2000" spc="-20">
                <a:latin typeface="Arial"/>
                <a:cs typeface="Arial"/>
              </a:rPr>
              <a:t> </a:t>
            </a:r>
            <a:r>
              <a:rPr sz="2000" b="1">
                <a:latin typeface="Arial"/>
                <a:cs typeface="Arial"/>
              </a:rPr>
              <a:t>build</a:t>
            </a:r>
            <a:r>
              <a:rPr sz="2000" b="1" spc="5">
                <a:latin typeface="Arial"/>
                <a:cs typeface="Arial"/>
              </a:rPr>
              <a:t> </a:t>
            </a:r>
            <a:r>
              <a:rPr sz="2000">
                <a:latin typeface="Arial"/>
                <a:cs typeface="Arial"/>
              </a:rPr>
              <a:t>before they</a:t>
            </a:r>
            <a:r>
              <a:rPr sz="2000" spc="10">
                <a:latin typeface="Arial"/>
                <a:cs typeface="Arial"/>
              </a:rPr>
              <a:t> </a:t>
            </a:r>
            <a:r>
              <a:rPr sz="2000" spc="-10">
                <a:latin typeface="Arial"/>
                <a:cs typeface="Arial"/>
              </a:rPr>
              <a:t>start</a:t>
            </a:r>
            <a:endParaRPr sz="2000">
              <a:latin typeface="Arial"/>
              <a:cs typeface="Arial"/>
            </a:endParaRPr>
          </a:p>
          <a:p>
            <a:pPr marL="697865" lvl="1" indent="-227965">
              <a:lnSpc>
                <a:spcPct val="100000"/>
              </a:lnSpc>
              <a:spcBef>
                <a:spcPts val="265"/>
              </a:spcBef>
              <a:buChar char="•"/>
              <a:tabLst>
                <a:tab pos="697865" algn="l"/>
              </a:tabLst>
            </a:pPr>
            <a:r>
              <a:rPr sz="2000" b="1" spc="-10">
                <a:latin typeface="Arial"/>
                <a:cs typeface="Arial"/>
              </a:rPr>
              <a:t>ensure</a:t>
            </a:r>
            <a:r>
              <a:rPr sz="2000" b="1" spc="-35">
                <a:latin typeface="Arial"/>
                <a:cs typeface="Arial"/>
              </a:rPr>
              <a:t> </a:t>
            </a:r>
            <a:r>
              <a:rPr sz="2000" spc="-30">
                <a:latin typeface="Arial"/>
                <a:cs typeface="Arial"/>
              </a:rPr>
              <a:t>everyone</a:t>
            </a:r>
            <a:r>
              <a:rPr sz="2000" spc="-35">
                <a:latin typeface="Arial"/>
                <a:cs typeface="Arial"/>
              </a:rPr>
              <a:t> </a:t>
            </a:r>
            <a:r>
              <a:rPr sz="2000">
                <a:latin typeface="Arial"/>
                <a:cs typeface="Arial"/>
              </a:rPr>
              <a:t>has</a:t>
            </a:r>
            <a:r>
              <a:rPr sz="2000" spc="-30">
                <a:latin typeface="Arial"/>
                <a:cs typeface="Arial"/>
              </a:rPr>
              <a:t> </a:t>
            </a:r>
            <a:r>
              <a:rPr sz="2000">
                <a:latin typeface="Arial"/>
                <a:cs typeface="Arial"/>
              </a:rPr>
              <a:t>a</a:t>
            </a:r>
            <a:r>
              <a:rPr sz="2000" spc="-30">
                <a:latin typeface="Arial"/>
                <a:cs typeface="Arial"/>
              </a:rPr>
              <a:t> </a:t>
            </a:r>
            <a:r>
              <a:rPr sz="2000" b="1">
                <a:latin typeface="Arial"/>
                <a:cs typeface="Arial"/>
              </a:rPr>
              <a:t>common</a:t>
            </a:r>
            <a:r>
              <a:rPr sz="2000" b="1" spc="-45">
                <a:latin typeface="Arial"/>
                <a:cs typeface="Arial"/>
              </a:rPr>
              <a:t> </a:t>
            </a:r>
            <a:r>
              <a:rPr sz="2000" b="1">
                <a:latin typeface="Arial"/>
                <a:cs typeface="Arial"/>
              </a:rPr>
              <a:t>understanding</a:t>
            </a:r>
            <a:r>
              <a:rPr sz="2000" spc="-70">
                <a:latin typeface="Arial"/>
                <a:cs typeface="Arial"/>
              </a:rPr>
              <a:t> </a:t>
            </a:r>
            <a:r>
              <a:rPr sz="2000" spc="80">
                <a:latin typeface="Arial"/>
                <a:cs typeface="Arial"/>
              </a:rPr>
              <a:t>of</a:t>
            </a:r>
            <a:r>
              <a:rPr sz="2000" spc="-30">
                <a:latin typeface="Arial"/>
                <a:cs typeface="Arial"/>
              </a:rPr>
              <a:t> </a:t>
            </a:r>
            <a:r>
              <a:rPr sz="2000">
                <a:latin typeface="Arial"/>
                <a:cs typeface="Arial"/>
              </a:rPr>
              <a:t>the</a:t>
            </a:r>
            <a:r>
              <a:rPr sz="2000" spc="-45">
                <a:latin typeface="Arial"/>
                <a:cs typeface="Arial"/>
              </a:rPr>
              <a:t> </a:t>
            </a:r>
            <a:r>
              <a:rPr lang="en-US" sz="2000" b="1" spc="-10">
                <a:latin typeface="Arial"/>
                <a:cs typeface="Arial"/>
              </a:rPr>
              <a:t>functionality</a:t>
            </a:r>
            <a:endParaRPr sz="2000" b="1" err="1">
              <a:latin typeface="Arial"/>
              <a:cs typeface="Arial"/>
            </a:endParaRPr>
          </a:p>
          <a:p>
            <a:pPr marL="697865" lvl="1" indent="-227965">
              <a:lnSpc>
                <a:spcPct val="100000"/>
              </a:lnSpc>
              <a:spcBef>
                <a:spcPts val="254"/>
              </a:spcBef>
              <a:buChar char="•"/>
              <a:tabLst>
                <a:tab pos="697865" algn="l"/>
              </a:tabLst>
            </a:pPr>
            <a:r>
              <a:rPr sz="2000">
                <a:latin typeface="Arial"/>
                <a:cs typeface="Arial"/>
              </a:rPr>
              <a:t>help</a:t>
            </a:r>
            <a:r>
              <a:rPr sz="2000" spc="-15">
                <a:latin typeface="Arial"/>
                <a:cs typeface="Arial"/>
              </a:rPr>
              <a:t> </a:t>
            </a:r>
            <a:r>
              <a:rPr sz="2000">
                <a:latin typeface="Arial"/>
                <a:cs typeface="Arial"/>
              </a:rPr>
              <a:t>the</a:t>
            </a:r>
            <a:r>
              <a:rPr sz="2000" spc="-25">
                <a:latin typeface="Arial"/>
                <a:cs typeface="Arial"/>
              </a:rPr>
              <a:t> </a:t>
            </a:r>
            <a:r>
              <a:rPr sz="2000">
                <a:latin typeface="Arial"/>
                <a:cs typeface="Arial"/>
              </a:rPr>
              <a:t>team</a:t>
            </a:r>
            <a:r>
              <a:rPr sz="2000" spc="-30">
                <a:latin typeface="Arial"/>
                <a:cs typeface="Arial"/>
              </a:rPr>
              <a:t> </a:t>
            </a:r>
            <a:r>
              <a:rPr sz="2000">
                <a:latin typeface="Arial"/>
                <a:cs typeface="Arial"/>
              </a:rPr>
              <a:t>members</a:t>
            </a:r>
            <a:r>
              <a:rPr sz="2000" spc="-20">
                <a:latin typeface="Arial"/>
                <a:cs typeface="Arial"/>
              </a:rPr>
              <a:t> </a:t>
            </a:r>
            <a:r>
              <a:rPr sz="2000">
                <a:latin typeface="Arial"/>
                <a:cs typeface="Arial"/>
              </a:rPr>
              <a:t>know</a:t>
            </a:r>
            <a:r>
              <a:rPr sz="2000" spc="-35">
                <a:latin typeface="Arial"/>
                <a:cs typeface="Arial"/>
              </a:rPr>
              <a:t> </a:t>
            </a:r>
            <a:r>
              <a:rPr sz="2000" b="1">
                <a:latin typeface="Arial"/>
                <a:cs typeface="Arial"/>
              </a:rPr>
              <a:t>when</a:t>
            </a:r>
            <a:r>
              <a:rPr sz="2000" b="1" spc="-40">
                <a:latin typeface="Arial"/>
                <a:cs typeface="Arial"/>
              </a:rPr>
              <a:t> </a:t>
            </a:r>
            <a:r>
              <a:rPr sz="2000" b="1">
                <a:latin typeface="Arial"/>
                <a:cs typeface="Arial"/>
              </a:rPr>
              <a:t>the</a:t>
            </a:r>
            <a:r>
              <a:rPr sz="2000" b="1" spc="-20">
                <a:latin typeface="Arial"/>
                <a:cs typeface="Arial"/>
              </a:rPr>
              <a:t> </a:t>
            </a:r>
            <a:r>
              <a:rPr sz="2000" b="1">
                <a:latin typeface="Arial"/>
                <a:cs typeface="Arial"/>
              </a:rPr>
              <a:t>story</a:t>
            </a:r>
            <a:r>
              <a:rPr sz="2000" b="1" spc="-20">
                <a:latin typeface="Arial"/>
                <a:cs typeface="Arial"/>
              </a:rPr>
              <a:t> </a:t>
            </a:r>
            <a:r>
              <a:rPr sz="2000" b="1">
                <a:latin typeface="Arial"/>
                <a:cs typeface="Arial"/>
              </a:rPr>
              <a:t>is</a:t>
            </a:r>
            <a:r>
              <a:rPr sz="2000" b="1" spc="-25">
                <a:latin typeface="Arial"/>
                <a:cs typeface="Arial"/>
              </a:rPr>
              <a:t> </a:t>
            </a:r>
            <a:r>
              <a:rPr sz="2000" b="1" spc="-10">
                <a:latin typeface="Arial"/>
                <a:cs typeface="Arial"/>
              </a:rPr>
              <a:t>complete</a:t>
            </a:r>
            <a:endParaRPr sz="2000" b="1">
              <a:latin typeface="Arial"/>
              <a:cs typeface="Arial"/>
            </a:endParaRPr>
          </a:p>
          <a:p>
            <a:pPr marL="697865" lvl="1" indent="-227965">
              <a:spcBef>
                <a:spcPts val="265"/>
              </a:spcBef>
              <a:buChar char="•"/>
              <a:tabLst>
                <a:tab pos="697865" algn="l"/>
              </a:tabLst>
            </a:pPr>
            <a:r>
              <a:rPr sz="2000">
                <a:latin typeface="Arial"/>
                <a:cs typeface="Arial"/>
              </a:rPr>
              <a:t>help</a:t>
            </a:r>
            <a:r>
              <a:rPr sz="2000" spc="-15">
                <a:latin typeface="Arial"/>
                <a:cs typeface="Arial"/>
              </a:rPr>
              <a:t> </a:t>
            </a:r>
            <a:r>
              <a:rPr lang="en-US" sz="2000" b="1" spc="-15">
                <a:latin typeface="Arial"/>
                <a:cs typeface="Arial"/>
              </a:rPr>
              <a:t>verify </a:t>
            </a:r>
            <a:r>
              <a:rPr lang="en-US" sz="2000">
                <a:latin typeface="Arial"/>
                <a:cs typeface="Arial"/>
              </a:rPr>
              <a:t>the</a:t>
            </a:r>
            <a:r>
              <a:rPr sz="2000" spc="-25">
                <a:latin typeface="Arial"/>
                <a:cs typeface="Arial"/>
              </a:rPr>
              <a:t> </a:t>
            </a:r>
            <a:r>
              <a:rPr sz="2000">
                <a:latin typeface="Arial"/>
                <a:cs typeface="Arial"/>
              </a:rPr>
              <a:t>story</a:t>
            </a:r>
            <a:r>
              <a:rPr sz="2000" spc="-20">
                <a:latin typeface="Arial"/>
                <a:cs typeface="Arial"/>
              </a:rPr>
              <a:t> </a:t>
            </a:r>
            <a:r>
              <a:rPr sz="2000">
                <a:latin typeface="Arial"/>
                <a:cs typeface="Arial"/>
              </a:rPr>
              <a:t>via</a:t>
            </a:r>
            <a:r>
              <a:rPr sz="2000" spc="-15">
                <a:latin typeface="Arial"/>
                <a:cs typeface="Arial"/>
              </a:rPr>
              <a:t> </a:t>
            </a:r>
            <a:r>
              <a:rPr sz="2000">
                <a:latin typeface="Arial"/>
                <a:cs typeface="Arial"/>
              </a:rPr>
              <a:t>automated</a:t>
            </a:r>
            <a:r>
              <a:rPr sz="2000" spc="-60">
                <a:latin typeface="Arial"/>
                <a:cs typeface="Arial"/>
              </a:rPr>
              <a:t> </a:t>
            </a:r>
            <a:r>
              <a:rPr sz="2000" spc="-10">
                <a:latin typeface="Arial"/>
                <a:cs typeface="Arial"/>
              </a:rPr>
              <a:t>tests</a:t>
            </a:r>
            <a:endParaRPr sz="20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57</a:t>
            </a:fld>
            <a:endParaRPr spc="-25"/>
          </a:p>
        </p:txBody>
      </p:sp>
      <p:sp>
        <p:nvSpPr>
          <p:cNvPr id="3" name="object 3"/>
          <p:cNvSpPr txBox="1">
            <a:spLocks noGrp="1"/>
          </p:cNvSpPr>
          <p:nvPr>
            <p:ph type="title"/>
          </p:nvPr>
        </p:nvSpPr>
        <p:spPr>
          <a:xfrm>
            <a:off x="3467480" y="325323"/>
            <a:ext cx="4899660" cy="697230"/>
          </a:xfrm>
          <a:prstGeom prst="rect">
            <a:avLst/>
          </a:prstGeom>
        </p:spPr>
        <p:txBody>
          <a:bodyPr vert="horz" wrap="square" lIns="0" tIns="13335" rIns="0" bIns="0" rtlCol="0">
            <a:spAutoFit/>
          </a:bodyPr>
          <a:lstStyle/>
          <a:p>
            <a:pPr marL="12700">
              <a:lnSpc>
                <a:spcPct val="100000"/>
              </a:lnSpc>
              <a:spcBef>
                <a:spcPts val="105"/>
              </a:spcBef>
            </a:pPr>
            <a:r>
              <a:rPr sz="4400">
                <a:solidFill>
                  <a:srgbClr val="000000"/>
                </a:solidFill>
              </a:rPr>
              <a:t>Acceptance</a:t>
            </a:r>
            <a:r>
              <a:rPr sz="4400" spc="-65">
                <a:solidFill>
                  <a:srgbClr val="000000"/>
                </a:solidFill>
              </a:rPr>
              <a:t> </a:t>
            </a:r>
            <a:r>
              <a:rPr sz="4400" spc="-10">
                <a:solidFill>
                  <a:srgbClr val="000000"/>
                </a:solidFill>
              </a:rPr>
              <a:t>Criteria</a:t>
            </a:r>
            <a:endParaRPr sz="44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5506" y="1414806"/>
            <a:ext cx="11221177" cy="4396075"/>
          </a:xfrm>
          <a:prstGeom prst="rect">
            <a:avLst/>
          </a:prstGeom>
        </p:spPr>
        <p:txBody>
          <a:bodyPr vert="horz" wrap="square" lIns="0" tIns="109220" rIns="0" bIns="0" rtlCol="0">
            <a:spAutoFit/>
          </a:bodyPr>
          <a:lstStyle/>
          <a:p>
            <a:pPr marL="12700">
              <a:lnSpc>
                <a:spcPct val="100000"/>
              </a:lnSpc>
              <a:spcBef>
                <a:spcPts val="860"/>
              </a:spcBef>
            </a:pPr>
            <a:r>
              <a:rPr sz="2100" spc="-10">
                <a:latin typeface="Arial"/>
                <a:cs typeface="Arial"/>
              </a:rPr>
              <a:t>Example:</a:t>
            </a:r>
            <a:endParaRPr sz="2100">
              <a:latin typeface="Arial"/>
              <a:cs typeface="Arial"/>
            </a:endParaRPr>
          </a:p>
          <a:p>
            <a:pPr marL="241300" marR="5080" indent="-228600">
              <a:lnSpc>
                <a:spcPts val="2270"/>
              </a:lnSpc>
              <a:spcBef>
                <a:spcPts val="1045"/>
              </a:spcBef>
              <a:buChar char="•"/>
              <a:tabLst>
                <a:tab pos="241300" algn="l"/>
              </a:tabLst>
            </a:pPr>
            <a:r>
              <a:rPr sz="2100">
                <a:latin typeface="Arial"/>
                <a:cs typeface="Arial"/>
              </a:rPr>
              <a:t>As</a:t>
            </a:r>
            <a:r>
              <a:rPr sz="2100" spc="-30">
                <a:latin typeface="Arial"/>
                <a:cs typeface="Arial"/>
              </a:rPr>
              <a:t> </a:t>
            </a:r>
            <a:r>
              <a:rPr sz="2100">
                <a:latin typeface="Arial"/>
                <a:cs typeface="Arial"/>
              </a:rPr>
              <a:t>an</a:t>
            </a:r>
            <a:r>
              <a:rPr sz="2100" spc="-45">
                <a:latin typeface="Arial"/>
                <a:cs typeface="Arial"/>
              </a:rPr>
              <a:t> </a:t>
            </a:r>
            <a:r>
              <a:rPr sz="2100">
                <a:latin typeface="Arial"/>
                <a:cs typeface="Arial"/>
              </a:rPr>
              <a:t>online</a:t>
            </a:r>
            <a:r>
              <a:rPr sz="2100" spc="-15">
                <a:latin typeface="Arial"/>
                <a:cs typeface="Arial"/>
              </a:rPr>
              <a:t> </a:t>
            </a:r>
            <a:r>
              <a:rPr sz="2100">
                <a:latin typeface="Arial"/>
                <a:cs typeface="Arial"/>
              </a:rPr>
              <a:t>banking</a:t>
            </a:r>
            <a:r>
              <a:rPr sz="2100" spc="-45">
                <a:latin typeface="Arial"/>
                <a:cs typeface="Arial"/>
              </a:rPr>
              <a:t> </a:t>
            </a:r>
            <a:r>
              <a:rPr sz="2100">
                <a:latin typeface="Arial"/>
                <a:cs typeface="Arial"/>
              </a:rPr>
              <a:t>customer,</a:t>
            </a:r>
            <a:r>
              <a:rPr sz="2100" spc="-25">
                <a:latin typeface="Arial"/>
                <a:cs typeface="Arial"/>
              </a:rPr>
              <a:t> </a:t>
            </a:r>
            <a:r>
              <a:rPr sz="2100">
                <a:latin typeface="Arial"/>
                <a:cs typeface="Arial"/>
              </a:rPr>
              <a:t>I</a:t>
            </a:r>
            <a:r>
              <a:rPr sz="2100" spc="-30">
                <a:latin typeface="Arial"/>
                <a:cs typeface="Arial"/>
              </a:rPr>
              <a:t> </a:t>
            </a:r>
            <a:r>
              <a:rPr sz="2100">
                <a:latin typeface="Arial"/>
                <a:cs typeface="Arial"/>
              </a:rPr>
              <a:t>want</a:t>
            </a:r>
            <a:r>
              <a:rPr sz="2100" spc="-45">
                <a:latin typeface="Arial"/>
                <a:cs typeface="Arial"/>
              </a:rPr>
              <a:t> </a:t>
            </a:r>
            <a:r>
              <a:rPr sz="2100">
                <a:latin typeface="Arial"/>
                <a:cs typeface="Arial"/>
              </a:rPr>
              <a:t>a</a:t>
            </a:r>
            <a:r>
              <a:rPr sz="2100" spc="-55">
                <a:latin typeface="Arial"/>
                <a:cs typeface="Arial"/>
              </a:rPr>
              <a:t> </a:t>
            </a:r>
            <a:r>
              <a:rPr sz="2100">
                <a:latin typeface="Arial"/>
                <a:cs typeface="Arial"/>
              </a:rPr>
              <a:t>strong</a:t>
            </a:r>
            <a:r>
              <a:rPr sz="2100" spc="-25">
                <a:latin typeface="Arial"/>
                <a:cs typeface="Arial"/>
              </a:rPr>
              <a:t> </a:t>
            </a:r>
            <a:r>
              <a:rPr sz="2100" spc="-10">
                <a:latin typeface="Arial"/>
                <a:cs typeface="Arial"/>
              </a:rPr>
              <a:t>password, </a:t>
            </a:r>
            <a:r>
              <a:rPr sz="2100">
                <a:latin typeface="Arial"/>
                <a:cs typeface="Arial"/>
              </a:rPr>
              <a:t>so</a:t>
            </a:r>
            <a:r>
              <a:rPr sz="2100" spc="70">
                <a:latin typeface="Arial"/>
                <a:cs typeface="Arial"/>
              </a:rPr>
              <a:t> </a:t>
            </a:r>
            <a:r>
              <a:rPr sz="2100">
                <a:latin typeface="Arial"/>
                <a:cs typeface="Arial"/>
              </a:rPr>
              <a:t>that</a:t>
            </a:r>
            <a:r>
              <a:rPr sz="2100" spc="80">
                <a:latin typeface="Arial"/>
                <a:cs typeface="Arial"/>
              </a:rPr>
              <a:t> </a:t>
            </a:r>
            <a:r>
              <a:rPr sz="2100">
                <a:latin typeface="Arial"/>
                <a:cs typeface="Arial"/>
              </a:rPr>
              <a:t>my</a:t>
            </a:r>
            <a:r>
              <a:rPr sz="2100" spc="75">
                <a:latin typeface="Arial"/>
                <a:cs typeface="Arial"/>
              </a:rPr>
              <a:t> </a:t>
            </a:r>
            <a:r>
              <a:rPr sz="2100">
                <a:latin typeface="Arial"/>
                <a:cs typeface="Arial"/>
              </a:rPr>
              <a:t>credit</a:t>
            </a:r>
            <a:r>
              <a:rPr sz="2100" spc="65">
                <a:latin typeface="Arial"/>
                <a:cs typeface="Arial"/>
              </a:rPr>
              <a:t> </a:t>
            </a:r>
            <a:r>
              <a:rPr sz="2100">
                <a:latin typeface="Arial"/>
                <a:cs typeface="Arial"/>
              </a:rPr>
              <a:t>card</a:t>
            </a:r>
            <a:r>
              <a:rPr sz="2100" spc="70">
                <a:latin typeface="Arial"/>
                <a:cs typeface="Arial"/>
              </a:rPr>
              <a:t> </a:t>
            </a:r>
            <a:r>
              <a:rPr sz="2100">
                <a:latin typeface="Arial"/>
                <a:cs typeface="Arial"/>
              </a:rPr>
              <a:t>information</a:t>
            </a:r>
            <a:r>
              <a:rPr sz="2100" spc="75">
                <a:latin typeface="Arial"/>
                <a:cs typeface="Arial"/>
              </a:rPr>
              <a:t> </a:t>
            </a:r>
            <a:r>
              <a:rPr sz="2100">
                <a:latin typeface="Arial"/>
                <a:cs typeface="Arial"/>
              </a:rPr>
              <a:t>is</a:t>
            </a:r>
            <a:r>
              <a:rPr sz="2100" spc="95">
                <a:latin typeface="Arial"/>
                <a:cs typeface="Arial"/>
              </a:rPr>
              <a:t> </a:t>
            </a:r>
            <a:r>
              <a:rPr sz="2100" spc="-10">
                <a:latin typeface="Arial"/>
                <a:cs typeface="Arial"/>
              </a:rPr>
              <a:t>secure</a:t>
            </a:r>
            <a:endParaRPr sz="2100">
              <a:latin typeface="Arial"/>
              <a:cs typeface="Arial"/>
            </a:endParaRPr>
          </a:p>
          <a:p>
            <a:pPr>
              <a:lnSpc>
                <a:spcPct val="100000"/>
              </a:lnSpc>
              <a:spcBef>
                <a:spcPts val="1555"/>
              </a:spcBef>
              <a:buFont typeface="Arial"/>
              <a:buChar char="•"/>
            </a:pPr>
            <a:endParaRPr sz="2100">
              <a:latin typeface="Arial"/>
              <a:cs typeface="Arial"/>
            </a:endParaRPr>
          </a:p>
          <a:p>
            <a:pPr marL="12700">
              <a:lnSpc>
                <a:spcPct val="100000"/>
              </a:lnSpc>
            </a:pPr>
            <a:r>
              <a:rPr sz="2100">
                <a:latin typeface="Arial"/>
                <a:cs typeface="Arial"/>
              </a:rPr>
              <a:t>Acceptance</a:t>
            </a:r>
            <a:r>
              <a:rPr sz="2100" spc="-60">
                <a:latin typeface="Arial"/>
                <a:cs typeface="Arial"/>
              </a:rPr>
              <a:t> </a:t>
            </a:r>
            <a:r>
              <a:rPr sz="2100" spc="-10">
                <a:latin typeface="Arial"/>
                <a:cs typeface="Arial"/>
              </a:rPr>
              <a:t>Criteria:</a:t>
            </a:r>
            <a:endParaRPr sz="2100">
              <a:latin typeface="Arial"/>
              <a:cs typeface="Arial"/>
            </a:endParaRPr>
          </a:p>
          <a:p>
            <a:pPr marL="240665" indent="-227965">
              <a:lnSpc>
                <a:spcPct val="100000"/>
              </a:lnSpc>
              <a:spcBef>
                <a:spcPts val="760"/>
              </a:spcBef>
              <a:buChar char="•"/>
              <a:tabLst>
                <a:tab pos="240665" algn="l"/>
              </a:tabLst>
            </a:pPr>
            <a:r>
              <a:rPr sz="2100" spc="-20">
                <a:latin typeface="Arial"/>
                <a:cs typeface="Arial"/>
              </a:rPr>
              <a:t>The</a:t>
            </a:r>
            <a:r>
              <a:rPr sz="2100">
                <a:latin typeface="Arial"/>
                <a:cs typeface="Arial"/>
              </a:rPr>
              <a:t> password</a:t>
            </a:r>
            <a:r>
              <a:rPr sz="2100" spc="15">
                <a:latin typeface="Arial"/>
                <a:cs typeface="Arial"/>
              </a:rPr>
              <a:t> </a:t>
            </a:r>
            <a:r>
              <a:rPr sz="2100">
                <a:latin typeface="Arial"/>
                <a:cs typeface="Arial"/>
              </a:rPr>
              <a:t>must</a:t>
            </a:r>
            <a:r>
              <a:rPr sz="2100" spc="5">
                <a:latin typeface="Arial"/>
                <a:cs typeface="Arial"/>
              </a:rPr>
              <a:t> </a:t>
            </a:r>
            <a:r>
              <a:rPr sz="2100">
                <a:latin typeface="Arial"/>
                <a:cs typeface="Arial"/>
              </a:rPr>
              <a:t>be at</a:t>
            </a:r>
            <a:r>
              <a:rPr sz="2100" spc="-5">
                <a:latin typeface="Arial"/>
                <a:cs typeface="Arial"/>
              </a:rPr>
              <a:t> </a:t>
            </a:r>
            <a:r>
              <a:rPr sz="2100">
                <a:latin typeface="Arial"/>
                <a:cs typeface="Arial"/>
              </a:rPr>
              <a:t>least</a:t>
            </a:r>
            <a:r>
              <a:rPr sz="2100" spc="5">
                <a:latin typeface="Arial"/>
                <a:cs typeface="Arial"/>
              </a:rPr>
              <a:t> </a:t>
            </a:r>
            <a:r>
              <a:rPr sz="2100">
                <a:latin typeface="Arial"/>
                <a:cs typeface="Arial"/>
              </a:rPr>
              <a:t>eight</a:t>
            </a:r>
            <a:r>
              <a:rPr sz="2100" spc="10">
                <a:latin typeface="Arial"/>
                <a:cs typeface="Arial"/>
              </a:rPr>
              <a:t> </a:t>
            </a:r>
            <a:r>
              <a:rPr sz="2100">
                <a:latin typeface="Arial"/>
                <a:cs typeface="Arial"/>
              </a:rPr>
              <a:t>(8)</a:t>
            </a:r>
            <a:r>
              <a:rPr sz="2100" spc="-25">
                <a:latin typeface="Arial"/>
                <a:cs typeface="Arial"/>
              </a:rPr>
              <a:t> </a:t>
            </a:r>
            <a:r>
              <a:rPr sz="2100" spc="-10">
                <a:latin typeface="Arial"/>
                <a:cs typeface="Arial"/>
              </a:rPr>
              <a:t>characters</a:t>
            </a:r>
            <a:endParaRPr sz="2100">
              <a:latin typeface="Arial"/>
              <a:cs typeface="Arial"/>
            </a:endParaRPr>
          </a:p>
          <a:p>
            <a:pPr marL="240665" indent="-227965">
              <a:lnSpc>
                <a:spcPts val="2395"/>
              </a:lnSpc>
              <a:spcBef>
                <a:spcPts val="740"/>
              </a:spcBef>
              <a:buChar char="•"/>
              <a:tabLst>
                <a:tab pos="240665" algn="l"/>
              </a:tabLst>
            </a:pPr>
            <a:r>
              <a:rPr sz="2100" spc="-20">
                <a:latin typeface="Arial"/>
                <a:cs typeface="Arial"/>
              </a:rPr>
              <a:t>The</a:t>
            </a:r>
            <a:r>
              <a:rPr sz="2100" spc="15">
                <a:latin typeface="Arial"/>
                <a:cs typeface="Arial"/>
              </a:rPr>
              <a:t> </a:t>
            </a:r>
            <a:r>
              <a:rPr sz="2100">
                <a:latin typeface="Arial"/>
                <a:cs typeface="Arial"/>
              </a:rPr>
              <a:t>password</a:t>
            </a:r>
            <a:r>
              <a:rPr sz="2100" spc="30">
                <a:latin typeface="Arial"/>
                <a:cs typeface="Arial"/>
              </a:rPr>
              <a:t> </a:t>
            </a:r>
            <a:r>
              <a:rPr sz="2100">
                <a:latin typeface="Arial"/>
                <a:cs typeface="Arial"/>
              </a:rPr>
              <a:t>must</a:t>
            </a:r>
            <a:r>
              <a:rPr sz="2100" spc="15">
                <a:latin typeface="Arial"/>
                <a:cs typeface="Arial"/>
              </a:rPr>
              <a:t> </a:t>
            </a:r>
            <a:r>
              <a:rPr sz="2100">
                <a:latin typeface="Arial"/>
                <a:cs typeface="Arial"/>
              </a:rPr>
              <a:t>contain</a:t>
            </a:r>
            <a:r>
              <a:rPr sz="2100" spc="15">
                <a:latin typeface="Arial"/>
                <a:cs typeface="Arial"/>
              </a:rPr>
              <a:t> </a:t>
            </a:r>
            <a:r>
              <a:rPr sz="2100">
                <a:latin typeface="Arial"/>
                <a:cs typeface="Arial"/>
              </a:rPr>
              <a:t>at</a:t>
            </a:r>
            <a:r>
              <a:rPr sz="2100" spc="10">
                <a:latin typeface="Arial"/>
                <a:cs typeface="Arial"/>
              </a:rPr>
              <a:t> </a:t>
            </a:r>
            <a:r>
              <a:rPr sz="2100">
                <a:latin typeface="Arial"/>
                <a:cs typeface="Arial"/>
              </a:rPr>
              <a:t>least</a:t>
            </a:r>
            <a:r>
              <a:rPr sz="2100" spc="20">
                <a:latin typeface="Arial"/>
                <a:cs typeface="Arial"/>
              </a:rPr>
              <a:t> </a:t>
            </a:r>
            <a:r>
              <a:rPr sz="2100">
                <a:latin typeface="Arial"/>
                <a:cs typeface="Arial"/>
              </a:rPr>
              <a:t>one</a:t>
            </a:r>
            <a:r>
              <a:rPr sz="2100" spc="5">
                <a:latin typeface="Arial"/>
                <a:cs typeface="Arial"/>
              </a:rPr>
              <a:t> </a:t>
            </a:r>
            <a:r>
              <a:rPr sz="2100">
                <a:latin typeface="Arial"/>
                <a:cs typeface="Arial"/>
              </a:rPr>
              <a:t>character</a:t>
            </a:r>
            <a:r>
              <a:rPr sz="2100" spc="30">
                <a:latin typeface="Arial"/>
                <a:cs typeface="Arial"/>
              </a:rPr>
              <a:t> </a:t>
            </a:r>
            <a:r>
              <a:rPr sz="2100" spc="35">
                <a:latin typeface="Arial"/>
                <a:cs typeface="Arial"/>
              </a:rPr>
              <a:t>from</a:t>
            </a:r>
            <a:endParaRPr sz="2100">
              <a:latin typeface="Arial"/>
              <a:cs typeface="Arial"/>
            </a:endParaRPr>
          </a:p>
          <a:p>
            <a:pPr marL="241300">
              <a:lnSpc>
                <a:spcPts val="2395"/>
              </a:lnSpc>
            </a:pPr>
            <a:r>
              <a:rPr sz="2100">
                <a:latin typeface="Arial"/>
                <a:cs typeface="Arial"/>
              </a:rPr>
              <a:t>each</a:t>
            </a:r>
            <a:r>
              <a:rPr sz="2100" spc="10">
                <a:latin typeface="Arial"/>
                <a:cs typeface="Arial"/>
              </a:rPr>
              <a:t> </a:t>
            </a:r>
            <a:r>
              <a:rPr sz="2100" spc="85">
                <a:latin typeface="Arial"/>
                <a:cs typeface="Arial"/>
              </a:rPr>
              <a:t>of</a:t>
            </a:r>
            <a:r>
              <a:rPr sz="2100" spc="20">
                <a:latin typeface="Arial"/>
                <a:cs typeface="Arial"/>
              </a:rPr>
              <a:t> </a:t>
            </a:r>
            <a:r>
              <a:rPr sz="2100">
                <a:latin typeface="Arial"/>
                <a:cs typeface="Arial"/>
              </a:rPr>
              <a:t>the</a:t>
            </a:r>
            <a:r>
              <a:rPr sz="2100" spc="40">
                <a:latin typeface="Arial"/>
                <a:cs typeface="Arial"/>
              </a:rPr>
              <a:t> </a:t>
            </a:r>
            <a:r>
              <a:rPr sz="2100">
                <a:latin typeface="Arial"/>
                <a:cs typeface="Arial"/>
              </a:rPr>
              <a:t>following</a:t>
            </a:r>
            <a:r>
              <a:rPr sz="2100" spc="20">
                <a:latin typeface="Arial"/>
                <a:cs typeface="Arial"/>
              </a:rPr>
              <a:t> </a:t>
            </a:r>
            <a:r>
              <a:rPr sz="2100" spc="-10">
                <a:latin typeface="Arial"/>
                <a:cs typeface="Arial"/>
              </a:rPr>
              <a:t>groups:</a:t>
            </a:r>
            <a:endParaRPr sz="2100">
              <a:latin typeface="Arial"/>
              <a:cs typeface="Arial"/>
            </a:endParaRPr>
          </a:p>
          <a:p>
            <a:pPr marL="697865" lvl="1" indent="-227965">
              <a:lnSpc>
                <a:spcPct val="100000"/>
              </a:lnSpc>
              <a:spcBef>
                <a:spcPts val="305"/>
              </a:spcBef>
              <a:buChar char="•"/>
              <a:tabLst>
                <a:tab pos="697865" algn="l"/>
              </a:tabLst>
            </a:pPr>
            <a:r>
              <a:rPr sz="1800">
                <a:latin typeface="Arial"/>
                <a:cs typeface="Arial"/>
              </a:rPr>
              <a:t>lower</a:t>
            </a:r>
            <a:r>
              <a:rPr sz="1800" spc="-50">
                <a:latin typeface="Arial"/>
                <a:cs typeface="Arial"/>
              </a:rPr>
              <a:t> </a:t>
            </a:r>
            <a:r>
              <a:rPr sz="1800">
                <a:latin typeface="Arial"/>
                <a:cs typeface="Arial"/>
              </a:rPr>
              <a:t>case</a:t>
            </a:r>
            <a:r>
              <a:rPr sz="1800" spc="-65">
                <a:latin typeface="Arial"/>
                <a:cs typeface="Arial"/>
              </a:rPr>
              <a:t> </a:t>
            </a:r>
            <a:r>
              <a:rPr sz="1800" spc="-10">
                <a:latin typeface="Arial"/>
                <a:cs typeface="Arial"/>
              </a:rPr>
              <a:t>alphabet</a:t>
            </a:r>
            <a:endParaRPr sz="1800">
              <a:latin typeface="Arial"/>
              <a:cs typeface="Arial"/>
            </a:endParaRPr>
          </a:p>
          <a:p>
            <a:pPr marL="697865" lvl="1" indent="-227965">
              <a:lnSpc>
                <a:spcPct val="100000"/>
              </a:lnSpc>
              <a:spcBef>
                <a:spcPts val="290"/>
              </a:spcBef>
              <a:buChar char="•"/>
              <a:tabLst>
                <a:tab pos="697865" algn="l"/>
              </a:tabLst>
            </a:pPr>
            <a:r>
              <a:rPr sz="1800">
                <a:latin typeface="Arial"/>
                <a:cs typeface="Arial"/>
              </a:rPr>
              <a:t>upper</a:t>
            </a:r>
            <a:r>
              <a:rPr sz="1800" spc="-80">
                <a:latin typeface="Arial"/>
                <a:cs typeface="Arial"/>
              </a:rPr>
              <a:t> </a:t>
            </a:r>
            <a:r>
              <a:rPr sz="1800">
                <a:latin typeface="Arial"/>
                <a:cs typeface="Arial"/>
              </a:rPr>
              <a:t>case</a:t>
            </a:r>
            <a:r>
              <a:rPr sz="1800" spc="-105">
                <a:latin typeface="Arial"/>
                <a:cs typeface="Arial"/>
              </a:rPr>
              <a:t> </a:t>
            </a:r>
            <a:r>
              <a:rPr sz="1800" spc="-10">
                <a:latin typeface="Arial"/>
                <a:cs typeface="Arial"/>
              </a:rPr>
              <a:t>alphabet</a:t>
            </a:r>
            <a:endParaRPr sz="1800">
              <a:latin typeface="Arial"/>
              <a:cs typeface="Arial"/>
            </a:endParaRPr>
          </a:p>
          <a:p>
            <a:pPr marL="697865" lvl="1" indent="-227965">
              <a:lnSpc>
                <a:spcPct val="100000"/>
              </a:lnSpc>
              <a:spcBef>
                <a:spcPts val="275"/>
              </a:spcBef>
              <a:buChar char="•"/>
              <a:tabLst>
                <a:tab pos="697865" algn="l"/>
              </a:tabLst>
            </a:pPr>
            <a:r>
              <a:rPr sz="1800" spc="-10">
                <a:latin typeface="Arial"/>
                <a:cs typeface="Arial"/>
              </a:rPr>
              <a:t>digit</a:t>
            </a:r>
            <a:endParaRPr sz="1800">
              <a:latin typeface="Arial"/>
              <a:cs typeface="Arial"/>
            </a:endParaRPr>
          </a:p>
          <a:p>
            <a:pPr marL="697865" lvl="1" indent="-227965">
              <a:lnSpc>
                <a:spcPct val="100000"/>
              </a:lnSpc>
              <a:spcBef>
                <a:spcPts val="285"/>
              </a:spcBef>
              <a:buChar char="•"/>
              <a:tabLst>
                <a:tab pos="697865" algn="l"/>
              </a:tabLst>
            </a:pPr>
            <a:r>
              <a:rPr sz="1800">
                <a:latin typeface="Arial"/>
                <a:cs typeface="Arial"/>
              </a:rPr>
              <a:t>special</a:t>
            </a:r>
            <a:r>
              <a:rPr sz="1800" spc="-45">
                <a:latin typeface="Arial"/>
                <a:cs typeface="Arial"/>
              </a:rPr>
              <a:t> </a:t>
            </a:r>
            <a:r>
              <a:rPr sz="1800">
                <a:latin typeface="Arial"/>
                <a:cs typeface="Arial"/>
              </a:rPr>
              <a:t>characters</a:t>
            </a:r>
            <a:r>
              <a:rPr sz="1800" spc="-70">
                <a:latin typeface="Arial"/>
                <a:cs typeface="Arial"/>
              </a:rPr>
              <a:t> </a:t>
            </a:r>
            <a:r>
              <a:rPr sz="1800" spc="-65">
                <a:latin typeface="Arial"/>
                <a:cs typeface="Arial"/>
              </a:rPr>
              <a:t>(!,</a:t>
            </a:r>
            <a:r>
              <a:rPr sz="1800" spc="-40">
                <a:latin typeface="Arial"/>
                <a:cs typeface="Arial"/>
              </a:rPr>
              <a:t> </a:t>
            </a:r>
            <a:r>
              <a:rPr sz="1800" spc="-195">
                <a:latin typeface="Arial"/>
                <a:cs typeface="Arial"/>
              </a:rPr>
              <a:t>@,</a:t>
            </a:r>
            <a:r>
              <a:rPr sz="1800" spc="-45">
                <a:latin typeface="Arial"/>
                <a:cs typeface="Arial"/>
              </a:rPr>
              <a:t> </a:t>
            </a:r>
            <a:r>
              <a:rPr sz="1800">
                <a:latin typeface="Arial"/>
                <a:cs typeface="Arial"/>
              </a:rPr>
              <a:t>#,</a:t>
            </a:r>
            <a:r>
              <a:rPr sz="1800" spc="-45">
                <a:latin typeface="Arial"/>
                <a:cs typeface="Arial"/>
              </a:rPr>
              <a:t> </a:t>
            </a:r>
            <a:r>
              <a:rPr sz="1800" spc="-80">
                <a:latin typeface="Arial"/>
                <a:cs typeface="Arial"/>
              </a:rPr>
              <a:t>$,</a:t>
            </a:r>
            <a:r>
              <a:rPr sz="1800" spc="-45">
                <a:latin typeface="Arial"/>
                <a:cs typeface="Arial"/>
              </a:rPr>
              <a:t> </a:t>
            </a:r>
            <a:r>
              <a:rPr sz="1800" spc="-229">
                <a:latin typeface="Arial"/>
                <a:cs typeface="Arial"/>
              </a:rPr>
              <a:t>%,</a:t>
            </a:r>
            <a:r>
              <a:rPr sz="1800" spc="-45">
                <a:latin typeface="Arial"/>
                <a:cs typeface="Arial"/>
              </a:rPr>
              <a:t> </a:t>
            </a:r>
            <a:r>
              <a:rPr sz="1800" spc="-140">
                <a:latin typeface="Arial"/>
                <a:cs typeface="Arial"/>
              </a:rPr>
              <a:t>^,</a:t>
            </a:r>
            <a:r>
              <a:rPr sz="1800" spc="-50">
                <a:latin typeface="Arial"/>
                <a:cs typeface="Arial"/>
              </a:rPr>
              <a:t> </a:t>
            </a:r>
            <a:r>
              <a:rPr sz="1800" spc="-120">
                <a:latin typeface="Arial"/>
                <a:cs typeface="Arial"/>
              </a:rPr>
              <a:t>&amp;,</a:t>
            </a:r>
            <a:r>
              <a:rPr sz="1800" spc="-30">
                <a:latin typeface="Arial"/>
                <a:cs typeface="Arial"/>
              </a:rPr>
              <a:t> </a:t>
            </a:r>
            <a:r>
              <a:rPr sz="1800" spc="-25">
                <a:latin typeface="Arial"/>
                <a:cs typeface="Arial"/>
              </a:rPr>
              <a:t>*)</a:t>
            </a:r>
            <a:endParaRPr sz="18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58</a:t>
            </a:fld>
            <a:endParaRPr spc="-25"/>
          </a:p>
        </p:txBody>
      </p:sp>
      <p:sp>
        <p:nvSpPr>
          <p:cNvPr id="3" name="object 3"/>
          <p:cNvSpPr txBox="1">
            <a:spLocks noGrp="1"/>
          </p:cNvSpPr>
          <p:nvPr>
            <p:ph type="title"/>
          </p:nvPr>
        </p:nvSpPr>
        <p:spPr>
          <a:xfrm>
            <a:off x="2622930" y="341121"/>
            <a:ext cx="6951345" cy="696595"/>
          </a:xfrm>
          <a:prstGeom prst="rect">
            <a:avLst/>
          </a:prstGeom>
        </p:spPr>
        <p:txBody>
          <a:bodyPr vert="horz" wrap="square" lIns="0" tIns="12700" rIns="0" bIns="0" rtlCol="0">
            <a:spAutoFit/>
          </a:bodyPr>
          <a:lstStyle/>
          <a:p>
            <a:pPr marL="12700">
              <a:lnSpc>
                <a:spcPct val="100000"/>
              </a:lnSpc>
              <a:spcBef>
                <a:spcPts val="100"/>
              </a:spcBef>
            </a:pPr>
            <a:r>
              <a:rPr sz="4400">
                <a:solidFill>
                  <a:srgbClr val="000000"/>
                </a:solidFill>
              </a:rPr>
              <a:t>Acceptance</a:t>
            </a:r>
            <a:r>
              <a:rPr sz="4400" spc="-215">
                <a:solidFill>
                  <a:srgbClr val="000000"/>
                </a:solidFill>
              </a:rPr>
              <a:t> </a:t>
            </a:r>
            <a:r>
              <a:rPr sz="4400" spc="-10">
                <a:solidFill>
                  <a:srgbClr val="000000"/>
                </a:solidFill>
              </a:rPr>
              <a:t>Criteria</a:t>
            </a:r>
            <a:r>
              <a:rPr sz="4400" spc="-215">
                <a:solidFill>
                  <a:srgbClr val="000000"/>
                </a:solidFill>
              </a:rPr>
              <a:t> </a:t>
            </a:r>
            <a:r>
              <a:rPr sz="4400" spc="-10">
                <a:solidFill>
                  <a:srgbClr val="000000"/>
                </a:solidFill>
              </a:rPr>
              <a:t>(cont’d)</a:t>
            </a:r>
            <a:endParaRPr sz="44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8590" y="1497533"/>
            <a:ext cx="10634958" cy="3143809"/>
          </a:xfrm>
          <a:prstGeom prst="rect">
            <a:avLst/>
          </a:prstGeom>
        </p:spPr>
        <p:txBody>
          <a:bodyPr vert="horz" wrap="square" lIns="0" tIns="12065" rIns="0" bIns="0" rtlCol="0" anchor="t">
            <a:spAutoFit/>
          </a:bodyPr>
          <a:lstStyle/>
          <a:p>
            <a:pPr marL="12700">
              <a:lnSpc>
                <a:spcPct val="100000"/>
              </a:lnSpc>
              <a:spcBef>
                <a:spcPts val="95"/>
              </a:spcBef>
            </a:pPr>
            <a:r>
              <a:rPr sz="2800">
                <a:latin typeface="Arial"/>
                <a:cs typeface="Arial"/>
              </a:rPr>
              <a:t>Acceptance</a:t>
            </a:r>
            <a:r>
              <a:rPr sz="2800" spc="25">
                <a:latin typeface="Arial"/>
                <a:cs typeface="Arial"/>
              </a:rPr>
              <a:t> </a:t>
            </a:r>
            <a:r>
              <a:rPr sz="2800">
                <a:latin typeface="Arial"/>
                <a:cs typeface="Arial"/>
              </a:rPr>
              <a:t>criteria</a:t>
            </a:r>
            <a:r>
              <a:rPr sz="2800" spc="20">
                <a:latin typeface="Arial"/>
                <a:cs typeface="Arial"/>
              </a:rPr>
              <a:t> </a:t>
            </a:r>
            <a:r>
              <a:rPr sz="2800">
                <a:latin typeface="Arial"/>
                <a:cs typeface="Arial"/>
              </a:rPr>
              <a:t>should</a:t>
            </a:r>
            <a:r>
              <a:rPr sz="2800" spc="15">
                <a:latin typeface="Arial"/>
                <a:cs typeface="Arial"/>
              </a:rPr>
              <a:t> </a:t>
            </a:r>
            <a:r>
              <a:rPr sz="2800" spc="-10">
                <a:latin typeface="Arial"/>
                <a:cs typeface="Arial"/>
              </a:rPr>
              <a:t>include:</a:t>
            </a:r>
            <a:endParaRPr sz="2800">
              <a:latin typeface="Arial"/>
              <a:cs typeface="Arial"/>
            </a:endParaRPr>
          </a:p>
          <a:p>
            <a:pPr>
              <a:lnSpc>
                <a:spcPct val="100000"/>
              </a:lnSpc>
              <a:spcBef>
                <a:spcPts val="530"/>
              </a:spcBef>
            </a:pPr>
            <a:endParaRPr sz="2800">
              <a:latin typeface="Arial"/>
              <a:cs typeface="Arial"/>
            </a:endParaRPr>
          </a:p>
          <a:p>
            <a:pPr marL="240665" indent="-227965">
              <a:lnSpc>
                <a:spcPct val="100000"/>
              </a:lnSpc>
              <a:spcBef>
                <a:spcPts val="5"/>
              </a:spcBef>
              <a:buFont typeface="Arial"/>
              <a:buChar char="•"/>
              <a:tabLst>
                <a:tab pos="240665" algn="l"/>
              </a:tabLst>
            </a:pPr>
            <a:r>
              <a:rPr sz="2400" b="1" spc="-50">
                <a:latin typeface="Arial"/>
                <a:cs typeface="Arial"/>
              </a:rPr>
              <a:t>Negative</a:t>
            </a:r>
            <a:r>
              <a:rPr sz="2400" b="1" spc="-45">
                <a:latin typeface="Arial"/>
                <a:cs typeface="Arial"/>
              </a:rPr>
              <a:t> </a:t>
            </a:r>
            <a:r>
              <a:rPr sz="2400">
                <a:latin typeface="Arial"/>
                <a:cs typeface="Arial"/>
              </a:rPr>
              <a:t>scenarios</a:t>
            </a:r>
            <a:r>
              <a:rPr sz="2400" spc="-55">
                <a:latin typeface="Arial"/>
                <a:cs typeface="Arial"/>
              </a:rPr>
              <a:t> </a:t>
            </a:r>
            <a:r>
              <a:rPr sz="2400" spc="95">
                <a:latin typeface="Arial"/>
                <a:cs typeface="Arial"/>
              </a:rPr>
              <a:t>of</a:t>
            </a:r>
            <a:r>
              <a:rPr sz="2400" spc="-60">
                <a:latin typeface="Arial"/>
                <a:cs typeface="Arial"/>
              </a:rPr>
              <a:t> </a:t>
            </a:r>
            <a:r>
              <a:rPr sz="2400">
                <a:latin typeface="Arial"/>
                <a:cs typeface="Arial"/>
              </a:rPr>
              <a:t>the</a:t>
            </a:r>
            <a:r>
              <a:rPr sz="2400" spc="-55">
                <a:latin typeface="Arial"/>
                <a:cs typeface="Arial"/>
              </a:rPr>
              <a:t> </a:t>
            </a:r>
            <a:r>
              <a:rPr sz="2400" spc="-10">
                <a:latin typeface="Arial"/>
                <a:cs typeface="Arial"/>
              </a:rPr>
              <a:t>functionality</a:t>
            </a:r>
            <a:endParaRPr sz="2400">
              <a:latin typeface="Arial"/>
              <a:cs typeface="Arial"/>
            </a:endParaRPr>
          </a:p>
          <a:p>
            <a:pPr marL="240665" indent="-227965">
              <a:lnSpc>
                <a:spcPct val="100000"/>
              </a:lnSpc>
              <a:spcBef>
                <a:spcPts val="720"/>
              </a:spcBef>
              <a:buFont typeface="Arial"/>
              <a:buChar char="•"/>
              <a:tabLst>
                <a:tab pos="240665" algn="l"/>
              </a:tabLst>
            </a:pPr>
            <a:r>
              <a:rPr sz="2400" b="1" spc="-95">
                <a:latin typeface="Arial"/>
                <a:cs typeface="Arial"/>
              </a:rPr>
              <a:t>Functional</a:t>
            </a:r>
            <a:r>
              <a:rPr sz="2400" b="1" spc="-75">
                <a:latin typeface="Arial"/>
                <a:cs typeface="Arial"/>
              </a:rPr>
              <a:t> </a:t>
            </a:r>
            <a:r>
              <a:rPr sz="2400">
                <a:latin typeface="Arial"/>
                <a:cs typeface="Arial"/>
              </a:rPr>
              <a:t>and</a:t>
            </a:r>
            <a:r>
              <a:rPr sz="2400" spc="-105">
                <a:latin typeface="Arial"/>
                <a:cs typeface="Arial"/>
              </a:rPr>
              <a:t> </a:t>
            </a:r>
            <a:r>
              <a:rPr sz="2400" b="1" spc="-65">
                <a:latin typeface="Arial"/>
                <a:cs typeface="Arial"/>
              </a:rPr>
              <a:t>non-</a:t>
            </a:r>
            <a:r>
              <a:rPr sz="2400" b="1" spc="-60">
                <a:latin typeface="Arial"/>
                <a:cs typeface="Arial"/>
              </a:rPr>
              <a:t>functional</a:t>
            </a:r>
            <a:r>
              <a:rPr sz="2400" b="1" spc="-65">
                <a:latin typeface="Arial"/>
                <a:cs typeface="Arial"/>
              </a:rPr>
              <a:t> </a:t>
            </a:r>
            <a:r>
              <a:rPr sz="2400">
                <a:latin typeface="Arial"/>
                <a:cs typeface="Arial"/>
              </a:rPr>
              <a:t>use</a:t>
            </a:r>
            <a:r>
              <a:rPr sz="2400" spc="-75">
                <a:latin typeface="Arial"/>
                <a:cs typeface="Arial"/>
              </a:rPr>
              <a:t> </a:t>
            </a:r>
            <a:r>
              <a:rPr sz="2400" spc="-10">
                <a:latin typeface="Arial"/>
                <a:cs typeface="Arial"/>
              </a:rPr>
              <a:t>cases</a:t>
            </a:r>
            <a:endParaRPr sz="2400">
              <a:latin typeface="Arial"/>
              <a:cs typeface="Arial"/>
            </a:endParaRPr>
          </a:p>
          <a:p>
            <a:pPr marL="240665" indent="-227965">
              <a:lnSpc>
                <a:spcPct val="100000"/>
              </a:lnSpc>
              <a:spcBef>
                <a:spcPts val="710"/>
              </a:spcBef>
              <a:buFont typeface="Arial"/>
              <a:buChar char="•"/>
              <a:tabLst>
                <a:tab pos="240665" algn="l"/>
              </a:tabLst>
            </a:pPr>
            <a:r>
              <a:rPr sz="2400" b="1" spc="-65">
                <a:latin typeface="Arial"/>
                <a:cs typeface="Arial"/>
              </a:rPr>
              <a:t>Performance</a:t>
            </a:r>
            <a:r>
              <a:rPr sz="2400" b="1" spc="-70">
                <a:latin typeface="Arial"/>
                <a:cs typeface="Arial"/>
              </a:rPr>
              <a:t> </a:t>
            </a:r>
            <a:r>
              <a:rPr sz="2400">
                <a:latin typeface="Arial"/>
                <a:cs typeface="Arial"/>
              </a:rPr>
              <a:t>concerns</a:t>
            </a:r>
            <a:r>
              <a:rPr sz="2400" spc="-55">
                <a:latin typeface="Arial"/>
                <a:cs typeface="Arial"/>
              </a:rPr>
              <a:t> </a:t>
            </a:r>
            <a:r>
              <a:rPr sz="2400">
                <a:latin typeface="Arial"/>
                <a:cs typeface="Arial"/>
              </a:rPr>
              <a:t>and</a:t>
            </a:r>
            <a:r>
              <a:rPr sz="2400" spc="-80">
                <a:latin typeface="Arial"/>
                <a:cs typeface="Arial"/>
              </a:rPr>
              <a:t> </a:t>
            </a:r>
            <a:r>
              <a:rPr sz="2400" spc="-10">
                <a:latin typeface="Arial"/>
                <a:cs typeface="Arial"/>
              </a:rPr>
              <a:t>guidelines</a:t>
            </a:r>
            <a:endParaRPr sz="2400">
              <a:latin typeface="Arial"/>
              <a:cs typeface="Arial"/>
            </a:endParaRPr>
          </a:p>
          <a:p>
            <a:pPr marL="240665" indent="-227965">
              <a:lnSpc>
                <a:spcPct val="100000"/>
              </a:lnSpc>
              <a:spcBef>
                <a:spcPts val="705"/>
              </a:spcBef>
              <a:buChar char="•"/>
              <a:tabLst>
                <a:tab pos="240665" algn="l"/>
              </a:tabLst>
            </a:pPr>
            <a:r>
              <a:rPr sz="2400" spc="-10">
                <a:latin typeface="Arial"/>
                <a:cs typeface="Arial"/>
              </a:rPr>
              <a:t>What</a:t>
            </a:r>
            <a:r>
              <a:rPr sz="2400" spc="35">
                <a:latin typeface="Arial"/>
                <a:cs typeface="Arial"/>
              </a:rPr>
              <a:t> </a:t>
            </a:r>
            <a:r>
              <a:rPr sz="2400">
                <a:latin typeface="Arial"/>
                <a:cs typeface="Arial"/>
              </a:rPr>
              <a:t>the</a:t>
            </a:r>
            <a:r>
              <a:rPr sz="2400" spc="65">
                <a:latin typeface="Arial"/>
                <a:cs typeface="Arial"/>
              </a:rPr>
              <a:t> </a:t>
            </a:r>
            <a:r>
              <a:rPr sz="2400">
                <a:latin typeface="Arial"/>
                <a:cs typeface="Arial"/>
              </a:rPr>
              <a:t>system/feature</a:t>
            </a:r>
            <a:r>
              <a:rPr sz="2400" spc="75">
                <a:latin typeface="Arial"/>
                <a:cs typeface="Arial"/>
              </a:rPr>
              <a:t> </a:t>
            </a:r>
            <a:r>
              <a:rPr sz="2400">
                <a:latin typeface="Arial"/>
                <a:cs typeface="Arial"/>
              </a:rPr>
              <a:t>intends</a:t>
            </a:r>
            <a:r>
              <a:rPr sz="2400" spc="75">
                <a:latin typeface="Arial"/>
                <a:cs typeface="Arial"/>
              </a:rPr>
              <a:t> </a:t>
            </a:r>
            <a:r>
              <a:rPr sz="2400" spc="65">
                <a:latin typeface="Arial"/>
                <a:cs typeface="Arial"/>
              </a:rPr>
              <a:t>to</a:t>
            </a:r>
            <a:r>
              <a:rPr sz="2400" spc="45">
                <a:latin typeface="Arial"/>
                <a:cs typeface="Arial"/>
              </a:rPr>
              <a:t> </a:t>
            </a:r>
            <a:r>
              <a:rPr sz="2400" spc="-25">
                <a:latin typeface="Arial"/>
                <a:cs typeface="Arial"/>
              </a:rPr>
              <a:t>do</a:t>
            </a:r>
            <a:endParaRPr sz="2400">
              <a:latin typeface="Arial"/>
              <a:cs typeface="Arial"/>
            </a:endParaRPr>
          </a:p>
          <a:p>
            <a:pPr marL="240665" indent="-227965">
              <a:lnSpc>
                <a:spcPct val="100000"/>
              </a:lnSpc>
              <a:spcBef>
                <a:spcPts val="710"/>
              </a:spcBef>
              <a:buFont typeface="Arial"/>
              <a:buChar char="•"/>
              <a:tabLst>
                <a:tab pos="240665" algn="l"/>
              </a:tabLst>
            </a:pPr>
            <a:r>
              <a:rPr sz="2400" b="1" spc="-100">
                <a:latin typeface="Arial"/>
                <a:cs typeface="Arial"/>
              </a:rPr>
              <a:t>User</a:t>
            </a:r>
            <a:r>
              <a:rPr sz="2400" b="1" spc="-70">
                <a:latin typeface="Arial"/>
                <a:cs typeface="Arial"/>
              </a:rPr>
              <a:t> </a:t>
            </a:r>
            <a:r>
              <a:rPr sz="2400" b="1" spc="-75">
                <a:latin typeface="Arial"/>
                <a:cs typeface="Arial"/>
              </a:rPr>
              <a:t>experience</a:t>
            </a:r>
            <a:r>
              <a:rPr sz="2400" b="1" spc="-65">
                <a:latin typeface="Arial"/>
                <a:cs typeface="Arial"/>
              </a:rPr>
              <a:t> </a:t>
            </a:r>
            <a:r>
              <a:rPr lang="en-US" sz="2400" spc="-10">
                <a:latin typeface="Arial"/>
                <a:cs typeface="Arial"/>
              </a:rPr>
              <a:t>aspects</a:t>
            </a:r>
            <a:endParaRPr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59</a:t>
            </a:fld>
            <a:endParaRPr spc="-25"/>
          </a:p>
        </p:txBody>
      </p:sp>
      <p:sp>
        <p:nvSpPr>
          <p:cNvPr id="3" name="object 3"/>
          <p:cNvSpPr txBox="1">
            <a:spLocks noGrp="1"/>
          </p:cNvSpPr>
          <p:nvPr>
            <p:ph type="title"/>
          </p:nvPr>
        </p:nvSpPr>
        <p:spPr>
          <a:xfrm>
            <a:off x="2214498" y="222580"/>
            <a:ext cx="6957695" cy="697230"/>
          </a:xfrm>
          <a:prstGeom prst="rect">
            <a:avLst/>
          </a:prstGeom>
        </p:spPr>
        <p:txBody>
          <a:bodyPr vert="horz" wrap="square" lIns="0" tIns="13335" rIns="0" bIns="0" rtlCol="0">
            <a:spAutoFit/>
          </a:bodyPr>
          <a:lstStyle/>
          <a:p>
            <a:pPr marL="12700">
              <a:lnSpc>
                <a:spcPct val="100000"/>
              </a:lnSpc>
              <a:spcBef>
                <a:spcPts val="105"/>
              </a:spcBef>
            </a:pPr>
            <a:r>
              <a:rPr sz="4400">
                <a:solidFill>
                  <a:srgbClr val="000000"/>
                </a:solidFill>
              </a:rPr>
              <a:t>Acceptance</a:t>
            </a:r>
            <a:r>
              <a:rPr sz="4400" spc="-204">
                <a:solidFill>
                  <a:srgbClr val="000000"/>
                </a:solidFill>
              </a:rPr>
              <a:t> </a:t>
            </a:r>
            <a:r>
              <a:rPr sz="4400" spc="-10">
                <a:solidFill>
                  <a:srgbClr val="000000"/>
                </a:solidFill>
              </a:rPr>
              <a:t>Criteria</a:t>
            </a:r>
            <a:r>
              <a:rPr sz="4400" spc="-200">
                <a:solidFill>
                  <a:srgbClr val="000000"/>
                </a:solidFill>
              </a:rPr>
              <a:t> </a:t>
            </a:r>
            <a:r>
              <a:rPr sz="4400" spc="-10">
                <a:solidFill>
                  <a:srgbClr val="000000"/>
                </a:solidFill>
              </a:rPr>
              <a:t>(cont’d)</a:t>
            </a:r>
            <a:endParaRPr sz="4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1373611" y="0"/>
            <a:ext cx="818515" cy="6858000"/>
            <a:chOff x="11373611" y="0"/>
            <a:chExt cx="818515" cy="6858000"/>
          </a:xfrm>
        </p:grpSpPr>
        <p:sp>
          <p:nvSpPr>
            <p:cNvPr id="3" name="object 3"/>
            <p:cNvSpPr/>
            <p:nvPr/>
          </p:nvSpPr>
          <p:spPr>
            <a:xfrm>
              <a:off x="11373611" y="0"/>
              <a:ext cx="818515" cy="6858000"/>
            </a:xfrm>
            <a:custGeom>
              <a:avLst/>
              <a:gdLst/>
              <a:ahLst/>
              <a:cxnLst/>
              <a:rect l="l" t="t" r="r" b="b"/>
              <a:pathLst>
                <a:path w="818515" h="6858000">
                  <a:moveTo>
                    <a:pt x="818388" y="0"/>
                  </a:moveTo>
                  <a:lnTo>
                    <a:pt x="0" y="0"/>
                  </a:lnTo>
                  <a:lnTo>
                    <a:pt x="0" y="6857999"/>
                  </a:lnTo>
                  <a:lnTo>
                    <a:pt x="818388" y="6857999"/>
                  </a:lnTo>
                  <a:lnTo>
                    <a:pt x="818388" y="0"/>
                  </a:lnTo>
                  <a:close/>
                </a:path>
              </a:pathLst>
            </a:custGeom>
            <a:solidFill>
              <a:srgbClr val="FFDC00"/>
            </a:solidFill>
          </p:spPr>
          <p:txBody>
            <a:bodyPr wrap="square" lIns="0" tIns="0" rIns="0" bIns="0" rtlCol="0"/>
            <a:lstStyle/>
            <a:p>
              <a:endParaRPr/>
            </a:p>
          </p:txBody>
        </p:sp>
        <p:pic>
          <p:nvPicPr>
            <p:cNvPr id="4" name="object 4"/>
            <p:cNvPicPr/>
            <p:nvPr/>
          </p:nvPicPr>
          <p:blipFill>
            <a:blip r:embed="rId2" cstate="print"/>
            <a:stretch>
              <a:fillRect/>
            </a:stretch>
          </p:blipFill>
          <p:spPr>
            <a:xfrm>
              <a:off x="11507723" y="6140194"/>
              <a:ext cx="598931" cy="701040"/>
            </a:xfrm>
            <a:prstGeom prst="rect">
              <a:avLst/>
            </a:prstGeom>
          </p:spPr>
        </p:pic>
      </p:grpSp>
      <p:sp>
        <p:nvSpPr>
          <p:cNvPr id="5" name="object 5"/>
          <p:cNvSpPr txBox="1">
            <a:spLocks noGrp="1"/>
          </p:cNvSpPr>
          <p:nvPr>
            <p:ph type="title"/>
          </p:nvPr>
        </p:nvSpPr>
        <p:spPr>
          <a:xfrm>
            <a:off x="688340" y="2666822"/>
            <a:ext cx="3538220" cy="697230"/>
          </a:xfrm>
          <a:prstGeom prst="rect">
            <a:avLst/>
          </a:prstGeom>
        </p:spPr>
        <p:txBody>
          <a:bodyPr vert="horz" wrap="square" lIns="0" tIns="13335" rIns="0" bIns="0" rtlCol="0">
            <a:spAutoFit/>
          </a:bodyPr>
          <a:lstStyle/>
          <a:p>
            <a:pPr marL="12700">
              <a:lnSpc>
                <a:spcPct val="100000"/>
              </a:lnSpc>
              <a:spcBef>
                <a:spcPts val="105"/>
              </a:spcBef>
            </a:pPr>
            <a:r>
              <a:rPr sz="4400" b="1">
                <a:solidFill>
                  <a:srgbClr val="000000"/>
                </a:solidFill>
                <a:latin typeface="Arial"/>
                <a:cs typeface="Arial"/>
              </a:rPr>
              <a:t>Jira</a:t>
            </a:r>
            <a:r>
              <a:rPr sz="4400" b="1" spc="-15">
                <a:solidFill>
                  <a:srgbClr val="000000"/>
                </a:solidFill>
                <a:latin typeface="Arial"/>
                <a:cs typeface="Arial"/>
              </a:rPr>
              <a:t> </a:t>
            </a:r>
            <a:r>
              <a:rPr sz="4400" b="1" spc="-10">
                <a:solidFill>
                  <a:srgbClr val="000000"/>
                </a:solidFill>
                <a:latin typeface="Arial"/>
                <a:cs typeface="Arial"/>
              </a:rPr>
              <a:t>Software</a:t>
            </a:r>
            <a:endParaRPr sz="4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60</a:t>
            </a:fld>
            <a:endParaRPr spc="-25"/>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07853" y="1111961"/>
            <a:ext cx="10975974" cy="3834896"/>
          </a:xfrm>
          <a:prstGeom prst="rect">
            <a:avLst/>
          </a:prstGeom>
        </p:spPr>
        <p:txBody>
          <a:bodyPr vert="horz" wrap="square" lIns="0" tIns="12700" rIns="0" bIns="0" rtlCol="0" anchor="t">
            <a:spAutoFit/>
          </a:bodyPr>
          <a:lstStyle/>
          <a:p>
            <a:pPr marL="239395" indent="-226695" algn="l">
              <a:lnSpc>
                <a:spcPct val="100000"/>
              </a:lnSpc>
              <a:spcBef>
                <a:spcPts val="100"/>
              </a:spcBef>
              <a:buFont typeface="Arial"/>
              <a:buChar char="•"/>
              <a:tabLst>
                <a:tab pos="240029" algn="l"/>
              </a:tabLst>
            </a:pPr>
            <a:r>
              <a:rPr sz="2400">
                <a:latin typeface="Arial"/>
                <a:cs typeface="Arial"/>
              </a:rPr>
              <a:t>Jira</a:t>
            </a:r>
            <a:r>
              <a:rPr sz="2400" spc="-35">
                <a:latin typeface="Arial"/>
                <a:cs typeface="Arial"/>
              </a:rPr>
              <a:t> </a:t>
            </a:r>
            <a:r>
              <a:rPr sz="2400">
                <a:latin typeface="Arial"/>
                <a:cs typeface="Arial"/>
              </a:rPr>
              <a:t>Software</a:t>
            </a:r>
            <a:r>
              <a:rPr sz="2400" spc="-10">
                <a:latin typeface="Arial"/>
                <a:cs typeface="Arial"/>
              </a:rPr>
              <a:t> </a:t>
            </a:r>
            <a:r>
              <a:rPr sz="2400">
                <a:latin typeface="Arial"/>
                <a:cs typeface="Arial"/>
              </a:rPr>
              <a:t>is</a:t>
            </a:r>
            <a:r>
              <a:rPr sz="2400" spc="-20">
                <a:latin typeface="Arial"/>
                <a:cs typeface="Arial"/>
              </a:rPr>
              <a:t> </a:t>
            </a:r>
            <a:r>
              <a:rPr sz="2400">
                <a:latin typeface="Arial"/>
                <a:cs typeface="Arial"/>
              </a:rPr>
              <a:t>an</a:t>
            </a:r>
            <a:r>
              <a:rPr sz="2400" spc="-35">
                <a:latin typeface="Arial"/>
                <a:cs typeface="Arial"/>
              </a:rPr>
              <a:t> </a:t>
            </a:r>
            <a:r>
              <a:rPr sz="2400" b="1" spc="-50">
                <a:latin typeface="Arial"/>
                <a:cs typeface="Arial"/>
              </a:rPr>
              <a:t>agile</a:t>
            </a:r>
            <a:r>
              <a:rPr sz="2400" b="1" spc="-10">
                <a:latin typeface="Arial"/>
                <a:cs typeface="Arial"/>
              </a:rPr>
              <a:t> </a:t>
            </a:r>
            <a:r>
              <a:rPr sz="2400">
                <a:latin typeface="Arial"/>
                <a:cs typeface="Arial"/>
              </a:rPr>
              <a:t>project</a:t>
            </a:r>
            <a:r>
              <a:rPr sz="2400" spc="-5">
                <a:latin typeface="Arial"/>
                <a:cs typeface="Arial"/>
              </a:rPr>
              <a:t> </a:t>
            </a:r>
            <a:r>
              <a:rPr sz="2400">
                <a:latin typeface="Arial"/>
                <a:cs typeface="Arial"/>
              </a:rPr>
              <a:t>management</a:t>
            </a:r>
            <a:r>
              <a:rPr sz="2400" spc="-20">
                <a:latin typeface="Arial"/>
                <a:cs typeface="Arial"/>
              </a:rPr>
              <a:t> tool</a:t>
            </a:r>
            <a:endParaRPr sz="2400">
              <a:latin typeface="Arial"/>
              <a:cs typeface="Arial"/>
            </a:endParaRPr>
          </a:p>
          <a:p>
            <a:pPr algn="l">
              <a:lnSpc>
                <a:spcPct val="100000"/>
              </a:lnSpc>
              <a:spcBef>
                <a:spcPts val="1880"/>
              </a:spcBef>
              <a:buFont typeface="Arial"/>
              <a:buChar char="•"/>
            </a:pPr>
            <a:endParaRPr sz="2400">
              <a:latin typeface="Arial"/>
              <a:cs typeface="Arial"/>
            </a:endParaRPr>
          </a:p>
          <a:p>
            <a:pPr marL="239395" marR="582930" indent="-226695" algn="l">
              <a:lnSpc>
                <a:spcPts val="2590"/>
              </a:lnSpc>
              <a:buChar char="•"/>
              <a:tabLst>
                <a:tab pos="241300" algn="l"/>
              </a:tabLst>
            </a:pPr>
            <a:r>
              <a:rPr sz="2400">
                <a:latin typeface="Arial"/>
                <a:cs typeface="Arial"/>
              </a:rPr>
              <a:t>Jira</a:t>
            </a:r>
            <a:r>
              <a:rPr sz="2400" spc="-30">
                <a:latin typeface="Arial"/>
                <a:cs typeface="Arial"/>
              </a:rPr>
              <a:t> </a:t>
            </a:r>
            <a:r>
              <a:rPr sz="2400">
                <a:latin typeface="Arial"/>
                <a:cs typeface="Arial"/>
              </a:rPr>
              <a:t>Software</a:t>
            </a:r>
            <a:r>
              <a:rPr sz="2400" spc="-5">
                <a:latin typeface="Arial"/>
                <a:cs typeface="Arial"/>
              </a:rPr>
              <a:t> </a:t>
            </a:r>
            <a:r>
              <a:rPr sz="2400">
                <a:latin typeface="Arial"/>
                <a:cs typeface="Arial"/>
              </a:rPr>
              <a:t>supports</a:t>
            </a:r>
            <a:r>
              <a:rPr sz="2400" spc="15">
                <a:latin typeface="Arial"/>
                <a:cs typeface="Arial"/>
              </a:rPr>
              <a:t> </a:t>
            </a:r>
            <a:r>
              <a:rPr sz="2400" spc="-20">
                <a:latin typeface="Arial"/>
                <a:cs typeface="Arial"/>
              </a:rPr>
              <a:t>any </a:t>
            </a:r>
            <a:r>
              <a:rPr sz="2400">
                <a:latin typeface="Arial"/>
                <a:cs typeface="Arial"/>
              </a:rPr>
              <a:t>agile</a:t>
            </a:r>
            <a:r>
              <a:rPr sz="2400" spc="-25">
                <a:latin typeface="Arial"/>
                <a:cs typeface="Arial"/>
              </a:rPr>
              <a:t> </a:t>
            </a:r>
            <a:r>
              <a:rPr sz="2400" spc="-10">
                <a:latin typeface="Arial"/>
                <a:cs typeface="Arial"/>
              </a:rPr>
              <a:t>project </a:t>
            </a:r>
            <a:r>
              <a:rPr sz="2400">
                <a:latin typeface="Arial"/>
                <a:cs typeface="Arial"/>
              </a:rPr>
              <a:t>management</a:t>
            </a:r>
            <a:r>
              <a:rPr sz="2400" spc="-20">
                <a:latin typeface="Arial"/>
                <a:cs typeface="Arial"/>
              </a:rPr>
              <a:t> </a:t>
            </a:r>
            <a:r>
              <a:rPr sz="2400">
                <a:latin typeface="Arial"/>
                <a:cs typeface="Arial"/>
              </a:rPr>
              <a:t>methodology</a:t>
            </a:r>
            <a:r>
              <a:rPr sz="2400" spc="5">
                <a:latin typeface="Arial"/>
                <a:cs typeface="Arial"/>
              </a:rPr>
              <a:t> </a:t>
            </a:r>
            <a:r>
              <a:rPr sz="2400">
                <a:latin typeface="Arial"/>
                <a:cs typeface="Arial"/>
              </a:rPr>
              <a:t>such</a:t>
            </a:r>
            <a:r>
              <a:rPr sz="2400" spc="-15">
                <a:latin typeface="Arial"/>
                <a:cs typeface="Arial"/>
              </a:rPr>
              <a:t> </a:t>
            </a:r>
            <a:r>
              <a:rPr sz="2400">
                <a:latin typeface="Arial"/>
                <a:cs typeface="Arial"/>
              </a:rPr>
              <a:t>as</a:t>
            </a:r>
            <a:r>
              <a:rPr sz="2400" spc="-10">
                <a:latin typeface="Arial"/>
                <a:cs typeface="Arial"/>
              </a:rPr>
              <a:t> </a:t>
            </a:r>
            <a:r>
              <a:rPr sz="2400" b="1" spc="-110">
                <a:latin typeface="Arial"/>
                <a:cs typeface="Arial"/>
              </a:rPr>
              <a:t>Scrum</a:t>
            </a:r>
            <a:r>
              <a:rPr sz="2400" b="1" spc="-40">
                <a:latin typeface="Arial"/>
                <a:cs typeface="Arial"/>
              </a:rPr>
              <a:t> </a:t>
            </a:r>
            <a:r>
              <a:rPr sz="2400" spc="-25">
                <a:latin typeface="Arial"/>
                <a:cs typeface="Arial"/>
              </a:rPr>
              <a:t>and </a:t>
            </a:r>
            <a:r>
              <a:rPr sz="2400" b="1" spc="-10">
                <a:latin typeface="Arial"/>
                <a:cs typeface="Arial"/>
              </a:rPr>
              <a:t>Kanban</a:t>
            </a:r>
            <a:endParaRPr sz="2400">
              <a:latin typeface="Arial"/>
              <a:cs typeface="Arial"/>
            </a:endParaRPr>
          </a:p>
          <a:p>
            <a:pPr algn="l">
              <a:lnSpc>
                <a:spcPct val="100000"/>
              </a:lnSpc>
              <a:spcBef>
                <a:spcPts val="1789"/>
              </a:spcBef>
              <a:buFont typeface="Arial"/>
              <a:buChar char="•"/>
            </a:pPr>
            <a:endParaRPr sz="2400">
              <a:latin typeface="Arial"/>
              <a:cs typeface="Arial"/>
            </a:endParaRPr>
          </a:p>
          <a:p>
            <a:pPr marL="239395" marR="282575" indent="-226695" algn="l">
              <a:lnSpc>
                <a:spcPct val="90100"/>
              </a:lnSpc>
              <a:buChar char="•"/>
              <a:tabLst>
                <a:tab pos="241300" algn="l"/>
              </a:tabLst>
            </a:pPr>
            <a:r>
              <a:rPr sz="2400">
                <a:latin typeface="Arial"/>
                <a:cs typeface="Arial"/>
              </a:rPr>
              <a:t>From</a:t>
            </a:r>
            <a:r>
              <a:rPr sz="2400" spc="-100">
                <a:latin typeface="Arial"/>
                <a:cs typeface="Arial"/>
              </a:rPr>
              <a:t> </a:t>
            </a:r>
            <a:r>
              <a:rPr sz="2400">
                <a:latin typeface="Arial"/>
                <a:cs typeface="Arial"/>
              </a:rPr>
              <a:t>agile</a:t>
            </a:r>
            <a:r>
              <a:rPr sz="2400" spc="-60">
                <a:latin typeface="Arial"/>
                <a:cs typeface="Arial"/>
              </a:rPr>
              <a:t> </a:t>
            </a:r>
            <a:r>
              <a:rPr sz="2400" b="1" spc="-100">
                <a:latin typeface="Arial"/>
                <a:cs typeface="Arial"/>
              </a:rPr>
              <a:t>boards</a:t>
            </a:r>
            <a:r>
              <a:rPr sz="2400" b="1" spc="-70">
                <a:latin typeface="Arial"/>
                <a:cs typeface="Arial"/>
              </a:rPr>
              <a:t> </a:t>
            </a:r>
            <a:r>
              <a:rPr sz="2400" spc="65">
                <a:latin typeface="Arial"/>
                <a:cs typeface="Arial"/>
              </a:rPr>
              <a:t>to</a:t>
            </a:r>
            <a:r>
              <a:rPr sz="2400" spc="-65">
                <a:latin typeface="Arial"/>
                <a:cs typeface="Arial"/>
              </a:rPr>
              <a:t> </a:t>
            </a:r>
            <a:r>
              <a:rPr sz="2400" b="1" spc="-90">
                <a:latin typeface="Arial"/>
                <a:cs typeface="Arial"/>
              </a:rPr>
              <a:t>reports</a:t>
            </a:r>
            <a:r>
              <a:rPr sz="2400" spc="-90">
                <a:latin typeface="Arial"/>
                <a:cs typeface="Arial"/>
              </a:rPr>
              <a:t>,</a:t>
            </a:r>
            <a:r>
              <a:rPr sz="2400" spc="-75">
                <a:latin typeface="Arial"/>
                <a:cs typeface="Arial"/>
              </a:rPr>
              <a:t> </a:t>
            </a:r>
            <a:r>
              <a:rPr sz="2400">
                <a:latin typeface="Arial"/>
                <a:cs typeface="Arial"/>
              </a:rPr>
              <a:t>you</a:t>
            </a:r>
            <a:r>
              <a:rPr sz="2400" spc="-70">
                <a:latin typeface="Arial"/>
                <a:cs typeface="Arial"/>
              </a:rPr>
              <a:t> </a:t>
            </a:r>
            <a:r>
              <a:rPr sz="2400">
                <a:latin typeface="Arial"/>
                <a:cs typeface="Arial"/>
              </a:rPr>
              <a:t>can</a:t>
            </a:r>
            <a:r>
              <a:rPr sz="2400" spc="-75">
                <a:latin typeface="Arial"/>
                <a:cs typeface="Arial"/>
              </a:rPr>
              <a:t> </a:t>
            </a:r>
            <a:r>
              <a:rPr sz="2400" b="1" spc="-110">
                <a:latin typeface="Arial"/>
                <a:cs typeface="Arial"/>
              </a:rPr>
              <a:t>plan</a:t>
            </a:r>
            <a:r>
              <a:rPr sz="2400" spc="-110">
                <a:latin typeface="Arial"/>
                <a:cs typeface="Arial"/>
              </a:rPr>
              <a:t>,</a:t>
            </a:r>
            <a:r>
              <a:rPr sz="2400" spc="-55">
                <a:latin typeface="Arial"/>
                <a:cs typeface="Arial"/>
              </a:rPr>
              <a:t> </a:t>
            </a:r>
            <a:r>
              <a:rPr sz="2400" b="1" spc="-35">
                <a:latin typeface="Arial"/>
                <a:cs typeface="Arial"/>
              </a:rPr>
              <a:t>track</a:t>
            </a:r>
            <a:r>
              <a:rPr sz="2400" spc="-35">
                <a:latin typeface="Arial"/>
                <a:cs typeface="Arial"/>
              </a:rPr>
              <a:t>, </a:t>
            </a:r>
            <a:r>
              <a:rPr sz="2400">
                <a:latin typeface="Arial"/>
                <a:cs typeface="Arial"/>
              </a:rPr>
              <a:t>and</a:t>
            </a:r>
            <a:r>
              <a:rPr sz="2400" spc="-55">
                <a:latin typeface="Arial"/>
                <a:cs typeface="Arial"/>
              </a:rPr>
              <a:t> </a:t>
            </a:r>
            <a:r>
              <a:rPr sz="2400" b="1" spc="-80">
                <a:latin typeface="Arial"/>
                <a:cs typeface="Arial"/>
              </a:rPr>
              <a:t>manage</a:t>
            </a:r>
            <a:r>
              <a:rPr sz="2400" b="1" spc="-25">
                <a:latin typeface="Arial"/>
                <a:cs typeface="Arial"/>
              </a:rPr>
              <a:t> </a:t>
            </a:r>
            <a:r>
              <a:rPr sz="2400">
                <a:latin typeface="Arial"/>
                <a:cs typeface="Arial"/>
              </a:rPr>
              <a:t>all</a:t>
            </a:r>
            <a:r>
              <a:rPr sz="2400" spc="-40">
                <a:latin typeface="Arial"/>
                <a:cs typeface="Arial"/>
              </a:rPr>
              <a:t> </a:t>
            </a:r>
            <a:r>
              <a:rPr sz="2400">
                <a:latin typeface="Arial"/>
                <a:cs typeface="Arial"/>
              </a:rPr>
              <a:t>your</a:t>
            </a:r>
            <a:r>
              <a:rPr sz="2400" spc="-30">
                <a:latin typeface="Arial"/>
                <a:cs typeface="Arial"/>
              </a:rPr>
              <a:t> </a:t>
            </a:r>
            <a:r>
              <a:rPr sz="2400">
                <a:latin typeface="Arial"/>
                <a:cs typeface="Arial"/>
              </a:rPr>
              <a:t>agile</a:t>
            </a:r>
            <a:r>
              <a:rPr sz="2400" spc="-30">
                <a:latin typeface="Arial"/>
                <a:cs typeface="Arial"/>
              </a:rPr>
              <a:t> </a:t>
            </a:r>
            <a:r>
              <a:rPr sz="2400">
                <a:latin typeface="Arial"/>
                <a:cs typeface="Arial"/>
              </a:rPr>
              <a:t>software</a:t>
            </a:r>
            <a:r>
              <a:rPr sz="2400" spc="-20">
                <a:latin typeface="Arial"/>
                <a:cs typeface="Arial"/>
              </a:rPr>
              <a:t> </a:t>
            </a:r>
            <a:r>
              <a:rPr sz="2400" spc="-10">
                <a:latin typeface="Arial"/>
                <a:cs typeface="Arial"/>
              </a:rPr>
              <a:t>development </a:t>
            </a:r>
            <a:r>
              <a:rPr sz="2400">
                <a:latin typeface="Arial"/>
                <a:cs typeface="Arial"/>
              </a:rPr>
              <a:t>projects</a:t>
            </a:r>
            <a:r>
              <a:rPr sz="2400" spc="-10">
                <a:latin typeface="Arial"/>
                <a:cs typeface="Arial"/>
              </a:rPr>
              <a:t> </a:t>
            </a:r>
            <a:r>
              <a:rPr sz="2400" spc="65">
                <a:latin typeface="Arial"/>
                <a:cs typeface="Arial"/>
              </a:rPr>
              <a:t>from</a:t>
            </a:r>
            <a:r>
              <a:rPr sz="2400" spc="-15">
                <a:latin typeface="Arial"/>
                <a:cs typeface="Arial"/>
              </a:rPr>
              <a:t> </a:t>
            </a:r>
            <a:r>
              <a:rPr sz="2400">
                <a:latin typeface="Arial"/>
                <a:cs typeface="Arial"/>
              </a:rPr>
              <a:t>a</a:t>
            </a:r>
            <a:r>
              <a:rPr sz="2400" spc="-30">
                <a:latin typeface="Arial"/>
                <a:cs typeface="Arial"/>
              </a:rPr>
              <a:t> </a:t>
            </a:r>
            <a:r>
              <a:rPr sz="2400">
                <a:latin typeface="Arial"/>
                <a:cs typeface="Arial"/>
              </a:rPr>
              <a:t>single</a:t>
            </a:r>
            <a:r>
              <a:rPr sz="2400" spc="5">
                <a:latin typeface="Arial"/>
                <a:cs typeface="Arial"/>
              </a:rPr>
              <a:t> </a:t>
            </a:r>
            <a:r>
              <a:rPr sz="2400" spc="-20">
                <a:latin typeface="Arial"/>
                <a:cs typeface="Arial"/>
              </a:rPr>
              <a:t>tool</a:t>
            </a:r>
            <a:endParaRPr sz="2400">
              <a:latin typeface="Arial"/>
              <a:cs typeface="Arial"/>
            </a:endParaRPr>
          </a:p>
          <a:p>
            <a:pPr algn="l">
              <a:lnSpc>
                <a:spcPct val="100000"/>
              </a:lnSpc>
              <a:spcBef>
                <a:spcPts val="1545"/>
              </a:spcBef>
              <a:buFont typeface="Arial"/>
              <a:buChar char="•"/>
            </a:pPr>
            <a:endParaRPr sz="2400">
              <a:latin typeface="Arial"/>
              <a:cs typeface="Arial"/>
            </a:endParaRPr>
          </a:p>
          <a:p>
            <a:pPr marL="239395" indent="-226695" algn="l">
              <a:lnSpc>
                <a:spcPts val="2735"/>
              </a:lnSpc>
              <a:spcBef>
                <a:spcPts val="5"/>
              </a:spcBef>
              <a:buChar char="•"/>
              <a:tabLst>
                <a:tab pos="240029" algn="l"/>
              </a:tabLst>
            </a:pPr>
            <a:r>
              <a:rPr sz="2400" spc="-114">
                <a:latin typeface="Arial"/>
                <a:cs typeface="Arial"/>
              </a:rPr>
              <a:t>See</a:t>
            </a:r>
            <a:r>
              <a:rPr sz="2400" spc="-70">
                <a:latin typeface="Arial"/>
                <a:cs typeface="Arial"/>
              </a:rPr>
              <a:t> </a:t>
            </a:r>
            <a:r>
              <a:rPr sz="2400" u="sng" spc="40">
                <a:solidFill>
                  <a:srgbClr val="006FC0"/>
                </a:solidFill>
                <a:uFill>
                  <a:solidFill>
                    <a:srgbClr val="006FC0"/>
                  </a:solidFill>
                </a:uFill>
                <a:latin typeface="Arial"/>
                <a:cs typeface="Arial"/>
                <a:hlinkClick r:id="rId2"/>
              </a:rPr>
              <a:t>https://www.atlassian.com/software/jira/agile</a:t>
            </a:r>
            <a:r>
              <a:rPr lang="en-US" sz="2400" spc="60">
                <a:solidFill>
                  <a:srgbClr val="000000"/>
                </a:solidFill>
                <a:latin typeface="Arial"/>
                <a:cs typeface="Arial"/>
              </a:rPr>
              <a:t> </a:t>
            </a:r>
            <a:r>
              <a:rPr sz="2400" spc="60">
                <a:latin typeface="Arial"/>
                <a:cs typeface="Arial"/>
              </a:rPr>
              <a:t>for</a:t>
            </a:r>
            <a:r>
              <a:rPr sz="2400" spc="-30">
                <a:latin typeface="Arial"/>
                <a:cs typeface="Arial"/>
              </a:rPr>
              <a:t> </a:t>
            </a:r>
            <a:r>
              <a:rPr sz="2400">
                <a:latin typeface="Arial"/>
                <a:cs typeface="Arial"/>
              </a:rPr>
              <a:t>more</a:t>
            </a:r>
            <a:r>
              <a:rPr sz="2400" spc="-25">
                <a:latin typeface="Arial"/>
                <a:cs typeface="Arial"/>
              </a:rPr>
              <a:t> </a:t>
            </a:r>
            <a:r>
              <a:rPr sz="2400" spc="-10">
                <a:latin typeface="Arial"/>
                <a:cs typeface="Arial"/>
              </a:rPr>
              <a:t>details</a:t>
            </a:r>
            <a:endParaRPr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61</a:t>
            </a:fld>
            <a:endParaRPr spc="-25"/>
          </a:p>
        </p:txBody>
      </p:sp>
      <p:sp>
        <p:nvSpPr>
          <p:cNvPr id="3" name="object 3"/>
          <p:cNvSpPr txBox="1">
            <a:spLocks noGrp="1"/>
          </p:cNvSpPr>
          <p:nvPr>
            <p:ph type="title"/>
          </p:nvPr>
        </p:nvSpPr>
        <p:spPr>
          <a:xfrm>
            <a:off x="4260850" y="148844"/>
            <a:ext cx="3336925" cy="696595"/>
          </a:xfrm>
          <a:prstGeom prst="rect">
            <a:avLst/>
          </a:prstGeom>
        </p:spPr>
        <p:txBody>
          <a:bodyPr vert="horz" wrap="square" lIns="0" tIns="12700" rIns="0" bIns="0" rtlCol="0">
            <a:spAutoFit/>
          </a:bodyPr>
          <a:lstStyle/>
          <a:p>
            <a:pPr marL="12700">
              <a:lnSpc>
                <a:spcPct val="100000"/>
              </a:lnSpc>
              <a:spcBef>
                <a:spcPts val="100"/>
              </a:spcBef>
            </a:pPr>
            <a:r>
              <a:rPr sz="4400" spc="70">
                <a:solidFill>
                  <a:srgbClr val="000000"/>
                </a:solidFill>
              </a:rPr>
              <a:t>Jira</a:t>
            </a:r>
            <a:r>
              <a:rPr sz="4400" spc="-165">
                <a:solidFill>
                  <a:srgbClr val="000000"/>
                </a:solidFill>
              </a:rPr>
              <a:t> </a:t>
            </a:r>
            <a:r>
              <a:rPr sz="4400" spc="-10">
                <a:solidFill>
                  <a:srgbClr val="000000"/>
                </a:solidFill>
              </a:rPr>
              <a:t>Software</a:t>
            </a:r>
            <a:endParaRPr sz="4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59991" y="870203"/>
            <a:ext cx="9272016" cy="5181600"/>
          </a:xfrm>
          <a:prstGeom prst="rect">
            <a:avLst/>
          </a:prstGeom>
        </p:spPr>
      </p:pic>
      <p:sp>
        <p:nvSpPr>
          <p:cNvPr id="3" name="object 3"/>
          <p:cNvSpPr txBox="1">
            <a:spLocks noGrp="1"/>
          </p:cNvSpPr>
          <p:nvPr>
            <p:ph type="title"/>
          </p:nvPr>
        </p:nvSpPr>
        <p:spPr>
          <a:prstGeom prst="rect">
            <a:avLst/>
          </a:prstGeom>
        </p:spPr>
        <p:txBody>
          <a:bodyPr vert="horz" wrap="square" lIns="0" tIns="12700" rIns="0" bIns="0" rtlCol="0">
            <a:spAutoFit/>
          </a:bodyPr>
          <a:lstStyle/>
          <a:p>
            <a:pPr marL="2663825">
              <a:lnSpc>
                <a:spcPct val="100000"/>
              </a:lnSpc>
              <a:spcBef>
                <a:spcPts val="100"/>
              </a:spcBef>
            </a:pPr>
            <a:r>
              <a:rPr sz="4400" spc="70">
                <a:solidFill>
                  <a:srgbClr val="000000"/>
                </a:solidFill>
              </a:rPr>
              <a:t>Jira</a:t>
            </a:r>
            <a:r>
              <a:rPr sz="4400" spc="-80">
                <a:solidFill>
                  <a:srgbClr val="000000"/>
                </a:solidFill>
              </a:rPr>
              <a:t> </a:t>
            </a:r>
            <a:r>
              <a:rPr sz="4400">
                <a:solidFill>
                  <a:srgbClr val="000000"/>
                </a:solidFill>
              </a:rPr>
              <a:t>Software</a:t>
            </a:r>
            <a:r>
              <a:rPr sz="4400" spc="-65">
                <a:solidFill>
                  <a:srgbClr val="000000"/>
                </a:solidFill>
              </a:rPr>
              <a:t> </a:t>
            </a:r>
            <a:r>
              <a:rPr sz="4400" spc="-10">
                <a:solidFill>
                  <a:srgbClr val="000000"/>
                </a:solidFill>
              </a:rPr>
              <a:t>(cont’d)</a:t>
            </a:r>
            <a:endParaRPr sz="44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62</a:t>
            </a:fld>
            <a:endParaRPr spc="-25"/>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3265" y="1038114"/>
            <a:ext cx="6753765" cy="335989"/>
          </a:xfrm>
          <a:prstGeom prst="rect">
            <a:avLst/>
          </a:prstGeom>
        </p:spPr>
        <p:txBody>
          <a:bodyPr vert="horz" wrap="square" lIns="0" tIns="12700" rIns="0" bIns="0" rtlCol="0" anchor="t">
            <a:spAutoFit/>
          </a:bodyPr>
          <a:lstStyle/>
          <a:p>
            <a:pPr marL="12700">
              <a:spcBef>
                <a:spcPts val="100"/>
              </a:spcBef>
            </a:pPr>
            <a:r>
              <a:rPr lang="en-US" sz="2100" b="1" spc="-75">
                <a:latin typeface="Arial"/>
                <a:cs typeface="Arial"/>
              </a:rPr>
              <a:t>Product Backlog – Software Requirements </a:t>
            </a:r>
            <a:endParaRPr sz="2100">
              <a:latin typeface="Arial"/>
              <a:cs typeface="Arial"/>
            </a:endParaRPr>
          </a:p>
        </p:txBody>
      </p:sp>
      <p:pic>
        <p:nvPicPr>
          <p:cNvPr id="3" name="object 3"/>
          <p:cNvPicPr/>
          <p:nvPr/>
        </p:nvPicPr>
        <p:blipFill>
          <a:blip r:embed="rId2" cstate="print"/>
          <a:stretch>
            <a:fillRect/>
          </a:stretch>
        </p:blipFill>
        <p:spPr>
          <a:xfrm>
            <a:off x="706007" y="1526755"/>
            <a:ext cx="10390027" cy="4594400"/>
          </a:xfrm>
          <a:prstGeom prst="rect">
            <a:avLst/>
          </a:prstGeom>
        </p:spPr>
      </p:pic>
      <p:sp>
        <p:nvSpPr>
          <p:cNvPr id="4" name="object 4"/>
          <p:cNvSpPr txBox="1">
            <a:spLocks noGrp="1"/>
          </p:cNvSpPr>
          <p:nvPr>
            <p:ph type="title"/>
          </p:nvPr>
        </p:nvSpPr>
        <p:spPr>
          <a:xfrm>
            <a:off x="3385820" y="186308"/>
            <a:ext cx="5390515" cy="696595"/>
          </a:xfrm>
          <a:prstGeom prst="rect">
            <a:avLst/>
          </a:prstGeom>
        </p:spPr>
        <p:txBody>
          <a:bodyPr vert="horz" wrap="square" lIns="0" tIns="12700" rIns="0" bIns="0" rtlCol="0">
            <a:spAutoFit/>
          </a:bodyPr>
          <a:lstStyle/>
          <a:p>
            <a:pPr marL="12700">
              <a:lnSpc>
                <a:spcPct val="100000"/>
              </a:lnSpc>
              <a:spcBef>
                <a:spcPts val="100"/>
              </a:spcBef>
            </a:pPr>
            <a:r>
              <a:rPr sz="4400" spc="70">
                <a:solidFill>
                  <a:srgbClr val="000000"/>
                </a:solidFill>
              </a:rPr>
              <a:t>Jira</a:t>
            </a:r>
            <a:r>
              <a:rPr sz="4400" spc="-80">
                <a:solidFill>
                  <a:srgbClr val="000000"/>
                </a:solidFill>
              </a:rPr>
              <a:t> </a:t>
            </a:r>
            <a:r>
              <a:rPr sz="4400">
                <a:solidFill>
                  <a:srgbClr val="000000"/>
                </a:solidFill>
              </a:rPr>
              <a:t>Software</a:t>
            </a:r>
            <a:r>
              <a:rPr sz="4400" spc="-65">
                <a:solidFill>
                  <a:srgbClr val="000000"/>
                </a:solidFill>
              </a:rPr>
              <a:t> </a:t>
            </a:r>
            <a:r>
              <a:rPr sz="4400" spc="-10">
                <a:solidFill>
                  <a:srgbClr val="000000"/>
                </a:solidFill>
              </a:rPr>
              <a:t>(cont’d)</a:t>
            </a:r>
            <a:endParaRPr sz="440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63</a:t>
            </a:fld>
            <a:endParaRPr spc="-25"/>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8567" y="2308291"/>
            <a:ext cx="6199151" cy="1705019"/>
          </a:xfrm>
          <a:prstGeom prst="rect">
            <a:avLst/>
          </a:prstGeom>
        </p:spPr>
        <p:txBody>
          <a:bodyPr vert="horz" wrap="square" lIns="0" tIns="12700" rIns="0" bIns="0" rtlCol="0">
            <a:spAutoFit/>
          </a:bodyPr>
          <a:lstStyle/>
          <a:p>
            <a:pPr marL="144780">
              <a:lnSpc>
                <a:spcPct val="100000"/>
              </a:lnSpc>
              <a:spcBef>
                <a:spcPts val="100"/>
              </a:spcBef>
            </a:pPr>
            <a:r>
              <a:rPr sz="2400">
                <a:latin typeface="Arial"/>
                <a:cs typeface="Arial"/>
              </a:rPr>
              <a:t>How</a:t>
            </a:r>
            <a:r>
              <a:rPr sz="2400" spc="-15">
                <a:latin typeface="Arial"/>
                <a:cs typeface="Arial"/>
              </a:rPr>
              <a:t> </a:t>
            </a:r>
            <a:r>
              <a:rPr sz="2400" spc="55">
                <a:latin typeface="Arial"/>
                <a:cs typeface="Arial"/>
              </a:rPr>
              <a:t>to</a:t>
            </a:r>
            <a:r>
              <a:rPr sz="2400">
                <a:latin typeface="Arial"/>
                <a:cs typeface="Arial"/>
              </a:rPr>
              <a:t> use</a:t>
            </a:r>
            <a:r>
              <a:rPr sz="2400" spc="-15">
                <a:latin typeface="Arial"/>
                <a:cs typeface="Arial"/>
              </a:rPr>
              <a:t> </a:t>
            </a:r>
            <a:r>
              <a:rPr sz="2400">
                <a:latin typeface="Arial"/>
                <a:cs typeface="Arial"/>
              </a:rPr>
              <a:t>Jira</a:t>
            </a:r>
            <a:r>
              <a:rPr sz="2400" spc="-10">
                <a:latin typeface="Arial"/>
                <a:cs typeface="Arial"/>
              </a:rPr>
              <a:t> Software</a:t>
            </a:r>
            <a:endParaRPr sz="2400">
              <a:latin typeface="Arial"/>
              <a:cs typeface="Arial"/>
            </a:endParaRPr>
          </a:p>
          <a:p>
            <a:pPr marL="241300" marR="5080" indent="-228600">
              <a:lnSpc>
                <a:spcPct val="180000"/>
              </a:lnSpc>
              <a:spcBef>
                <a:spcPts val="2340"/>
              </a:spcBef>
              <a:buChar char="•"/>
              <a:tabLst>
                <a:tab pos="241300" algn="l"/>
              </a:tabLst>
            </a:pPr>
            <a:r>
              <a:rPr sz="2000">
                <a:latin typeface="Arial"/>
                <a:cs typeface="Arial"/>
              </a:rPr>
              <a:t>Jira</a:t>
            </a:r>
            <a:r>
              <a:rPr sz="2000" spc="-25">
                <a:latin typeface="Arial"/>
                <a:cs typeface="Arial"/>
              </a:rPr>
              <a:t> </a:t>
            </a:r>
            <a:r>
              <a:rPr sz="2000">
                <a:latin typeface="Arial"/>
                <a:cs typeface="Arial"/>
              </a:rPr>
              <a:t>Software</a:t>
            </a:r>
            <a:r>
              <a:rPr sz="2000" spc="-60">
                <a:latin typeface="Arial"/>
                <a:cs typeface="Arial"/>
              </a:rPr>
              <a:t> </a:t>
            </a:r>
            <a:r>
              <a:rPr sz="2000" spc="-25">
                <a:latin typeface="Arial"/>
                <a:cs typeface="Arial"/>
              </a:rPr>
              <a:t>Guides</a:t>
            </a:r>
            <a:r>
              <a:rPr sz="2000" spc="-35">
                <a:latin typeface="Arial"/>
                <a:cs typeface="Arial"/>
              </a:rPr>
              <a:t> </a:t>
            </a:r>
            <a:r>
              <a:rPr sz="2000">
                <a:latin typeface="Arial"/>
                <a:cs typeface="Arial"/>
              </a:rPr>
              <a:t>and</a:t>
            </a:r>
            <a:r>
              <a:rPr sz="2000" spc="-50">
                <a:latin typeface="Arial"/>
                <a:cs typeface="Arial"/>
              </a:rPr>
              <a:t> </a:t>
            </a:r>
            <a:r>
              <a:rPr sz="2000" spc="-10">
                <a:latin typeface="Arial"/>
                <a:cs typeface="Arial"/>
              </a:rPr>
              <a:t>Tutorials </a:t>
            </a:r>
            <a:r>
              <a:rPr sz="2000" u="sng" spc="-10">
                <a:solidFill>
                  <a:srgbClr val="006FC0"/>
                </a:solidFill>
                <a:uFill>
                  <a:solidFill>
                    <a:srgbClr val="006FC0"/>
                  </a:solidFill>
                </a:uFill>
                <a:latin typeface="Arial"/>
                <a:cs typeface="Arial"/>
                <a:hlinkClick r:id="rId2"/>
              </a:rPr>
              <a:t>https://www.atlassian.com/software/jira/guides</a:t>
            </a:r>
            <a:endParaRPr sz="2000">
              <a:latin typeface="Arial"/>
              <a:cs typeface="Arial"/>
            </a:endParaRPr>
          </a:p>
        </p:txBody>
      </p:sp>
      <p:sp>
        <p:nvSpPr>
          <p:cNvPr id="3" name="object 3"/>
          <p:cNvSpPr txBox="1">
            <a:spLocks noGrp="1"/>
          </p:cNvSpPr>
          <p:nvPr>
            <p:ph type="title"/>
          </p:nvPr>
        </p:nvSpPr>
        <p:spPr>
          <a:xfrm>
            <a:off x="3397997" y="199032"/>
            <a:ext cx="5393055" cy="697230"/>
          </a:xfrm>
          <a:prstGeom prst="rect">
            <a:avLst/>
          </a:prstGeom>
        </p:spPr>
        <p:txBody>
          <a:bodyPr vert="horz" wrap="square" lIns="0" tIns="13335" rIns="0" bIns="0" rtlCol="0">
            <a:spAutoFit/>
          </a:bodyPr>
          <a:lstStyle/>
          <a:p>
            <a:pPr marL="12700">
              <a:lnSpc>
                <a:spcPct val="100000"/>
              </a:lnSpc>
              <a:spcBef>
                <a:spcPts val="105"/>
              </a:spcBef>
            </a:pPr>
            <a:r>
              <a:rPr sz="4400" spc="70">
                <a:solidFill>
                  <a:srgbClr val="000000"/>
                </a:solidFill>
              </a:rPr>
              <a:t>Jira</a:t>
            </a:r>
            <a:r>
              <a:rPr sz="4400" spc="-80">
                <a:solidFill>
                  <a:srgbClr val="000000"/>
                </a:solidFill>
              </a:rPr>
              <a:t> </a:t>
            </a:r>
            <a:r>
              <a:rPr sz="4400">
                <a:solidFill>
                  <a:srgbClr val="000000"/>
                </a:solidFill>
              </a:rPr>
              <a:t>Software</a:t>
            </a:r>
            <a:r>
              <a:rPr sz="4400" spc="-65">
                <a:solidFill>
                  <a:srgbClr val="000000"/>
                </a:solidFill>
              </a:rPr>
              <a:t> </a:t>
            </a:r>
            <a:r>
              <a:rPr sz="4400" spc="-10">
                <a:solidFill>
                  <a:srgbClr val="000000"/>
                </a:solidFill>
              </a:rPr>
              <a:t>(cont’d)</a:t>
            </a:r>
            <a:endParaRPr sz="4400"/>
          </a:p>
        </p:txBody>
      </p:sp>
      <p:pic>
        <p:nvPicPr>
          <p:cNvPr id="4" name="object 4"/>
          <p:cNvPicPr/>
          <p:nvPr/>
        </p:nvPicPr>
        <p:blipFill>
          <a:blip r:embed="rId3" cstate="print"/>
          <a:stretch>
            <a:fillRect/>
          </a:stretch>
        </p:blipFill>
        <p:spPr>
          <a:xfrm>
            <a:off x="868181" y="1175771"/>
            <a:ext cx="4363692" cy="4785828"/>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64</a:t>
            </a:fld>
            <a:endParaRPr spc="-25"/>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373611" y="0"/>
            <a:ext cx="818515" cy="6858000"/>
            <a:chOff x="11373611" y="0"/>
            <a:chExt cx="818515" cy="6858000"/>
          </a:xfrm>
        </p:grpSpPr>
        <p:sp>
          <p:nvSpPr>
            <p:cNvPr id="3" name="object 3"/>
            <p:cNvSpPr/>
            <p:nvPr/>
          </p:nvSpPr>
          <p:spPr>
            <a:xfrm>
              <a:off x="11373611" y="0"/>
              <a:ext cx="818515" cy="6858000"/>
            </a:xfrm>
            <a:custGeom>
              <a:avLst/>
              <a:gdLst/>
              <a:ahLst/>
              <a:cxnLst/>
              <a:rect l="l" t="t" r="r" b="b"/>
              <a:pathLst>
                <a:path w="818515" h="6858000">
                  <a:moveTo>
                    <a:pt x="818388" y="0"/>
                  </a:moveTo>
                  <a:lnTo>
                    <a:pt x="0" y="0"/>
                  </a:lnTo>
                  <a:lnTo>
                    <a:pt x="0" y="6857999"/>
                  </a:lnTo>
                  <a:lnTo>
                    <a:pt x="818388" y="6857999"/>
                  </a:lnTo>
                  <a:lnTo>
                    <a:pt x="818388" y="0"/>
                  </a:lnTo>
                  <a:close/>
                </a:path>
              </a:pathLst>
            </a:custGeom>
            <a:solidFill>
              <a:srgbClr val="FFDC00"/>
            </a:solidFill>
          </p:spPr>
          <p:txBody>
            <a:bodyPr wrap="square" lIns="0" tIns="0" rIns="0" bIns="0" rtlCol="0"/>
            <a:lstStyle/>
            <a:p>
              <a:endParaRPr/>
            </a:p>
          </p:txBody>
        </p:sp>
        <p:pic>
          <p:nvPicPr>
            <p:cNvPr id="4" name="object 4"/>
            <p:cNvPicPr/>
            <p:nvPr/>
          </p:nvPicPr>
          <p:blipFill>
            <a:blip r:embed="rId2" cstate="print"/>
            <a:stretch>
              <a:fillRect/>
            </a:stretch>
          </p:blipFill>
          <p:spPr>
            <a:xfrm>
              <a:off x="11507723" y="6140194"/>
              <a:ext cx="598931" cy="701040"/>
            </a:xfrm>
            <a:prstGeom prst="rect">
              <a:avLst/>
            </a:prstGeom>
          </p:spPr>
        </p:pic>
      </p:grpSp>
      <p:sp>
        <p:nvSpPr>
          <p:cNvPr id="5" name="object 5"/>
          <p:cNvSpPr txBox="1">
            <a:spLocks noGrp="1"/>
          </p:cNvSpPr>
          <p:nvPr>
            <p:ph type="title"/>
          </p:nvPr>
        </p:nvSpPr>
        <p:spPr>
          <a:xfrm>
            <a:off x="688340" y="2666822"/>
            <a:ext cx="6855460" cy="697230"/>
          </a:xfrm>
          <a:prstGeom prst="rect">
            <a:avLst/>
          </a:prstGeom>
        </p:spPr>
        <p:txBody>
          <a:bodyPr vert="horz" wrap="square" lIns="0" tIns="13335" rIns="0" bIns="0" rtlCol="0" anchor="t">
            <a:spAutoFit/>
          </a:bodyPr>
          <a:lstStyle/>
          <a:p>
            <a:pPr marL="12700">
              <a:lnSpc>
                <a:spcPct val="100000"/>
              </a:lnSpc>
              <a:spcBef>
                <a:spcPts val="105"/>
              </a:spcBef>
            </a:pPr>
            <a:r>
              <a:rPr lang="en-AU" sz="4400" b="1">
                <a:solidFill>
                  <a:srgbClr val="000000"/>
                </a:solidFill>
                <a:latin typeface="Arial"/>
                <a:cs typeface="Arial"/>
              </a:rPr>
              <a:t>Working in </a:t>
            </a:r>
            <a:r>
              <a:rPr lang="en-AU" sz="4400" b="1">
                <a:solidFill>
                  <a:srgbClr val="000000"/>
                </a:solidFill>
              </a:rPr>
              <a:t>Groups</a:t>
            </a:r>
            <a:endParaRPr sz="44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65</a:t>
            </a:fld>
            <a:endParaRPr spc="-25"/>
          </a:p>
        </p:txBody>
      </p:sp>
      <p:sp>
        <p:nvSpPr>
          <p:cNvPr id="7" name="TextBox 6">
            <a:extLst>
              <a:ext uri="{FF2B5EF4-FFF2-40B4-BE49-F238E27FC236}">
                <a16:creationId xmlns:a16="http://schemas.microsoft.com/office/drawing/2014/main" id="{0AF59392-826F-DD65-9B7F-EB1A5EA15D34}"/>
              </a:ext>
            </a:extLst>
          </p:cNvPr>
          <p:cNvSpPr txBox="1"/>
          <p:nvPr/>
        </p:nvSpPr>
        <p:spPr>
          <a:xfrm>
            <a:off x="4206240" y="2989142"/>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8721144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7919" y="1311830"/>
            <a:ext cx="10975974" cy="4231928"/>
          </a:xfrm>
          <a:prstGeom prst="rect">
            <a:avLst/>
          </a:prstGeom>
        </p:spPr>
        <p:txBody>
          <a:bodyPr vert="horz" wrap="square" lIns="0" tIns="12700" rIns="0" bIns="0" rtlCol="0" anchor="t">
            <a:spAutoFit/>
          </a:bodyPr>
          <a:lstStyle/>
          <a:p>
            <a:pPr marL="240029" indent="-227329" algn="l">
              <a:lnSpc>
                <a:spcPct val="100000"/>
              </a:lnSpc>
              <a:spcBef>
                <a:spcPts val="365"/>
              </a:spcBef>
              <a:buFont typeface="Arial"/>
              <a:buChar char="•"/>
              <a:tabLst>
                <a:tab pos="240029" algn="l"/>
              </a:tabLst>
            </a:pPr>
            <a:r>
              <a:rPr lang="en-AU" sz="2400" spc="75">
                <a:latin typeface="Arial"/>
                <a:cs typeface="Arial"/>
              </a:rPr>
              <a:t>Most</a:t>
            </a:r>
            <a:r>
              <a:rPr lang="en-AU" sz="2400" spc="-40">
                <a:latin typeface="Arial"/>
                <a:cs typeface="Arial"/>
              </a:rPr>
              <a:t> </a:t>
            </a:r>
            <a:r>
              <a:rPr lang="en-AU" sz="2400" b="1" spc="-75">
                <a:latin typeface="Arial"/>
                <a:cs typeface="Arial"/>
              </a:rPr>
              <a:t>software</a:t>
            </a:r>
            <a:r>
              <a:rPr lang="en-AU" sz="2400" b="1" spc="-50">
                <a:latin typeface="Arial"/>
                <a:cs typeface="Arial"/>
              </a:rPr>
              <a:t> </a:t>
            </a:r>
            <a:r>
              <a:rPr lang="en-AU" sz="2400" b="1" spc="-90">
                <a:latin typeface="Arial"/>
                <a:cs typeface="Arial"/>
              </a:rPr>
              <a:t>development</a:t>
            </a:r>
            <a:r>
              <a:rPr lang="en-AU" sz="2400" b="1" spc="-60">
                <a:latin typeface="Arial"/>
                <a:cs typeface="Arial"/>
              </a:rPr>
              <a:t> </a:t>
            </a:r>
            <a:r>
              <a:rPr lang="en-AU" sz="2400">
                <a:latin typeface="Arial"/>
                <a:cs typeface="Arial"/>
              </a:rPr>
              <a:t>is</a:t>
            </a:r>
            <a:r>
              <a:rPr lang="en-AU" sz="2400" spc="-55">
                <a:latin typeface="Arial"/>
                <a:cs typeface="Arial"/>
              </a:rPr>
              <a:t> </a:t>
            </a:r>
            <a:r>
              <a:rPr lang="en-AU" sz="2400">
                <a:latin typeface="Arial"/>
                <a:cs typeface="Arial"/>
              </a:rPr>
              <a:t>a</a:t>
            </a:r>
            <a:r>
              <a:rPr lang="en-AU" sz="2400" spc="-70">
                <a:latin typeface="Arial"/>
                <a:cs typeface="Arial"/>
              </a:rPr>
              <a:t> </a:t>
            </a:r>
            <a:r>
              <a:rPr lang="en-AU" sz="2400">
                <a:latin typeface="Arial"/>
                <a:cs typeface="Arial"/>
              </a:rPr>
              <a:t>team</a:t>
            </a:r>
            <a:r>
              <a:rPr lang="en-AU" sz="2400" spc="-60">
                <a:latin typeface="Arial"/>
                <a:cs typeface="Arial"/>
              </a:rPr>
              <a:t> </a:t>
            </a:r>
            <a:r>
              <a:rPr lang="en-AU" sz="2400">
                <a:latin typeface="Arial"/>
                <a:cs typeface="Arial"/>
              </a:rPr>
              <a:t>(group)</a:t>
            </a:r>
            <a:r>
              <a:rPr lang="en-AU" sz="2400" spc="-50">
                <a:latin typeface="Arial"/>
                <a:cs typeface="Arial"/>
              </a:rPr>
              <a:t> </a:t>
            </a:r>
            <a:r>
              <a:rPr lang="en-AU" sz="2400" spc="-10">
                <a:latin typeface="Arial"/>
                <a:cs typeface="Arial"/>
              </a:rPr>
              <a:t>activity</a:t>
            </a:r>
            <a:endParaRPr lang="en-AU" sz="2400">
              <a:latin typeface="Arial"/>
              <a:cs typeface="Arial"/>
            </a:endParaRPr>
          </a:p>
          <a:p>
            <a:pPr marL="684530" lvl="1" indent="-227329" algn="l">
              <a:lnSpc>
                <a:spcPts val="2735"/>
              </a:lnSpc>
              <a:spcBef>
                <a:spcPts val="229"/>
              </a:spcBef>
              <a:buChar char="•"/>
              <a:tabLst>
                <a:tab pos="684530" algn="l"/>
              </a:tabLst>
            </a:pPr>
            <a:r>
              <a:rPr lang="en-AU" sz="2400" spc="-20">
                <a:latin typeface="Arial"/>
                <a:cs typeface="Arial"/>
              </a:rPr>
              <a:t>The</a:t>
            </a:r>
            <a:r>
              <a:rPr lang="en-AU" sz="2400">
                <a:latin typeface="Arial"/>
                <a:cs typeface="Arial"/>
              </a:rPr>
              <a:t> development</a:t>
            </a:r>
            <a:r>
              <a:rPr lang="en-AU" sz="2400" spc="20">
                <a:latin typeface="Arial"/>
                <a:cs typeface="Arial"/>
              </a:rPr>
              <a:t> </a:t>
            </a:r>
            <a:r>
              <a:rPr lang="en-AU" sz="2400">
                <a:latin typeface="Arial"/>
                <a:cs typeface="Arial"/>
              </a:rPr>
              <a:t>schedule</a:t>
            </a:r>
            <a:r>
              <a:rPr lang="en-AU" sz="2400" spc="5">
                <a:latin typeface="Arial"/>
                <a:cs typeface="Arial"/>
              </a:rPr>
              <a:t> </a:t>
            </a:r>
            <a:r>
              <a:rPr lang="en-AU" sz="2400" spc="60">
                <a:latin typeface="Arial"/>
                <a:cs typeface="Arial"/>
              </a:rPr>
              <a:t>for</a:t>
            </a:r>
            <a:r>
              <a:rPr lang="en-AU" sz="2400" spc="-5">
                <a:latin typeface="Arial"/>
                <a:cs typeface="Arial"/>
              </a:rPr>
              <a:t> </a:t>
            </a:r>
            <a:r>
              <a:rPr lang="en-AU" sz="2400" spc="60">
                <a:latin typeface="Arial"/>
                <a:cs typeface="Arial"/>
              </a:rPr>
              <a:t>most</a:t>
            </a:r>
            <a:r>
              <a:rPr lang="en-AU" sz="2400" spc="-5">
                <a:latin typeface="Arial"/>
                <a:cs typeface="Arial"/>
              </a:rPr>
              <a:t> </a:t>
            </a:r>
            <a:r>
              <a:rPr lang="en-AU" sz="2400" spc="-50">
                <a:latin typeface="Arial"/>
                <a:cs typeface="Arial"/>
              </a:rPr>
              <a:t>non-</a:t>
            </a:r>
            <a:r>
              <a:rPr lang="en-AU" sz="2400">
                <a:latin typeface="Arial"/>
                <a:cs typeface="Arial"/>
              </a:rPr>
              <a:t>trivial</a:t>
            </a:r>
            <a:r>
              <a:rPr lang="en-AU" sz="2400" spc="5">
                <a:latin typeface="Arial"/>
                <a:cs typeface="Arial"/>
              </a:rPr>
              <a:t> </a:t>
            </a:r>
            <a:r>
              <a:rPr lang="en-AU" sz="2400">
                <a:latin typeface="Arial"/>
                <a:cs typeface="Arial"/>
              </a:rPr>
              <a:t>software</a:t>
            </a:r>
            <a:r>
              <a:rPr lang="en-AU" sz="2400" spc="15">
                <a:latin typeface="Arial"/>
                <a:cs typeface="Arial"/>
              </a:rPr>
              <a:t> </a:t>
            </a:r>
            <a:r>
              <a:rPr lang="en-AU" sz="2400">
                <a:latin typeface="Arial"/>
                <a:cs typeface="Arial"/>
              </a:rPr>
              <a:t>projects</a:t>
            </a:r>
            <a:r>
              <a:rPr lang="en-AU" sz="2400" spc="5">
                <a:latin typeface="Arial"/>
                <a:cs typeface="Arial"/>
              </a:rPr>
              <a:t> </a:t>
            </a:r>
            <a:r>
              <a:rPr lang="en-AU" sz="2400" spc="-25">
                <a:latin typeface="Arial"/>
                <a:cs typeface="Arial"/>
              </a:rPr>
              <a:t>is</a:t>
            </a:r>
            <a:endParaRPr lang="en-AU" sz="2400">
              <a:latin typeface="Arial"/>
              <a:cs typeface="Arial"/>
            </a:endParaRPr>
          </a:p>
          <a:p>
            <a:pPr marL="474980" algn="l">
              <a:lnSpc>
                <a:spcPts val="2735"/>
              </a:lnSpc>
            </a:pPr>
            <a:r>
              <a:rPr lang="en-AU" sz="2400">
                <a:latin typeface="Arial"/>
                <a:cs typeface="Arial"/>
              </a:rPr>
              <a:t>such</a:t>
            </a:r>
            <a:r>
              <a:rPr lang="en-AU" sz="2400" spc="-50">
                <a:latin typeface="Arial"/>
                <a:cs typeface="Arial"/>
              </a:rPr>
              <a:t> </a:t>
            </a:r>
            <a:r>
              <a:rPr lang="en-AU" sz="2400">
                <a:latin typeface="Arial"/>
                <a:cs typeface="Arial"/>
              </a:rPr>
              <a:t>that</a:t>
            </a:r>
            <a:r>
              <a:rPr lang="en-AU" sz="2400" spc="-50">
                <a:latin typeface="Arial"/>
                <a:cs typeface="Arial"/>
              </a:rPr>
              <a:t> </a:t>
            </a:r>
            <a:r>
              <a:rPr lang="en-AU" sz="2400">
                <a:latin typeface="Arial"/>
                <a:cs typeface="Arial"/>
              </a:rPr>
              <a:t>they</a:t>
            </a:r>
            <a:r>
              <a:rPr lang="en-AU" sz="2400" spc="-40">
                <a:latin typeface="Arial"/>
                <a:cs typeface="Arial"/>
              </a:rPr>
              <a:t> </a:t>
            </a:r>
            <a:r>
              <a:rPr lang="en-AU" sz="2400" b="1" spc="-75">
                <a:latin typeface="Arial"/>
                <a:cs typeface="Arial"/>
              </a:rPr>
              <a:t>cannot</a:t>
            </a:r>
            <a:r>
              <a:rPr lang="en-AU" sz="2400" b="1" spc="-40">
                <a:latin typeface="Arial"/>
                <a:cs typeface="Arial"/>
              </a:rPr>
              <a:t> </a:t>
            </a:r>
            <a:r>
              <a:rPr lang="en-AU" sz="2400">
                <a:latin typeface="Arial"/>
                <a:cs typeface="Arial"/>
              </a:rPr>
              <a:t>be</a:t>
            </a:r>
            <a:r>
              <a:rPr lang="en-AU" sz="2400" spc="-50">
                <a:latin typeface="Arial"/>
                <a:cs typeface="Arial"/>
              </a:rPr>
              <a:t> </a:t>
            </a:r>
            <a:r>
              <a:rPr lang="en-AU" sz="2400" b="1" spc="-65">
                <a:latin typeface="Arial"/>
                <a:cs typeface="Arial"/>
              </a:rPr>
              <a:t>completed </a:t>
            </a:r>
            <a:r>
              <a:rPr lang="en-AU" sz="2400">
                <a:latin typeface="Arial"/>
                <a:cs typeface="Arial"/>
              </a:rPr>
              <a:t>by</a:t>
            </a:r>
            <a:r>
              <a:rPr lang="en-AU" sz="2400" spc="-55">
                <a:latin typeface="Arial"/>
                <a:cs typeface="Arial"/>
              </a:rPr>
              <a:t> </a:t>
            </a:r>
            <a:r>
              <a:rPr lang="en-AU" sz="2400" b="1" spc="-100">
                <a:latin typeface="Arial"/>
                <a:cs typeface="Arial"/>
              </a:rPr>
              <a:t>one</a:t>
            </a:r>
            <a:r>
              <a:rPr lang="en-AU" sz="2400" b="1" spc="-40">
                <a:latin typeface="Arial"/>
                <a:cs typeface="Arial"/>
              </a:rPr>
              <a:t> </a:t>
            </a:r>
            <a:r>
              <a:rPr lang="en-AU" sz="2400" b="1" spc="-100">
                <a:latin typeface="Arial"/>
                <a:cs typeface="Arial"/>
              </a:rPr>
              <a:t>person</a:t>
            </a:r>
            <a:r>
              <a:rPr lang="en-AU" sz="2400" b="1" spc="-55">
                <a:latin typeface="Arial"/>
                <a:cs typeface="Arial"/>
              </a:rPr>
              <a:t> </a:t>
            </a:r>
            <a:r>
              <a:rPr lang="en-AU" sz="2400">
                <a:latin typeface="Arial"/>
                <a:cs typeface="Arial"/>
              </a:rPr>
              <a:t>working</a:t>
            </a:r>
            <a:r>
              <a:rPr lang="en-AU" sz="2400" spc="-45">
                <a:latin typeface="Arial"/>
                <a:cs typeface="Arial"/>
              </a:rPr>
              <a:t> </a:t>
            </a:r>
            <a:r>
              <a:rPr lang="en-AU" sz="2400" spc="-10">
                <a:latin typeface="Arial"/>
                <a:cs typeface="Arial"/>
              </a:rPr>
              <a:t>alone</a:t>
            </a:r>
            <a:endParaRPr lang="en-AU" sz="2400">
              <a:latin typeface="Arial"/>
              <a:cs typeface="Arial"/>
            </a:endParaRPr>
          </a:p>
          <a:p>
            <a:pPr marL="240029" indent="-227329" algn="l">
              <a:lnSpc>
                <a:spcPct val="100000"/>
              </a:lnSpc>
              <a:spcBef>
                <a:spcPts val="2230"/>
              </a:spcBef>
              <a:buChar char="•"/>
              <a:tabLst>
                <a:tab pos="240029" algn="l"/>
              </a:tabLst>
            </a:pPr>
            <a:r>
              <a:rPr lang="en-AU" sz="2400">
                <a:latin typeface="Arial"/>
                <a:cs typeface="Arial"/>
              </a:rPr>
              <a:t>A</a:t>
            </a:r>
            <a:r>
              <a:rPr lang="en-AU" sz="2400" spc="-95">
                <a:latin typeface="Arial"/>
                <a:cs typeface="Arial"/>
              </a:rPr>
              <a:t> </a:t>
            </a:r>
            <a:r>
              <a:rPr lang="en-AU" sz="2400">
                <a:latin typeface="Arial"/>
                <a:cs typeface="Arial"/>
              </a:rPr>
              <a:t>good</a:t>
            </a:r>
            <a:r>
              <a:rPr lang="en-AU" sz="2400" spc="-70">
                <a:latin typeface="Arial"/>
                <a:cs typeface="Arial"/>
              </a:rPr>
              <a:t> </a:t>
            </a:r>
            <a:r>
              <a:rPr lang="en-AU" sz="2400">
                <a:latin typeface="Arial"/>
                <a:cs typeface="Arial"/>
              </a:rPr>
              <a:t>team</a:t>
            </a:r>
            <a:r>
              <a:rPr lang="en-AU" sz="2400" spc="-85">
                <a:latin typeface="Arial"/>
                <a:cs typeface="Arial"/>
              </a:rPr>
              <a:t> </a:t>
            </a:r>
            <a:r>
              <a:rPr lang="en-AU" sz="2400">
                <a:latin typeface="Arial"/>
                <a:cs typeface="Arial"/>
              </a:rPr>
              <a:t>is</a:t>
            </a:r>
            <a:r>
              <a:rPr lang="en-AU" sz="2400" spc="-70">
                <a:latin typeface="Arial"/>
                <a:cs typeface="Arial"/>
              </a:rPr>
              <a:t> </a:t>
            </a:r>
            <a:r>
              <a:rPr lang="en-AU" sz="2400" b="1" spc="-114">
                <a:latin typeface="Arial"/>
                <a:cs typeface="Arial"/>
              </a:rPr>
              <a:t>cohesive</a:t>
            </a:r>
            <a:r>
              <a:rPr lang="en-AU" sz="2400" b="1" spc="-100">
                <a:latin typeface="Arial"/>
                <a:cs typeface="Arial"/>
              </a:rPr>
              <a:t> </a:t>
            </a:r>
            <a:r>
              <a:rPr lang="en-AU" sz="2400">
                <a:latin typeface="Arial"/>
                <a:cs typeface="Arial"/>
              </a:rPr>
              <a:t>and</a:t>
            </a:r>
            <a:r>
              <a:rPr lang="en-AU" sz="2400" spc="-80">
                <a:latin typeface="Arial"/>
                <a:cs typeface="Arial"/>
              </a:rPr>
              <a:t> </a:t>
            </a:r>
            <a:r>
              <a:rPr lang="en-AU" sz="2400">
                <a:latin typeface="Arial"/>
                <a:cs typeface="Arial"/>
              </a:rPr>
              <a:t>has</a:t>
            </a:r>
            <a:r>
              <a:rPr lang="en-AU" sz="2400" spc="-65">
                <a:latin typeface="Arial"/>
                <a:cs typeface="Arial"/>
              </a:rPr>
              <a:t> </a:t>
            </a:r>
            <a:r>
              <a:rPr lang="en-AU" sz="2400">
                <a:latin typeface="Arial"/>
                <a:cs typeface="Arial"/>
              </a:rPr>
              <a:t>a</a:t>
            </a:r>
            <a:r>
              <a:rPr lang="en-AU" sz="2400" spc="-100">
                <a:latin typeface="Arial"/>
                <a:cs typeface="Arial"/>
              </a:rPr>
              <a:t> </a:t>
            </a:r>
            <a:r>
              <a:rPr lang="en-AU" sz="2400" b="1" spc="-35">
                <a:latin typeface="Arial"/>
                <a:cs typeface="Arial"/>
              </a:rPr>
              <a:t>team</a:t>
            </a:r>
            <a:r>
              <a:rPr lang="en-AU" sz="2400" b="1" spc="-70">
                <a:latin typeface="Arial"/>
                <a:cs typeface="Arial"/>
              </a:rPr>
              <a:t> </a:t>
            </a:r>
            <a:r>
              <a:rPr lang="en-AU" sz="2400" b="1" spc="-10">
                <a:latin typeface="Arial"/>
                <a:cs typeface="Arial"/>
              </a:rPr>
              <a:t>spirit</a:t>
            </a:r>
            <a:endParaRPr lang="en-AU" sz="2400">
              <a:latin typeface="Arial"/>
              <a:cs typeface="Arial"/>
            </a:endParaRPr>
          </a:p>
          <a:p>
            <a:pPr marL="697230" lvl="1" indent="-227329" algn="l">
              <a:lnSpc>
                <a:spcPts val="2735"/>
              </a:lnSpc>
              <a:spcBef>
                <a:spcPts val="229"/>
              </a:spcBef>
              <a:buChar char="•"/>
              <a:tabLst>
                <a:tab pos="697230" algn="l"/>
              </a:tabLst>
            </a:pPr>
            <a:r>
              <a:rPr lang="en-AU" sz="2400" spc="-20">
                <a:latin typeface="Arial"/>
                <a:cs typeface="Arial"/>
              </a:rPr>
              <a:t>The</a:t>
            </a:r>
            <a:r>
              <a:rPr lang="en-AU" sz="2400" spc="-150">
                <a:latin typeface="Arial"/>
                <a:cs typeface="Arial"/>
              </a:rPr>
              <a:t> </a:t>
            </a:r>
            <a:r>
              <a:rPr lang="en-AU" sz="2400">
                <a:latin typeface="Arial"/>
                <a:cs typeface="Arial"/>
              </a:rPr>
              <a:t>people</a:t>
            </a:r>
            <a:r>
              <a:rPr lang="en-AU" sz="2400" spc="-95">
                <a:latin typeface="Arial"/>
                <a:cs typeface="Arial"/>
              </a:rPr>
              <a:t> </a:t>
            </a:r>
            <a:r>
              <a:rPr lang="en-AU" sz="2400">
                <a:latin typeface="Arial"/>
                <a:cs typeface="Arial"/>
              </a:rPr>
              <a:t>involved</a:t>
            </a:r>
            <a:r>
              <a:rPr lang="en-AU" sz="2400" spc="-114">
                <a:latin typeface="Arial"/>
                <a:cs typeface="Arial"/>
              </a:rPr>
              <a:t> </a:t>
            </a:r>
            <a:r>
              <a:rPr lang="en-AU" sz="2400" spc="-10">
                <a:latin typeface="Arial"/>
                <a:cs typeface="Arial"/>
              </a:rPr>
              <a:t>are</a:t>
            </a:r>
            <a:r>
              <a:rPr lang="en-AU" sz="2400" spc="-114">
                <a:latin typeface="Arial"/>
                <a:cs typeface="Arial"/>
              </a:rPr>
              <a:t> </a:t>
            </a:r>
            <a:r>
              <a:rPr lang="en-AU" sz="2400" b="1" spc="-65">
                <a:latin typeface="Arial"/>
                <a:cs typeface="Arial"/>
              </a:rPr>
              <a:t>motivated</a:t>
            </a:r>
            <a:r>
              <a:rPr lang="en-AU" sz="2400" b="1" spc="-100">
                <a:latin typeface="Arial"/>
                <a:cs typeface="Arial"/>
              </a:rPr>
              <a:t> </a:t>
            </a:r>
            <a:r>
              <a:rPr lang="en-AU" sz="2400">
                <a:latin typeface="Arial"/>
                <a:cs typeface="Arial"/>
              </a:rPr>
              <a:t>by</a:t>
            </a:r>
            <a:r>
              <a:rPr lang="en-AU" sz="2400" spc="-110">
                <a:latin typeface="Arial"/>
                <a:cs typeface="Arial"/>
              </a:rPr>
              <a:t> </a:t>
            </a:r>
            <a:r>
              <a:rPr lang="en-AU" sz="2400">
                <a:latin typeface="Arial"/>
                <a:cs typeface="Arial"/>
              </a:rPr>
              <a:t>the</a:t>
            </a:r>
            <a:r>
              <a:rPr lang="en-AU" sz="2400" spc="-100">
                <a:latin typeface="Arial"/>
                <a:cs typeface="Arial"/>
              </a:rPr>
              <a:t> </a:t>
            </a:r>
            <a:r>
              <a:rPr lang="en-AU" sz="2400" b="1" spc="-105">
                <a:latin typeface="Arial"/>
                <a:cs typeface="Arial"/>
              </a:rPr>
              <a:t>success</a:t>
            </a:r>
            <a:r>
              <a:rPr lang="en-AU" sz="2400" b="1" spc="-65">
                <a:latin typeface="Arial"/>
                <a:cs typeface="Arial"/>
              </a:rPr>
              <a:t> </a:t>
            </a:r>
            <a:r>
              <a:rPr lang="en-AU" sz="2400" b="1">
                <a:latin typeface="Arial"/>
                <a:cs typeface="Arial"/>
              </a:rPr>
              <a:t>of</a:t>
            </a:r>
            <a:r>
              <a:rPr lang="en-AU" sz="2400" b="1" spc="-100">
                <a:latin typeface="Arial"/>
                <a:cs typeface="Arial"/>
              </a:rPr>
              <a:t> </a:t>
            </a:r>
            <a:r>
              <a:rPr lang="en-AU" sz="2400" b="1" spc="-40">
                <a:latin typeface="Arial"/>
                <a:cs typeface="Arial"/>
              </a:rPr>
              <a:t>the</a:t>
            </a:r>
            <a:r>
              <a:rPr lang="en-AU" sz="2400" b="1" spc="-125">
                <a:latin typeface="Arial"/>
                <a:cs typeface="Arial"/>
              </a:rPr>
              <a:t> </a:t>
            </a:r>
            <a:r>
              <a:rPr lang="en-AU" sz="2400" b="1" spc="-30">
                <a:latin typeface="Arial"/>
                <a:cs typeface="Arial"/>
              </a:rPr>
              <a:t>team</a:t>
            </a:r>
            <a:r>
              <a:rPr lang="en-AU" sz="2400" b="1" spc="-130">
                <a:latin typeface="Arial"/>
                <a:cs typeface="Arial"/>
              </a:rPr>
              <a:t> </a:t>
            </a:r>
            <a:r>
              <a:rPr lang="en-AU" sz="2400" spc="-25">
                <a:latin typeface="Arial"/>
                <a:cs typeface="Arial"/>
              </a:rPr>
              <a:t>as</a:t>
            </a:r>
            <a:endParaRPr lang="en-AU" sz="2400">
              <a:latin typeface="Arial"/>
              <a:cs typeface="Arial"/>
            </a:endParaRPr>
          </a:p>
          <a:p>
            <a:pPr marL="698500" algn="l">
              <a:lnSpc>
                <a:spcPts val="2735"/>
              </a:lnSpc>
            </a:pPr>
            <a:r>
              <a:rPr lang="en-AU" sz="2400">
                <a:latin typeface="Arial"/>
                <a:cs typeface="Arial"/>
              </a:rPr>
              <a:t>well</a:t>
            </a:r>
            <a:r>
              <a:rPr lang="en-AU" sz="2400" spc="-65">
                <a:latin typeface="Arial"/>
                <a:cs typeface="Arial"/>
              </a:rPr>
              <a:t> </a:t>
            </a:r>
            <a:r>
              <a:rPr lang="en-AU" sz="2400">
                <a:latin typeface="Arial"/>
                <a:cs typeface="Arial"/>
              </a:rPr>
              <a:t>as</a:t>
            </a:r>
            <a:r>
              <a:rPr lang="en-AU" sz="2400" spc="-50">
                <a:latin typeface="Arial"/>
                <a:cs typeface="Arial"/>
              </a:rPr>
              <a:t> </a:t>
            </a:r>
            <a:r>
              <a:rPr lang="en-AU" sz="2400">
                <a:latin typeface="Arial"/>
                <a:cs typeface="Arial"/>
              </a:rPr>
              <a:t>by</a:t>
            </a:r>
            <a:r>
              <a:rPr lang="en-AU" sz="2400" spc="-55">
                <a:latin typeface="Arial"/>
                <a:cs typeface="Arial"/>
              </a:rPr>
              <a:t> </a:t>
            </a:r>
            <a:r>
              <a:rPr lang="en-AU" sz="2400">
                <a:latin typeface="Arial"/>
                <a:cs typeface="Arial"/>
              </a:rPr>
              <a:t>their</a:t>
            </a:r>
            <a:r>
              <a:rPr lang="en-AU" sz="2400" spc="-25">
                <a:latin typeface="Arial"/>
                <a:cs typeface="Arial"/>
              </a:rPr>
              <a:t> </a:t>
            </a:r>
            <a:r>
              <a:rPr lang="en-AU" sz="2400" b="1" spc="-120">
                <a:latin typeface="Arial"/>
                <a:cs typeface="Arial"/>
              </a:rPr>
              <a:t>own</a:t>
            </a:r>
            <a:r>
              <a:rPr lang="en-AU" sz="2400" b="1" spc="-45">
                <a:latin typeface="Arial"/>
                <a:cs typeface="Arial"/>
              </a:rPr>
              <a:t> </a:t>
            </a:r>
            <a:r>
              <a:rPr lang="en-AU" sz="2400" b="1" spc="-95">
                <a:latin typeface="Arial"/>
                <a:cs typeface="Arial"/>
              </a:rPr>
              <a:t>personal</a:t>
            </a:r>
            <a:r>
              <a:rPr lang="en-AU" sz="2400" b="1" spc="-40">
                <a:latin typeface="Arial"/>
                <a:cs typeface="Arial"/>
              </a:rPr>
              <a:t> </a:t>
            </a:r>
            <a:r>
              <a:rPr lang="en-AU" sz="2400" b="1" spc="-10">
                <a:latin typeface="Arial"/>
                <a:cs typeface="Arial"/>
              </a:rPr>
              <a:t>goals</a:t>
            </a:r>
            <a:endParaRPr lang="en-AU" sz="2400">
              <a:latin typeface="Arial"/>
              <a:cs typeface="Arial"/>
            </a:endParaRPr>
          </a:p>
          <a:p>
            <a:pPr marL="240029" indent="-227329" algn="l">
              <a:lnSpc>
                <a:spcPct val="100000"/>
              </a:lnSpc>
              <a:spcBef>
                <a:spcPts val="2240"/>
              </a:spcBef>
              <a:buChar char="•"/>
              <a:tabLst>
                <a:tab pos="240029" algn="l"/>
              </a:tabLst>
            </a:pPr>
            <a:r>
              <a:rPr lang="en-AU" sz="2400">
                <a:latin typeface="Arial"/>
                <a:cs typeface="Arial"/>
              </a:rPr>
              <a:t>Team</a:t>
            </a:r>
            <a:r>
              <a:rPr lang="en-AU" sz="2400" spc="-60">
                <a:latin typeface="Arial"/>
                <a:cs typeface="Arial"/>
              </a:rPr>
              <a:t> </a:t>
            </a:r>
            <a:r>
              <a:rPr lang="en-AU" sz="2400" b="1" spc="-80">
                <a:latin typeface="Arial"/>
                <a:cs typeface="Arial"/>
              </a:rPr>
              <a:t>interaction</a:t>
            </a:r>
            <a:r>
              <a:rPr lang="en-AU" sz="2400" b="1" spc="-70">
                <a:latin typeface="Arial"/>
                <a:cs typeface="Arial"/>
              </a:rPr>
              <a:t> </a:t>
            </a:r>
            <a:r>
              <a:rPr lang="en-AU" sz="2400">
                <a:latin typeface="Arial"/>
                <a:cs typeface="Arial"/>
              </a:rPr>
              <a:t>is</a:t>
            </a:r>
            <a:r>
              <a:rPr lang="en-AU" sz="2400" spc="-65">
                <a:latin typeface="Arial"/>
                <a:cs typeface="Arial"/>
              </a:rPr>
              <a:t> </a:t>
            </a:r>
            <a:r>
              <a:rPr lang="en-AU" sz="2400">
                <a:latin typeface="Arial"/>
                <a:cs typeface="Arial"/>
              </a:rPr>
              <a:t>a</a:t>
            </a:r>
            <a:r>
              <a:rPr lang="en-AU" sz="2400" spc="-85">
                <a:latin typeface="Arial"/>
                <a:cs typeface="Arial"/>
              </a:rPr>
              <a:t> </a:t>
            </a:r>
            <a:r>
              <a:rPr lang="en-AU" sz="2400" spc="-40">
                <a:latin typeface="Arial"/>
                <a:cs typeface="Arial"/>
              </a:rPr>
              <a:t>key</a:t>
            </a:r>
            <a:r>
              <a:rPr lang="en-AU" sz="2400" spc="-60">
                <a:latin typeface="Arial"/>
                <a:cs typeface="Arial"/>
              </a:rPr>
              <a:t> </a:t>
            </a:r>
            <a:r>
              <a:rPr lang="en-AU" sz="2400">
                <a:latin typeface="Arial"/>
                <a:cs typeface="Arial"/>
              </a:rPr>
              <a:t>determinant</a:t>
            </a:r>
            <a:r>
              <a:rPr lang="en-AU" sz="2400" spc="-60">
                <a:latin typeface="Arial"/>
                <a:cs typeface="Arial"/>
              </a:rPr>
              <a:t> </a:t>
            </a:r>
            <a:r>
              <a:rPr lang="en-AU" sz="2400" spc="100">
                <a:latin typeface="Arial"/>
                <a:cs typeface="Arial"/>
              </a:rPr>
              <a:t>of</a:t>
            </a:r>
            <a:r>
              <a:rPr lang="en-AU" sz="2400" spc="-70">
                <a:latin typeface="Arial"/>
                <a:cs typeface="Arial"/>
              </a:rPr>
              <a:t> </a:t>
            </a:r>
            <a:r>
              <a:rPr lang="en-AU" sz="2400">
                <a:latin typeface="Arial"/>
                <a:cs typeface="Arial"/>
              </a:rPr>
              <a:t>team</a:t>
            </a:r>
            <a:r>
              <a:rPr lang="en-AU" sz="2400" spc="-35">
                <a:latin typeface="Arial"/>
                <a:cs typeface="Arial"/>
              </a:rPr>
              <a:t> </a:t>
            </a:r>
            <a:r>
              <a:rPr lang="en-AU" sz="2400" b="1" spc="-10">
                <a:latin typeface="Arial"/>
                <a:cs typeface="Arial"/>
              </a:rPr>
              <a:t>performance</a:t>
            </a:r>
            <a:endParaRPr lang="en-AU" sz="2400">
              <a:latin typeface="Arial"/>
              <a:cs typeface="Arial"/>
            </a:endParaRPr>
          </a:p>
          <a:p>
            <a:pPr marL="240029" indent="-227329" algn="l">
              <a:lnSpc>
                <a:spcPct val="100000"/>
              </a:lnSpc>
              <a:spcBef>
                <a:spcPts val="2690"/>
              </a:spcBef>
              <a:buFont typeface="Arial"/>
              <a:buChar char="•"/>
              <a:tabLst>
                <a:tab pos="240029" algn="l"/>
              </a:tabLst>
            </a:pPr>
            <a:r>
              <a:rPr lang="en-AU" sz="2400" b="1" spc="-85">
                <a:latin typeface="Arial"/>
                <a:cs typeface="Arial"/>
              </a:rPr>
              <a:t>Flexibility</a:t>
            </a:r>
            <a:r>
              <a:rPr lang="en-AU" sz="2400" b="1" spc="20">
                <a:latin typeface="Arial"/>
                <a:cs typeface="Arial"/>
              </a:rPr>
              <a:t> </a:t>
            </a:r>
            <a:r>
              <a:rPr lang="en-AU" sz="2400">
                <a:latin typeface="Arial"/>
                <a:cs typeface="Arial"/>
              </a:rPr>
              <a:t>in</a:t>
            </a:r>
            <a:r>
              <a:rPr lang="en-AU" sz="2400" spc="35">
                <a:latin typeface="Arial"/>
                <a:cs typeface="Arial"/>
              </a:rPr>
              <a:t> </a:t>
            </a:r>
            <a:r>
              <a:rPr lang="en-AU" sz="2400">
                <a:latin typeface="Arial"/>
                <a:cs typeface="Arial"/>
              </a:rPr>
              <a:t>team</a:t>
            </a:r>
            <a:r>
              <a:rPr lang="en-AU" sz="2400" spc="60">
                <a:latin typeface="Arial"/>
                <a:cs typeface="Arial"/>
              </a:rPr>
              <a:t> </a:t>
            </a:r>
            <a:r>
              <a:rPr lang="en-AU" sz="2400">
                <a:latin typeface="Arial"/>
                <a:cs typeface="Arial"/>
              </a:rPr>
              <a:t>composition</a:t>
            </a:r>
            <a:r>
              <a:rPr lang="en-AU" sz="2400" spc="55">
                <a:latin typeface="Arial"/>
                <a:cs typeface="Arial"/>
              </a:rPr>
              <a:t> </a:t>
            </a:r>
            <a:r>
              <a:rPr lang="en-AU" sz="2400">
                <a:latin typeface="Arial"/>
                <a:cs typeface="Arial"/>
              </a:rPr>
              <a:t>is</a:t>
            </a:r>
            <a:r>
              <a:rPr lang="en-AU" sz="2400" spc="70">
                <a:latin typeface="Arial"/>
                <a:cs typeface="Arial"/>
              </a:rPr>
              <a:t> </a:t>
            </a:r>
            <a:r>
              <a:rPr lang="en-AU" sz="2400" b="1" spc="-10">
                <a:latin typeface="Arial"/>
                <a:cs typeface="Arial"/>
              </a:rPr>
              <a:t>limited</a:t>
            </a:r>
            <a:endParaRPr lang="en-AU" sz="2400">
              <a:latin typeface="Arial"/>
              <a:cs typeface="Arial"/>
            </a:endParaRPr>
          </a:p>
          <a:p>
            <a:pPr marL="697230" lvl="1" indent="-227329" algn="l">
              <a:lnSpc>
                <a:spcPct val="100000"/>
              </a:lnSpc>
              <a:spcBef>
                <a:spcPts val="229"/>
              </a:spcBef>
              <a:buChar char="•"/>
              <a:tabLst>
                <a:tab pos="697230" algn="l"/>
              </a:tabLst>
            </a:pPr>
            <a:r>
              <a:rPr lang="en-AU" sz="2400">
                <a:latin typeface="Arial"/>
                <a:cs typeface="Arial"/>
              </a:rPr>
              <a:t>Managers</a:t>
            </a:r>
            <a:r>
              <a:rPr lang="en-AU" sz="2400" spc="-60">
                <a:latin typeface="Arial"/>
                <a:cs typeface="Arial"/>
              </a:rPr>
              <a:t> </a:t>
            </a:r>
            <a:r>
              <a:rPr lang="en-AU" sz="2400" spc="50">
                <a:latin typeface="Arial"/>
                <a:cs typeface="Arial"/>
              </a:rPr>
              <a:t>must</a:t>
            </a:r>
            <a:r>
              <a:rPr lang="en-AU" sz="2400" spc="-50">
                <a:latin typeface="Arial"/>
                <a:cs typeface="Arial"/>
              </a:rPr>
              <a:t> </a:t>
            </a:r>
            <a:r>
              <a:rPr lang="en-AU" sz="2400">
                <a:latin typeface="Arial"/>
                <a:cs typeface="Arial"/>
              </a:rPr>
              <a:t>do</a:t>
            </a:r>
            <a:r>
              <a:rPr lang="en-AU" sz="2400" spc="-55">
                <a:latin typeface="Arial"/>
                <a:cs typeface="Arial"/>
              </a:rPr>
              <a:t> </a:t>
            </a:r>
            <a:r>
              <a:rPr lang="en-AU" sz="2400">
                <a:latin typeface="Arial"/>
                <a:cs typeface="Arial"/>
              </a:rPr>
              <a:t>the</a:t>
            </a:r>
            <a:r>
              <a:rPr lang="en-AU" sz="2400" spc="-40">
                <a:latin typeface="Arial"/>
                <a:cs typeface="Arial"/>
              </a:rPr>
              <a:t> </a:t>
            </a:r>
            <a:r>
              <a:rPr lang="en-AU" sz="2400">
                <a:latin typeface="Arial"/>
                <a:cs typeface="Arial"/>
              </a:rPr>
              <a:t>best</a:t>
            </a:r>
            <a:r>
              <a:rPr lang="en-AU" sz="2400" spc="-35">
                <a:latin typeface="Arial"/>
                <a:cs typeface="Arial"/>
              </a:rPr>
              <a:t> </a:t>
            </a:r>
            <a:r>
              <a:rPr lang="en-AU" sz="2400">
                <a:latin typeface="Arial"/>
                <a:cs typeface="Arial"/>
              </a:rPr>
              <a:t>they</a:t>
            </a:r>
            <a:r>
              <a:rPr lang="en-AU" sz="2400" spc="-35">
                <a:latin typeface="Arial"/>
                <a:cs typeface="Arial"/>
              </a:rPr>
              <a:t> </a:t>
            </a:r>
            <a:r>
              <a:rPr lang="en-AU" sz="2400">
                <a:latin typeface="Arial"/>
                <a:cs typeface="Arial"/>
              </a:rPr>
              <a:t>can</a:t>
            </a:r>
            <a:r>
              <a:rPr lang="en-AU" sz="2400" spc="-60">
                <a:latin typeface="Arial"/>
                <a:cs typeface="Arial"/>
              </a:rPr>
              <a:t> </a:t>
            </a:r>
            <a:r>
              <a:rPr lang="en-AU" sz="2400">
                <a:latin typeface="Arial"/>
                <a:cs typeface="Arial"/>
              </a:rPr>
              <a:t>with</a:t>
            </a:r>
            <a:r>
              <a:rPr lang="en-AU" sz="2400" spc="-45">
                <a:latin typeface="Arial"/>
                <a:cs typeface="Arial"/>
              </a:rPr>
              <a:t> </a:t>
            </a:r>
            <a:r>
              <a:rPr lang="en-AU" sz="2400">
                <a:latin typeface="Arial"/>
                <a:cs typeface="Arial"/>
              </a:rPr>
              <a:t>available</a:t>
            </a:r>
            <a:r>
              <a:rPr lang="en-AU" sz="2400" spc="-70">
                <a:latin typeface="Arial"/>
                <a:cs typeface="Arial"/>
              </a:rPr>
              <a:t> </a:t>
            </a:r>
            <a:r>
              <a:rPr lang="en-AU" sz="2400" spc="-10">
                <a:latin typeface="Arial"/>
                <a:cs typeface="Arial"/>
              </a:rPr>
              <a:t>people</a:t>
            </a:r>
            <a:endParaRPr lang="en-AU"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66</a:t>
            </a:fld>
            <a:endParaRPr spc="-25"/>
          </a:p>
        </p:txBody>
      </p:sp>
      <p:sp>
        <p:nvSpPr>
          <p:cNvPr id="3" name="object 3"/>
          <p:cNvSpPr txBox="1">
            <a:spLocks noGrp="1"/>
          </p:cNvSpPr>
          <p:nvPr>
            <p:ph type="title"/>
          </p:nvPr>
        </p:nvSpPr>
        <p:spPr>
          <a:xfrm>
            <a:off x="1964553" y="210628"/>
            <a:ext cx="7064546" cy="689932"/>
          </a:xfrm>
          <a:prstGeom prst="rect">
            <a:avLst/>
          </a:prstGeom>
        </p:spPr>
        <p:txBody>
          <a:bodyPr vert="horz" wrap="square" lIns="0" tIns="12700" rIns="0" bIns="0" rtlCol="0" anchor="t">
            <a:spAutoFit/>
          </a:bodyPr>
          <a:lstStyle/>
          <a:p>
            <a:pPr marL="12700">
              <a:spcBef>
                <a:spcPts val="100"/>
              </a:spcBef>
            </a:pPr>
            <a:r>
              <a:rPr lang="en-AU" sz="4400" spc="70">
                <a:solidFill>
                  <a:srgbClr val="000000"/>
                </a:solidFill>
              </a:rPr>
              <a:t>Group-based Projects</a:t>
            </a:r>
          </a:p>
        </p:txBody>
      </p:sp>
    </p:spTree>
    <p:extLst>
      <p:ext uri="{BB962C8B-B14F-4D97-AF65-F5344CB8AC3E}">
        <p14:creationId xmlns:p14="http://schemas.microsoft.com/office/powerpoint/2010/main" val="21698143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7919" y="1074486"/>
            <a:ext cx="11088400" cy="4617674"/>
          </a:xfrm>
          <a:prstGeom prst="rect">
            <a:avLst/>
          </a:prstGeom>
        </p:spPr>
        <p:txBody>
          <a:bodyPr vert="horz" wrap="square" lIns="0" tIns="12700" rIns="0" bIns="0" rtlCol="0" anchor="t">
            <a:spAutoFit/>
          </a:bodyPr>
          <a:lstStyle/>
          <a:p>
            <a:pPr marL="354965" marR="68580" indent="-342900">
              <a:lnSpc>
                <a:spcPts val="2590"/>
              </a:lnSpc>
              <a:spcBef>
                <a:spcPts val="425"/>
              </a:spcBef>
            </a:pPr>
            <a:r>
              <a:rPr lang="en-AU" sz="2400">
                <a:latin typeface="Arial"/>
                <a:cs typeface="Arial"/>
              </a:rPr>
              <a:t>In</a:t>
            </a:r>
            <a:r>
              <a:rPr lang="en-AU" sz="2400" spc="-75">
                <a:latin typeface="Arial"/>
                <a:cs typeface="Arial"/>
              </a:rPr>
              <a:t> </a:t>
            </a:r>
            <a:r>
              <a:rPr lang="en-AU" sz="2400">
                <a:latin typeface="Arial"/>
                <a:cs typeface="Arial"/>
              </a:rPr>
              <a:t>a</a:t>
            </a:r>
            <a:r>
              <a:rPr lang="en-AU" sz="2400" spc="-80">
                <a:latin typeface="Arial"/>
                <a:cs typeface="Arial"/>
              </a:rPr>
              <a:t> </a:t>
            </a:r>
            <a:r>
              <a:rPr lang="en-AU" sz="2400" b="1" spc="-95">
                <a:latin typeface="Arial"/>
                <a:cs typeface="Arial"/>
              </a:rPr>
              <a:t>cohesive</a:t>
            </a:r>
            <a:r>
              <a:rPr lang="en-AU" sz="2400" b="1" spc="-70">
                <a:latin typeface="Arial"/>
                <a:cs typeface="Arial"/>
              </a:rPr>
              <a:t> </a:t>
            </a:r>
            <a:r>
              <a:rPr lang="en-AU" sz="2400" spc="-20">
                <a:latin typeface="Arial"/>
                <a:cs typeface="Arial"/>
              </a:rPr>
              <a:t>team,</a:t>
            </a:r>
            <a:r>
              <a:rPr lang="en-AU" sz="2400" spc="-75">
                <a:latin typeface="Arial"/>
                <a:cs typeface="Arial"/>
              </a:rPr>
              <a:t> </a:t>
            </a:r>
            <a:r>
              <a:rPr lang="en-AU" sz="2400">
                <a:latin typeface="Arial"/>
                <a:cs typeface="Arial"/>
              </a:rPr>
              <a:t>members</a:t>
            </a:r>
            <a:r>
              <a:rPr lang="en-AU" sz="2400" spc="-60">
                <a:latin typeface="Arial"/>
                <a:cs typeface="Arial"/>
              </a:rPr>
              <a:t> </a:t>
            </a:r>
            <a:r>
              <a:rPr lang="en-AU" sz="2400">
                <a:latin typeface="Arial"/>
                <a:cs typeface="Arial"/>
              </a:rPr>
              <a:t>consider</a:t>
            </a:r>
            <a:r>
              <a:rPr lang="en-AU" sz="2400" spc="-75">
                <a:latin typeface="Arial"/>
                <a:cs typeface="Arial"/>
              </a:rPr>
              <a:t> </a:t>
            </a:r>
            <a:r>
              <a:rPr lang="en-AU" sz="2400">
                <a:latin typeface="Arial"/>
                <a:cs typeface="Arial"/>
              </a:rPr>
              <a:t>the</a:t>
            </a:r>
            <a:r>
              <a:rPr lang="en-AU" sz="2400" spc="-35">
                <a:latin typeface="Arial"/>
                <a:cs typeface="Arial"/>
              </a:rPr>
              <a:t> </a:t>
            </a:r>
            <a:r>
              <a:rPr lang="en-AU" sz="2400" b="1" spc="-25">
                <a:latin typeface="Arial"/>
                <a:cs typeface="Arial"/>
              </a:rPr>
              <a:t>team</a:t>
            </a:r>
            <a:r>
              <a:rPr lang="en-AU" sz="2400" b="1" spc="-75">
                <a:latin typeface="Arial"/>
                <a:cs typeface="Arial"/>
              </a:rPr>
              <a:t> </a:t>
            </a:r>
            <a:r>
              <a:rPr lang="en-AU" sz="2400" spc="65">
                <a:latin typeface="Arial"/>
                <a:cs typeface="Arial"/>
              </a:rPr>
              <a:t>to</a:t>
            </a:r>
            <a:r>
              <a:rPr lang="en-AU" sz="2400" spc="-70">
                <a:latin typeface="Arial"/>
                <a:cs typeface="Arial"/>
              </a:rPr>
              <a:t> </a:t>
            </a:r>
            <a:r>
              <a:rPr lang="en-AU" sz="2400">
                <a:latin typeface="Arial"/>
                <a:cs typeface="Arial"/>
              </a:rPr>
              <a:t>be</a:t>
            </a:r>
            <a:r>
              <a:rPr lang="en-AU" sz="2400" spc="-65">
                <a:latin typeface="Arial"/>
                <a:cs typeface="Arial"/>
              </a:rPr>
              <a:t> </a:t>
            </a:r>
            <a:r>
              <a:rPr lang="en-AU" sz="2400">
                <a:latin typeface="Arial"/>
                <a:cs typeface="Arial"/>
              </a:rPr>
              <a:t>more</a:t>
            </a:r>
            <a:r>
              <a:rPr lang="en-AU" sz="2400" spc="-70">
                <a:latin typeface="Arial"/>
                <a:cs typeface="Arial"/>
              </a:rPr>
              <a:t> </a:t>
            </a:r>
            <a:r>
              <a:rPr lang="en-AU" sz="2400" b="1" spc="-55">
                <a:latin typeface="Arial"/>
                <a:cs typeface="Arial"/>
              </a:rPr>
              <a:t>important</a:t>
            </a:r>
            <a:r>
              <a:rPr lang="en-AU" sz="2400" b="1" spc="-60">
                <a:latin typeface="Arial"/>
                <a:cs typeface="Arial"/>
              </a:rPr>
              <a:t> </a:t>
            </a:r>
            <a:r>
              <a:rPr lang="en-AU" sz="2400" spc="-20">
                <a:latin typeface="Arial"/>
                <a:cs typeface="Arial"/>
              </a:rPr>
              <a:t>than any</a:t>
            </a:r>
            <a:r>
              <a:rPr lang="en-AU" sz="2400" spc="-55">
                <a:latin typeface="Arial"/>
                <a:cs typeface="Arial"/>
              </a:rPr>
              <a:t> </a:t>
            </a:r>
            <a:r>
              <a:rPr lang="en-AU" sz="2400" b="1" spc="-95">
                <a:latin typeface="Arial"/>
                <a:cs typeface="Arial"/>
              </a:rPr>
              <a:t>individual</a:t>
            </a:r>
            <a:endParaRPr lang="en-AU" sz="2400" spc="50">
              <a:latin typeface="Arial"/>
              <a:cs typeface="Arial"/>
            </a:endParaRPr>
          </a:p>
          <a:p>
            <a:pPr>
              <a:lnSpc>
                <a:spcPct val="100000"/>
              </a:lnSpc>
              <a:spcBef>
                <a:spcPts val="204"/>
              </a:spcBef>
            </a:pPr>
            <a:endParaRPr lang="en-AU" sz="2400">
              <a:latin typeface="Arial"/>
              <a:cs typeface="Arial"/>
            </a:endParaRPr>
          </a:p>
          <a:p>
            <a:pPr marL="12700">
              <a:lnSpc>
                <a:spcPct val="100000"/>
              </a:lnSpc>
            </a:pPr>
            <a:r>
              <a:rPr lang="en-AU" sz="2400" spc="-20">
                <a:latin typeface="Arial"/>
                <a:cs typeface="Arial"/>
              </a:rPr>
              <a:t>The</a:t>
            </a:r>
            <a:r>
              <a:rPr lang="en-AU" sz="2400" spc="-90">
                <a:latin typeface="Arial"/>
                <a:cs typeface="Arial"/>
              </a:rPr>
              <a:t> </a:t>
            </a:r>
            <a:r>
              <a:rPr lang="en-AU" sz="2400">
                <a:latin typeface="Arial"/>
                <a:cs typeface="Arial"/>
              </a:rPr>
              <a:t>advantages</a:t>
            </a:r>
            <a:r>
              <a:rPr lang="en-AU" sz="2400" spc="-105">
                <a:latin typeface="Arial"/>
                <a:cs typeface="Arial"/>
              </a:rPr>
              <a:t> </a:t>
            </a:r>
            <a:r>
              <a:rPr lang="en-AU" sz="2400" spc="95">
                <a:latin typeface="Arial"/>
                <a:cs typeface="Arial"/>
              </a:rPr>
              <a:t>of</a:t>
            </a:r>
            <a:r>
              <a:rPr lang="en-AU" sz="2400" spc="-90">
                <a:latin typeface="Arial"/>
                <a:cs typeface="Arial"/>
              </a:rPr>
              <a:t> </a:t>
            </a:r>
            <a:r>
              <a:rPr lang="en-AU" sz="2400">
                <a:latin typeface="Arial"/>
                <a:cs typeface="Arial"/>
              </a:rPr>
              <a:t>a</a:t>
            </a:r>
            <a:r>
              <a:rPr lang="en-AU" sz="2400" spc="-100">
                <a:latin typeface="Arial"/>
                <a:cs typeface="Arial"/>
              </a:rPr>
              <a:t> </a:t>
            </a:r>
            <a:r>
              <a:rPr lang="en-AU" sz="2400">
                <a:latin typeface="Arial"/>
                <a:cs typeface="Arial"/>
              </a:rPr>
              <a:t>cohesive</a:t>
            </a:r>
            <a:r>
              <a:rPr lang="en-AU" sz="2400" spc="-80">
                <a:latin typeface="Arial"/>
                <a:cs typeface="Arial"/>
              </a:rPr>
              <a:t> </a:t>
            </a:r>
            <a:r>
              <a:rPr lang="en-AU" sz="2400">
                <a:latin typeface="Arial"/>
                <a:cs typeface="Arial"/>
              </a:rPr>
              <a:t>team</a:t>
            </a:r>
            <a:r>
              <a:rPr lang="en-AU" sz="2400" spc="-110">
                <a:latin typeface="Arial"/>
                <a:cs typeface="Arial"/>
              </a:rPr>
              <a:t> </a:t>
            </a:r>
            <a:r>
              <a:rPr lang="en-AU" sz="2400" spc="-20">
                <a:latin typeface="Arial"/>
                <a:cs typeface="Arial"/>
              </a:rPr>
              <a:t>are:</a:t>
            </a:r>
            <a:endParaRPr lang="en-AU" sz="2400">
              <a:latin typeface="Arial"/>
              <a:cs typeface="Arial"/>
            </a:endParaRPr>
          </a:p>
          <a:p>
            <a:pPr marL="812165" indent="-342900">
              <a:lnSpc>
                <a:spcPct val="100000"/>
              </a:lnSpc>
              <a:spcBef>
                <a:spcPts val="315"/>
              </a:spcBef>
              <a:buChar char="•"/>
              <a:tabLst>
                <a:tab pos="812165" algn="l"/>
              </a:tabLst>
            </a:pPr>
            <a:r>
              <a:rPr lang="en-AU" sz="2400">
                <a:latin typeface="Arial"/>
                <a:cs typeface="Arial"/>
              </a:rPr>
              <a:t>Team</a:t>
            </a:r>
            <a:r>
              <a:rPr lang="en-AU" sz="2400" spc="-95">
                <a:latin typeface="Arial"/>
                <a:cs typeface="Arial"/>
              </a:rPr>
              <a:t> </a:t>
            </a:r>
            <a:r>
              <a:rPr lang="en-AU" sz="2400" b="1" spc="-70">
                <a:latin typeface="Arial"/>
                <a:cs typeface="Arial"/>
              </a:rPr>
              <a:t>quality</a:t>
            </a:r>
            <a:r>
              <a:rPr lang="en-AU" sz="2400" b="1" spc="-90">
                <a:latin typeface="Arial"/>
                <a:cs typeface="Arial"/>
              </a:rPr>
              <a:t> </a:t>
            </a:r>
            <a:r>
              <a:rPr lang="en-AU" sz="2400" b="1" spc="-85">
                <a:latin typeface="Arial"/>
                <a:cs typeface="Arial"/>
              </a:rPr>
              <a:t>standards</a:t>
            </a:r>
            <a:r>
              <a:rPr lang="en-AU" sz="2400" b="1" spc="-75">
                <a:latin typeface="Arial"/>
                <a:cs typeface="Arial"/>
              </a:rPr>
              <a:t> </a:t>
            </a:r>
            <a:r>
              <a:rPr lang="en-AU" sz="2400">
                <a:latin typeface="Arial"/>
                <a:cs typeface="Arial"/>
              </a:rPr>
              <a:t>can</a:t>
            </a:r>
            <a:r>
              <a:rPr lang="en-AU" sz="2400" spc="-95">
                <a:latin typeface="Arial"/>
                <a:cs typeface="Arial"/>
              </a:rPr>
              <a:t> </a:t>
            </a:r>
            <a:r>
              <a:rPr lang="en-AU" sz="2400">
                <a:latin typeface="Arial"/>
                <a:cs typeface="Arial"/>
              </a:rPr>
              <a:t>be</a:t>
            </a:r>
            <a:r>
              <a:rPr lang="en-AU" sz="2400" spc="-90">
                <a:latin typeface="Arial"/>
                <a:cs typeface="Arial"/>
              </a:rPr>
              <a:t> </a:t>
            </a:r>
            <a:r>
              <a:rPr lang="en-AU" sz="2400" spc="-10">
                <a:latin typeface="Arial"/>
                <a:cs typeface="Arial"/>
              </a:rPr>
              <a:t>developed</a:t>
            </a:r>
            <a:r>
              <a:rPr lang="en-AU" sz="2400" spc="-80">
                <a:latin typeface="Arial"/>
                <a:cs typeface="Arial"/>
              </a:rPr>
              <a:t> </a:t>
            </a:r>
            <a:r>
              <a:rPr lang="en-AU" sz="2400">
                <a:latin typeface="Arial"/>
                <a:cs typeface="Arial"/>
              </a:rPr>
              <a:t>by</a:t>
            </a:r>
            <a:r>
              <a:rPr lang="en-AU" sz="2400" spc="-90">
                <a:latin typeface="Arial"/>
                <a:cs typeface="Arial"/>
              </a:rPr>
              <a:t> </a:t>
            </a:r>
            <a:r>
              <a:rPr lang="en-AU" sz="2400">
                <a:latin typeface="Arial"/>
                <a:cs typeface="Arial"/>
              </a:rPr>
              <a:t>the</a:t>
            </a:r>
            <a:r>
              <a:rPr lang="en-AU" sz="2400" spc="-65">
                <a:latin typeface="Arial"/>
                <a:cs typeface="Arial"/>
              </a:rPr>
              <a:t> </a:t>
            </a:r>
            <a:r>
              <a:rPr lang="en-AU" sz="2400">
                <a:latin typeface="Arial"/>
                <a:cs typeface="Arial"/>
              </a:rPr>
              <a:t>team</a:t>
            </a:r>
            <a:r>
              <a:rPr lang="en-AU" sz="2400" spc="-100">
                <a:latin typeface="Arial"/>
                <a:cs typeface="Arial"/>
              </a:rPr>
              <a:t> </a:t>
            </a:r>
            <a:r>
              <a:rPr lang="en-AU" sz="2400" spc="-10">
                <a:latin typeface="Arial"/>
                <a:cs typeface="Arial"/>
              </a:rPr>
              <a:t>members</a:t>
            </a:r>
            <a:endParaRPr lang="en-AU" sz="2400">
              <a:latin typeface="Arial"/>
              <a:cs typeface="Arial"/>
            </a:endParaRPr>
          </a:p>
          <a:p>
            <a:pPr marL="812165" indent="-342900">
              <a:lnSpc>
                <a:spcPts val="2735"/>
              </a:lnSpc>
              <a:spcBef>
                <a:spcPts val="910"/>
              </a:spcBef>
              <a:buChar char="•"/>
              <a:tabLst>
                <a:tab pos="812165" algn="l"/>
                <a:tab pos="3105150" algn="l"/>
              </a:tabLst>
            </a:pPr>
            <a:r>
              <a:rPr lang="en-AU" sz="2400">
                <a:latin typeface="Arial"/>
                <a:cs typeface="Arial"/>
              </a:rPr>
              <a:t>Team</a:t>
            </a:r>
            <a:r>
              <a:rPr lang="en-AU" sz="2400" spc="-155">
                <a:latin typeface="Arial"/>
                <a:cs typeface="Arial"/>
              </a:rPr>
              <a:t> </a:t>
            </a:r>
            <a:r>
              <a:rPr lang="en-AU" sz="2400" spc="-10">
                <a:latin typeface="Arial"/>
                <a:cs typeface="Arial"/>
              </a:rPr>
              <a:t>members </a:t>
            </a:r>
            <a:r>
              <a:rPr lang="en-AU" sz="2400">
                <a:latin typeface="Arial"/>
                <a:cs typeface="Arial"/>
              </a:rPr>
              <a:t>learn</a:t>
            </a:r>
            <a:r>
              <a:rPr lang="en-AU" sz="2400" spc="-90">
                <a:latin typeface="Arial"/>
                <a:cs typeface="Arial"/>
              </a:rPr>
              <a:t> </a:t>
            </a:r>
            <a:r>
              <a:rPr lang="en-AU" sz="2400" spc="65">
                <a:latin typeface="Arial"/>
                <a:cs typeface="Arial"/>
              </a:rPr>
              <a:t>from</a:t>
            </a:r>
            <a:r>
              <a:rPr lang="en-AU" sz="2400" spc="-75">
                <a:latin typeface="Arial"/>
                <a:cs typeface="Arial"/>
              </a:rPr>
              <a:t> </a:t>
            </a:r>
            <a:r>
              <a:rPr lang="en-AU" sz="2400" spc="-10">
                <a:latin typeface="Arial"/>
                <a:cs typeface="Arial"/>
              </a:rPr>
              <a:t>each</a:t>
            </a:r>
            <a:r>
              <a:rPr lang="en-AU" sz="2400" spc="-90">
                <a:latin typeface="Arial"/>
                <a:cs typeface="Arial"/>
              </a:rPr>
              <a:t> </a:t>
            </a:r>
            <a:r>
              <a:rPr lang="en-AU" sz="2400">
                <a:latin typeface="Arial"/>
                <a:cs typeface="Arial"/>
              </a:rPr>
              <a:t>other</a:t>
            </a:r>
            <a:r>
              <a:rPr lang="en-AU" sz="2400" spc="-60">
                <a:latin typeface="Arial"/>
                <a:cs typeface="Arial"/>
              </a:rPr>
              <a:t> </a:t>
            </a:r>
            <a:r>
              <a:rPr lang="en-AU" sz="2400">
                <a:latin typeface="Arial"/>
                <a:cs typeface="Arial"/>
              </a:rPr>
              <a:t>and</a:t>
            </a:r>
            <a:r>
              <a:rPr lang="en-AU" sz="2400" spc="-85">
                <a:latin typeface="Arial"/>
                <a:cs typeface="Arial"/>
              </a:rPr>
              <a:t> </a:t>
            </a:r>
            <a:r>
              <a:rPr lang="en-AU" sz="2400">
                <a:latin typeface="Arial"/>
                <a:cs typeface="Arial"/>
              </a:rPr>
              <a:t>get</a:t>
            </a:r>
            <a:r>
              <a:rPr lang="en-AU" sz="2400" spc="-80">
                <a:latin typeface="Arial"/>
                <a:cs typeface="Arial"/>
              </a:rPr>
              <a:t> </a:t>
            </a:r>
            <a:r>
              <a:rPr lang="en-AU" sz="2400" spc="65">
                <a:latin typeface="Arial"/>
                <a:cs typeface="Arial"/>
              </a:rPr>
              <a:t>to</a:t>
            </a:r>
            <a:r>
              <a:rPr lang="en-AU" sz="2400" spc="-65">
                <a:latin typeface="Arial"/>
                <a:cs typeface="Arial"/>
              </a:rPr>
              <a:t> </a:t>
            </a:r>
            <a:r>
              <a:rPr lang="en-AU" sz="2400">
                <a:latin typeface="Arial"/>
                <a:cs typeface="Arial"/>
              </a:rPr>
              <a:t>know</a:t>
            </a:r>
            <a:r>
              <a:rPr lang="en-AU" sz="2400" spc="-80">
                <a:latin typeface="Arial"/>
                <a:cs typeface="Arial"/>
              </a:rPr>
              <a:t> </a:t>
            </a:r>
            <a:r>
              <a:rPr lang="en-AU" sz="2400" spc="-10">
                <a:latin typeface="Arial"/>
                <a:cs typeface="Arial"/>
              </a:rPr>
              <a:t>each</a:t>
            </a:r>
            <a:r>
              <a:rPr lang="en-AU" sz="2400" spc="-85">
                <a:latin typeface="Arial"/>
                <a:cs typeface="Arial"/>
              </a:rPr>
              <a:t> </a:t>
            </a:r>
            <a:r>
              <a:rPr lang="en-AU" sz="2400" spc="-10">
                <a:latin typeface="Arial"/>
                <a:cs typeface="Arial"/>
              </a:rPr>
              <a:t>other’s </a:t>
            </a:r>
            <a:r>
              <a:rPr lang="en-AU" sz="2400">
                <a:latin typeface="Arial"/>
                <a:cs typeface="Arial"/>
              </a:rPr>
              <a:t>work.</a:t>
            </a:r>
            <a:r>
              <a:rPr lang="en-AU" sz="2400" spc="-60">
                <a:latin typeface="Arial"/>
                <a:cs typeface="Arial"/>
              </a:rPr>
              <a:t> </a:t>
            </a:r>
            <a:endParaRPr lang="en-AU" sz="2400" spc="-10">
              <a:latin typeface="Arial"/>
              <a:cs typeface="Arial"/>
            </a:endParaRPr>
          </a:p>
          <a:p>
            <a:pPr marL="812165" marR="5080" indent="-342900">
              <a:lnSpc>
                <a:spcPts val="2590"/>
              </a:lnSpc>
              <a:spcBef>
                <a:spcPts val="1245"/>
              </a:spcBef>
              <a:buFont typeface="Arial"/>
              <a:buChar char="•"/>
            </a:pPr>
            <a:r>
              <a:rPr lang="en-AU" sz="2400" b="1" spc="-105">
                <a:latin typeface="Arial"/>
                <a:cs typeface="Arial"/>
              </a:rPr>
              <a:t>Knowledge</a:t>
            </a:r>
            <a:r>
              <a:rPr lang="en-AU" sz="2400" b="1" spc="-30">
                <a:latin typeface="Arial"/>
                <a:cs typeface="Arial"/>
              </a:rPr>
              <a:t> </a:t>
            </a:r>
            <a:r>
              <a:rPr lang="en-AU" sz="2400">
                <a:latin typeface="Arial"/>
                <a:cs typeface="Arial"/>
              </a:rPr>
              <a:t>is</a:t>
            </a:r>
            <a:r>
              <a:rPr lang="en-AU" sz="2400" spc="-35">
                <a:latin typeface="Arial"/>
                <a:cs typeface="Arial"/>
              </a:rPr>
              <a:t> </a:t>
            </a:r>
            <a:r>
              <a:rPr lang="en-AU" sz="2400" b="1" spc="-90">
                <a:latin typeface="Arial"/>
                <a:cs typeface="Arial"/>
              </a:rPr>
              <a:t>shared</a:t>
            </a:r>
            <a:r>
              <a:rPr lang="en-AU" sz="2400" spc="-90">
                <a:latin typeface="Arial"/>
                <a:cs typeface="Arial"/>
              </a:rPr>
              <a:t>.</a:t>
            </a:r>
            <a:r>
              <a:rPr lang="en-AU" sz="2400" spc="-40">
                <a:latin typeface="Arial"/>
                <a:cs typeface="Arial"/>
              </a:rPr>
              <a:t> </a:t>
            </a:r>
            <a:r>
              <a:rPr lang="en-AU" sz="2400">
                <a:latin typeface="Arial"/>
                <a:cs typeface="Arial"/>
              </a:rPr>
              <a:t>Continuity can</a:t>
            </a:r>
            <a:r>
              <a:rPr lang="en-AU" sz="2400" spc="-45">
                <a:latin typeface="Arial"/>
                <a:cs typeface="Arial"/>
              </a:rPr>
              <a:t> </a:t>
            </a:r>
            <a:r>
              <a:rPr lang="en-AU" sz="2400">
                <a:latin typeface="Arial"/>
                <a:cs typeface="Arial"/>
              </a:rPr>
              <a:t>be</a:t>
            </a:r>
            <a:r>
              <a:rPr lang="en-AU" sz="2400" spc="-40">
                <a:latin typeface="Arial"/>
                <a:cs typeface="Arial"/>
              </a:rPr>
              <a:t> </a:t>
            </a:r>
            <a:r>
              <a:rPr lang="en-AU" sz="2400">
                <a:latin typeface="Arial"/>
                <a:cs typeface="Arial"/>
              </a:rPr>
              <a:t>maintained</a:t>
            </a:r>
            <a:r>
              <a:rPr lang="en-AU" sz="2400" spc="-45">
                <a:latin typeface="Arial"/>
                <a:cs typeface="Arial"/>
              </a:rPr>
              <a:t> </a:t>
            </a:r>
            <a:r>
              <a:rPr lang="en-AU" sz="2400" spc="105">
                <a:latin typeface="Arial"/>
                <a:cs typeface="Arial"/>
              </a:rPr>
              <a:t>if</a:t>
            </a:r>
            <a:r>
              <a:rPr lang="en-AU" sz="2400" spc="-35">
                <a:latin typeface="Arial"/>
                <a:cs typeface="Arial"/>
              </a:rPr>
              <a:t> </a:t>
            </a:r>
            <a:r>
              <a:rPr lang="en-AU" sz="2400">
                <a:latin typeface="Arial"/>
                <a:cs typeface="Arial"/>
              </a:rPr>
              <a:t>a</a:t>
            </a:r>
            <a:r>
              <a:rPr lang="en-AU" sz="2400" spc="-50">
                <a:latin typeface="Arial"/>
                <a:cs typeface="Arial"/>
              </a:rPr>
              <a:t> </a:t>
            </a:r>
            <a:r>
              <a:rPr lang="en-AU" sz="2400">
                <a:latin typeface="Arial"/>
                <a:cs typeface="Arial"/>
              </a:rPr>
              <a:t>team</a:t>
            </a:r>
            <a:r>
              <a:rPr lang="en-AU" sz="2400" spc="-30">
                <a:latin typeface="Arial"/>
                <a:cs typeface="Arial"/>
              </a:rPr>
              <a:t> </a:t>
            </a:r>
            <a:r>
              <a:rPr lang="en-AU" sz="2400" spc="-10">
                <a:latin typeface="Arial"/>
                <a:cs typeface="Arial"/>
              </a:rPr>
              <a:t>member leaves</a:t>
            </a:r>
            <a:endParaRPr lang="en-AU" sz="2400">
              <a:latin typeface="Arial"/>
              <a:cs typeface="Arial"/>
            </a:endParaRPr>
          </a:p>
          <a:p>
            <a:pPr marL="812165" marR="473075" indent="-342900">
              <a:lnSpc>
                <a:spcPct val="90000"/>
              </a:lnSpc>
              <a:spcBef>
                <a:spcPts val="1165"/>
              </a:spcBef>
              <a:buFont typeface="Arial"/>
              <a:buChar char="•"/>
              <a:tabLst>
                <a:tab pos="812165" algn="l"/>
              </a:tabLst>
            </a:pPr>
            <a:r>
              <a:rPr lang="en-AU" sz="2400" b="1" spc="-70">
                <a:latin typeface="Arial"/>
                <a:cs typeface="Arial"/>
              </a:rPr>
              <a:t>Refactoring </a:t>
            </a:r>
            <a:r>
              <a:rPr lang="en-AU" sz="2400">
                <a:latin typeface="Arial"/>
                <a:cs typeface="Arial"/>
              </a:rPr>
              <a:t>and</a:t>
            </a:r>
            <a:r>
              <a:rPr lang="en-AU" sz="2400" spc="-95">
                <a:latin typeface="Arial"/>
                <a:cs typeface="Arial"/>
              </a:rPr>
              <a:t> </a:t>
            </a:r>
            <a:r>
              <a:rPr lang="en-AU" sz="2400" b="1" spc="-90">
                <a:latin typeface="Arial"/>
                <a:cs typeface="Arial"/>
              </a:rPr>
              <a:t>continual</a:t>
            </a:r>
            <a:r>
              <a:rPr lang="en-AU" sz="2400" b="1" spc="-60">
                <a:latin typeface="Arial"/>
                <a:cs typeface="Arial"/>
              </a:rPr>
              <a:t> </a:t>
            </a:r>
            <a:r>
              <a:rPr lang="en-AU" sz="2400" b="1" spc="-70">
                <a:latin typeface="Arial"/>
                <a:cs typeface="Arial"/>
              </a:rPr>
              <a:t>improvement</a:t>
            </a:r>
            <a:r>
              <a:rPr lang="en-AU" sz="2400" b="1" spc="-65">
                <a:latin typeface="Arial"/>
                <a:cs typeface="Arial"/>
              </a:rPr>
              <a:t> </a:t>
            </a:r>
            <a:r>
              <a:rPr lang="en-AU" sz="2400">
                <a:latin typeface="Arial"/>
                <a:cs typeface="Arial"/>
              </a:rPr>
              <a:t>is</a:t>
            </a:r>
            <a:r>
              <a:rPr lang="en-AU" sz="2400" spc="-85">
                <a:latin typeface="Arial"/>
                <a:cs typeface="Arial"/>
              </a:rPr>
              <a:t> </a:t>
            </a:r>
            <a:r>
              <a:rPr lang="en-AU" sz="2400" spc="-10">
                <a:latin typeface="Arial"/>
                <a:cs typeface="Arial"/>
              </a:rPr>
              <a:t>encouraged.</a:t>
            </a:r>
            <a:r>
              <a:rPr lang="en-AU" sz="2400" spc="-70">
                <a:latin typeface="Arial"/>
                <a:cs typeface="Arial"/>
              </a:rPr>
              <a:t> </a:t>
            </a:r>
            <a:r>
              <a:rPr lang="en-AU" sz="2400" spc="-20">
                <a:latin typeface="Arial"/>
                <a:cs typeface="Arial"/>
              </a:rPr>
              <a:t>Team </a:t>
            </a:r>
            <a:r>
              <a:rPr lang="en-AU" sz="2400">
                <a:latin typeface="Arial"/>
                <a:cs typeface="Arial"/>
              </a:rPr>
              <a:t>members</a:t>
            </a:r>
            <a:r>
              <a:rPr lang="en-AU" sz="2400" spc="-45">
                <a:latin typeface="Arial"/>
                <a:cs typeface="Arial"/>
              </a:rPr>
              <a:t> </a:t>
            </a:r>
            <a:r>
              <a:rPr lang="en-AU" sz="2400">
                <a:latin typeface="Arial"/>
                <a:cs typeface="Arial"/>
              </a:rPr>
              <a:t>work</a:t>
            </a:r>
            <a:r>
              <a:rPr lang="en-AU" sz="2400" spc="-60">
                <a:latin typeface="Arial"/>
                <a:cs typeface="Arial"/>
              </a:rPr>
              <a:t> </a:t>
            </a:r>
            <a:r>
              <a:rPr lang="en-AU" sz="2400" b="1" spc="-65">
                <a:latin typeface="Arial"/>
                <a:cs typeface="Arial"/>
              </a:rPr>
              <a:t>collectively</a:t>
            </a:r>
            <a:r>
              <a:rPr lang="en-AU" sz="2400" b="1" spc="-25">
                <a:latin typeface="Arial"/>
                <a:cs typeface="Arial"/>
              </a:rPr>
              <a:t> </a:t>
            </a:r>
            <a:r>
              <a:rPr lang="en-AU" sz="2400" spc="65">
                <a:latin typeface="Arial"/>
                <a:cs typeface="Arial"/>
              </a:rPr>
              <a:t>to</a:t>
            </a:r>
            <a:r>
              <a:rPr lang="en-AU" sz="2400" spc="-55">
                <a:latin typeface="Arial"/>
                <a:cs typeface="Arial"/>
              </a:rPr>
              <a:t> </a:t>
            </a:r>
            <a:r>
              <a:rPr lang="en-AU" sz="2400">
                <a:latin typeface="Arial"/>
                <a:cs typeface="Arial"/>
              </a:rPr>
              <a:t>deliver</a:t>
            </a:r>
            <a:r>
              <a:rPr lang="en-AU" sz="2400" spc="-45">
                <a:latin typeface="Arial"/>
                <a:cs typeface="Arial"/>
              </a:rPr>
              <a:t> </a:t>
            </a:r>
            <a:r>
              <a:rPr lang="en-AU" sz="2400" b="1" spc="-110">
                <a:latin typeface="Arial"/>
                <a:cs typeface="Arial"/>
              </a:rPr>
              <a:t>high</a:t>
            </a:r>
            <a:r>
              <a:rPr lang="en-AU" sz="2400" b="1" spc="-70">
                <a:latin typeface="Arial"/>
                <a:cs typeface="Arial"/>
              </a:rPr>
              <a:t> quality</a:t>
            </a:r>
            <a:r>
              <a:rPr lang="en-AU" sz="2400" b="1" spc="-60">
                <a:latin typeface="Arial"/>
                <a:cs typeface="Arial"/>
              </a:rPr>
              <a:t> </a:t>
            </a:r>
            <a:r>
              <a:rPr lang="en-AU" sz="2400" b="1" spc="-75">
                <a:latin typeface="Arial"/>
                <a:cs typeface="Arial"/>
              </a:rPr>
              <a:t>results</a:t>
            </a:r>
            <a:r>
              <a:rPr lang="en-AU" sz="2400" b="1" spc="-50">
                <a:latin typeface="Arial"/>
                <a:cs typeface="Arial"/>
              </a:rPr>
              <a:t> </a:t>
            </a:r>
            <a:r>
              <a:rPr lang="en-AU" sz="2400">
                <a:latin typeface="Arial"/>
                <a:cs typeface="Arial"/>
              </a:rPr>
              <a:t>and</a:t>
            </a:r>
            <a:r>
              <a:rPr lang="en-AU" sz="2400" spc="-60">
                <a:latin typeface="Arial"/>
                <a:cs typeface="Arial"/>
              </a:rPr>
              <a:t> </a:t>
            </a:r>
            <a:r>
              <a:rPr lang="en-AU" sz="2400" b="1" spc="-25">
                <a:latin typeface="Arial"/>
                <a:cs typeface="Arial"/>
              </a:rPr>
              <a:t>fix </a:t>
            </a:r>
            <a:r>
              <a:rPr lang="en-AU" sz="2400" b="1" spc="-105">
                <a:latin typeface="Arial"/>
                <a:cs typeface="Arial"/>
              </a:rPr>
              <a:t>problems</a:t>
            </a:r>
            <a:r>
              <a:rPr lang="en-AU" sz="2400" spc="-105">
                <a:latin typeface="Arial"/>
                <a:cs typeface="Arial"/>
              </a:rPr>
              <a:t>,</a:t>
            </a:r>
            <a:r>
              <a:rPr lang="en-AU" sz="2400" spc="-25">
                <a:latin typeface="Arial"/>
                <a:cs typeface="Arial"/>
              </a:rPr>
              <a:t> </a:t>
            </a:r>
            <a:r>
              <a:rPr lang="en-AU" sz="2400">
                <a:latin typeface="Arial"/>
                <a:cs typeface="Arial"/>
              </a:rPr>
              <a:t>irrespective</a:t>
            </a:r>
            <a:r>
              <a:rPr lang="en-AU" sz="2400" spc="-15">
                <a:latin typeface="Arial"/>
                <a:cs typeface="Arial"/>
              </a:rPr>
              <a:t> </a:t>
            </a:r>
            <a:r>
              <a:rPr lang="en-AU" sz="2400" spc="95">
                <a:latin typeface="Arial"/>
                <a:cs typeface="Arial"/>
              </a:rPr>
              <a:t>of</a:t>
            </a:r>
            <a:r>
              <a:rPr lang="en-AU" sz="2400" spc="-25">
                <a:latin typeface="Arial"/>
                <a:cs typeface="Arial"/>
              </a:rPr>
              <a:t> </a:t>
            </a:r>
            <a:r>
              <a:rPr lang="en-AU" sz="2400">
                <a:latin typeface="Arial"/>
                <a:cs typeface="Arial"/>
              </a:rPr>
              <a:t>the</a:t>
            </a:r>
            <a:r>
              <a:rPr lang="en-AU" sz="2400" spc="-5">
                <a:latin typeface="Arial"/>
                <a:cs typeface="Arial"/>
              </a:rPr>
              <a:t> </a:t>
            </a:r>
            <a:r>
              <a:rPr lang="en-AU" sz="2400">
                <a:latin typeface="Arial"/>
                <a:cs typeface="Arial"/>
              </a:rPr>
              <a:t>individuals</a:t>
            </a:r>
            <a:r>
              <a:rPr lang="en-AU" sz="2400" spc="-35">
                <a:latin typeface="Arial"/>
                <a:cs typeface="Arial"/>
              </a:rPr>
              <a:t> </a:t>
            </a:r>
            <a:r>
              <a:rPr lang="en-AU" sz="2400">
                <a:latin typeface="Arial"/>
                <a:cs typeface="Arial"/>
              </a:rPr>
              <a:t>who</a:t>
            </a:r>
            <a:r>
              <a:rPr lang="en-AU" sz="2400" spc="-25">
                <a:latin typeface="Arial"/>
                <a:cs typeface="Arial"/>
              </a:rPr>
              <a:t> </a:t>
            </a:r>
            <a:r>
              <a:rPr lang="en-AU" sz="2400">
                <a:latin typeface="Arial"/>
                <a:cs typeface="Arial"/>
              </a:rPr>
              <a:t>originally</a:t>
            </a:r>
            <a:r>
              <a:rPr lang="en-AU" sz="2400" spc="-25">
                <a:latin typeface="Arial"/>
                <a:cs typeface="Arial"/>
              </a:rPr>
              <a:t> </a:t>
            </a:r>
            <a:r>
              <a:rPr lang="en-AU" sz="2400">
                <a:latin typeface="Arial"/>
                <a:cs typeface="Arial"/>
              </a:rPr>
              <a:t>created</a:t>
            </a:r>
            <a:r>
              <a:rPr lang="en-AU" sz="2400" spc="-35">
                <a:latin typeface="Arial"/>
                <a:cs typeface="Arial"/>
              </a:rPr>
              <a:t> </a:t>
            </a:r>
            <a:r>
              <a:rPr lang="en-AU" sz="2400" spc="-25">
                <a:latin typeface="Arial"/>
                <a:cs typeface="Arial"/>
              </a:rPr>
              <a:t>the </a:t>
            </a:r>
            <a:r>
              <a:rPr lang="en-AU" sz="2400">
                <a:latin typeface="Arial"/>
                <a:cs typeface="Arial"/>
              </a:rPr>
              <a:t>design</a:t>
            </a:r>
            <a:r>
              <a:rPr lang="en-AU" sz="2400" spc="-45">
                <a:latin typeface="Arial"/>
                <a:cs typeface="Arial"/>
              </a:rPr>
              <a:t> </a:t>
            </a:r>
            <a:r>
              <a:rPr lang="en-AU" sz="2400">
                <a:latin typeface="Arial"/>
                <a:cs typeface="Arial"/>
              </a:rPr>
              <a:t>or</a:t>
            </a:r>
            <a:r>
              <a:rPr lang="en-AU" sz="2400" spc="-50">
                <a:latin typeface="Arial"/>
                <a:cs typeface="Arial"/>
              </a:rPr>
              <a:t> </a:t>
            </a:r>
            <a:r>
              <a:rPr lang="en-AU" sz="2400" spc="-10">
                <a:latin typeface="Arial"/>
                <a:cs typeface="Arial"/>
              </a:rPr>
              <a:t>program</a:t>
            </a:r>
            <a:endParaRPr lang="en-AU"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67</a:t>
            </a:fld>
            <a:endParaRPr spc="-25"/>
          </a:p>
        </p:txBody>
      </p:sp>
      <p:sp>
        <p:nvSpPr>
          <p:cNvPr id="3" name="object 3"/>
          <p:cNvSpPr txBox="1">
            <a:spLocks noGrp="1"/>
          </p:cNvSpPr>
          <p:nvPr>
            <p:ph type="title"/>
          </p:nvPr>
        </p:nvSpPr>
        <p:spPr>
          <a:xfrm>
            <a:off x="2287249" y="261270"/>
            <a:ext cx="70866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Team Cohesiveness</a:t>
            </a:r>
            <a:endParaRPr sz="4400"/>
          </a:p>
        </p:txBody>
      </p:sp>
    </p:spTree>
    <p:extLst>
      <p:ext uri="{BB962C8B-B14F-4D97-AF65-F5344CB8AC3E}">
        <p14:creationId xmlns:p14="http://schemas.microsoft.com/office/powerpoint/2010/main" val="3735783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4880" y="895718"/>
            <a:ext cx="10975974" cy="5065489"/>
          </a:xfrm>
          <a:prstGeom prst="rect">
            <a:avLst/>
          </a:prstGeom>
        </p:spPr>
        <p:txBody>
          <a:bodyPr vert="horz" wrap="square" lIns="0" tIns="12700" rIns="0" bIns="0" rtlCol="0" anchor="t">
            <a:spAutoFit/>
          </a:bodyPr>
          <a:lstStyle/>
          <a:p>
            <a:pPr marL="12700">
              <a:lnSpc>
                <a:spcPct val="100000"/>
              </a:lnSpc>
              <a:spcBef>
                <a:spcPts val="815"/>
              </a:spcBef>
            </a:pPr>
            <a:r>
              <a:rPr lang="en-AU" sz="2800" spc="-45">
                <a:latin typeface="Arial"/>
                <a:cs typeface="Arial"/>
              </a:rPr>
              <a:t>The</a:t>
            </a:r>
            <a:r>
              <a:rPr lang="en-AU" sz="2800" spc="-120">
                <a:latin typeface="Arial"/>
                <a:cs typeface="Arial"/>
              </a:rPr>
              <a:t> </a:t>
            </a:r>
            <a:r>
              <a:rPr lang="en-AU" sz="2800">
                <a:latin typeface="Arial"/>
                <a:cs typeface="Arial"/>
              </a:rPr>
              <a:t>people</a:t>
            </a:r>
            <a:r>
              <a:rPr lang="en-AU" sz="2800" spc="-100">
                <a:latin typeface="Arial"/>
                <a:cs typeface="Arial"/>
              </a:rPr>
              <a:t> </a:t>
            </a:r>
            <a:r>
              <a:rPr lang="en-AU" sz="2800">
                <a:latin typeface="Arial"/>
                <a:cs typeface="Arial"/>
              </a:rPr>
              <a:t>in</a:t>
            </a:r>
            <a:r>
              <a:rPr lang="en-AU" sz="2800" spc="-120">
                <a:latin typeface="Arial"/>
                <a:cs typeface="Arial"/>
              </a:rPr>
              <a:t> </a:t>
            </a:r>
            <a:r>
              <a:rPr lang="en-AU" sz="2800">
                <a:latin typeface="Arial"/>
                <a:cs typeface="Arial"/>
              </a:rPr>
              <a:t>the</a:t>
            </a:r>
            <a:r>
              <a:rPr lang="en-AU" sz="2800" spc="-130">
                <a:latin typeface="Arial"/>
                <a:cs typeface="Arial"/>
              </a:rPr>
              <a:t> </a:t>
            </a:r>
            <a:r>
              <a:rPr lang="en-AU" sz="2800" spc="-20">
                <a:latin typeface="Arial"/>
                <a:cs typeface="Arial"/>
              </a:rPr>
              <a:t>team</a:t>
            </a:r>
            <a:endParaRPr lang="en-AU" sz="2800">
              <a:latin typeface="Arial"/>
              <a:cs typeface="Arial"/>
            </a:endParaRPr>
          </a:p>
          <a:p>
            <a:pPr marL="756285" marR="57785" indent="-287020">
              <a:lnSpc>
                <a:spcPct val="100000"/>
              </a:lnSpc>
              <a:spcBef>
                <a:spcPts val="615"/>
              </a:spcBef>
            </a:pPr>
            <a:r>
              <a:rPr lang="en-AU" sz="2400" spc="-45">
                <a:latin typeface="Arial"/>
                <a:cs typeface="Arial"/>
              </a:rPr>
              <a:t>You </a:t>
            </a:r>
            <a:r>
              <a:rPr lang="en-AU" sz="2400" spc="-25">
                <a:latin typeface="Arial"/>
                <a:cs typeface="Arial"/>
              </a:rPr>
              <a:t>need</a:t>
            </a:r>
            <a:r>
              <a:rPr lang="en-AU" sz="2400" spc="-55">
                <a:latin typeface="Arial"/>
                <a:cs typeface="Arial"/>
              </a:rPr>
              <a:t> </a:t>
            </a:r>
            <a:r>
              <a:rPr lang="en-AU" sz="2400">
                <a:latin typeface="Arial"/>
                <a:cs typeface="Arial"/>
              </a:rPr>
              <a:t>a</a:t>
            </a:r>
            <a:r>
              <a:rPr lang="en-AU" sz="2400" spc="-30">
                <a:latin typeface="Arial"/>
                <a:cs typeface="Arial"/>
              </a:rPr>
              <a:t> </a:t>
            </a:r>
            <a:r>
              <a:rPr lang="en-AU" sz="2400" b="1" spc="-65">
                <a:latin typeface="Arial"/>
                <a:cs typeface="Arial"/>
              </a:rPr>
              <a:t>mix</a:t>
            </a:r>
            <a:r>
              <a:rPr lang="en-AU" sz="2400" b="1" spc="-50">
                <a:latin typeface="Arial"/>
                <a:cs typeface="Arial"/>
              </a:rPr>
              <a:t> </a:t>
            </a:r>
            <a:r>
              <a:rPr lang="en-AU" sz="2400" spc="95">
                <a:latin typeface="Arial"/>
                <a:cs typeface="Arial"/>
              </a:rPr>
              <a:t>of</a:t>
            </a:r>
            <a:r>
              <a:rPr lang="en-AU" sz="2400" spc="-45">
                <a:latin typeface="Arial"/>
                <a:cs typeface="Arial"/>
              </a:rPr>
              <a:t> </a:t>
            </a:r>
            <a:r>
              <a:rPr lang="en-AU" sz="2400">
                <a:latin typeface="Arial"/>
                <a:cs typeface="Arial"/>
              </a:rPr>
              <a:t>people</a:t>
            </a:r>
            <a:r>
              <a:rPr lang="en-AU" sz="2400" spc="-20">
                <a:latin typeface="Arial"/>
                <a:cs typeface="Arial"/>
              </a:rPr>
              <a:t> </a:t>
            </a:r>
            <a:r>
              <a:rPr lang="en-AU" sz="2400">
                <a:latin typeface="Arial"/>
                <a:cs typeface="Arial"/>
              </a:rPr>
              <a:t>in</a:t>
            </a:r>
            <a:r>
              <a:rPr lang="en-AU" sz="2400" spc="-55">
                <a:latin typeface="Arial"/>
                <a:cs typeface="Arial"/>
              </a:rPr>
              <a:t> </a:t>
            </a:r>
            <a:r>
              <a:rPr lang="en-AU" sz="2400">
                <a:latin typeface="Arial"/>
                <a:cs typeface="Arial"/>
              </a:rPr>
              <a:t>a</a:t>
            </a:r>
            <a:r>
              <a:rPr lang="en-AU" sz="2400" spc="-50">
                <a:latin typeface="Arial"/>
                <a:cs typeface="Arial"/>
              </a:rPr>
              <a:t> </a:t>
            </a:r>
            <a:r>
              <a:rPr lang="en-AU" sz="2400">
                <a:latin typeface="Arial"/>
                <a:cs typeface="Arial"/>
              </a:rPr>
              <a:t>project</a:t>
            </a:r>
            <a:r>
              <a:rPr lang="en-AU" sz="2400" spc="-25">
                <a:latin typeface="Arial"/>
                <a:cs typeface="Arial"/>
              </a:rPr>
              <a:t> </a:t>
            </a:r>
            <a:r>
              <a:rPr lang="en-AU" sz="2400">
                <a:latin typeface="Arial"/>
                <a:cs typeface="Arial"/>
              </a:rPr>
              <a:t>team</a:t>
            </a:r>
            <a:r>
              <a:rPr lang="en-AU" sz="2400" spc="-55">
                <a:latin typeface="Arial"/>
                <a:cs typeface="Arial"/>
              </a:rPr>
              <a:t> </a:t>
            </a:r>
            <a:r>
              <a:rPr lang="en-AU" sz="2400">
                <a:latin typeface="Arial"/>
                <a:cs typeface="Arial"/>
              </a:rPr>
              <a:t>as</a:t>
            </a:r>
            <a:r>
              <a:rPr lang="en-AU" sz="2400" spc="-55">
                <a:latin typeface="Arial"/>
                <a:cs typeface="Arial"/>
              </a:rPr>
              <a:t> </a:t>
            </a:r>
            <a:r>
              <a:rPr lang="en-AU" sz="2400">
                <a:latin typeface="Arial"/>
                <a:cs typeface="Arial"/>
              </a:rPr>
              <a:t>software</a:t>
            </a:r>
            <a:r>
              <a:rPr lang="en-AU" sz="2400" spc="-15">
                <a:latin typeface="Arial"/>
                <a:cs typeface="Arial"/>
              </a:rPr>
              <a:t> </a:t>
            </a:r>
            <a:r>
              <a:rPr lang="en-AU" sz="2400" spc="-10">
                <a:latin typeface="Arial"/>
                <a:cs typeface="Arial"/>
              </a:rPr>
              <a:t>development </a:t>
            </a:r>
            <a:r>
              <a:rPr lang="en-AU" sz="2400">
                <a:latin typeface="Arial"/>
                <a:cs typeface="Arial"/>
              </a:rPr>
              <a:t>involves</a:t>
            </a:r>
            <a:r>
              <a:rPr lang="en-AU" sz="2400" spc="-40">
                <a:latin typeface="Arial"/>
                <a:cs typeface="Arial"/>
              </a:rPr>
              <a:t> </a:t>
            </a:r>
            <a:r>
              <a:rPr lang="en-AU" sz="2400" spc="-10">
                <a:latin typeface="Arial"/>
                <a:cs typeface="Arial"/>
              </a:rPr>
              <a:t>diverse</a:t>
            </a:r>
            <a:r>
              <a:rPr lang="en-AU" sz="2400" spc="-45">
                <a:latin typeface="Arial"/>
                <a:cs typeface="Arial"/>
              </a:rPr>
              <a:t> </a:t>
            </a:r>
            <a:r>
              <a:rPr lang="en-AU" sz="2400">
                <a:latin typeface="Arial"/>
                <a:cs typeface="Arial"/>
              </a:rPr>
              <a:t>activities</a:t>
            </a:r>
            <a:r>
              <a:rPr lang="en-AU" sz="2400" spc="-35">
                <a:latin typeface="Arial"/>
                <a:cs typeface="Arial"/>
              </a:rPr>
              <a:t> </a:t>
            </a:r>
            <a:r>
              <a:rPr lang="en-AU" sz="2400">
                <a:latin typeface="Arial"/>
                <a:cs typeface="Arial"/>
              </a:rPr>
              <a:t>such</a:t>
            </a:r>
            <a:r>
              <a:rPr lang="en-AU" sz="2400" spc="-35">
                <a:latin typeface="Arial"/>
                <a:cs typeface="Arial"/>
              </a:rPr>
              <a:t> </a:t>
            </a:r>
            <a:r>
              <a:rPr lang="en-AU" sz="2400">
                <a:latin typeface="Arial"/>
                <a:cs typeface="Arial"/>
              </a:rPr>
              <a:t>as</a:t>
            </a:r>
            <a:r>
              <a:rPr lang="en-AU" sz="2400" spc="-25">
                <a:latin typeface="Arial"/>
                <a:cs typeface="Arial"/>
              </a:rPr>
              <a:t> </a:t>
            </a:r>
            <a:r>
              <a:rPr lang="en-AU" sz="2400" b="1" spc="-65">
                <a:latin typeface="Arial"/>
                <a:cs typeface="Arial"/>
              </a:rPr>
              <a:t>negotiating</a:t>
            </a:r>
            <a:r>
              <a:rPr lang="en-AU" sz="2400" b="1" spc="-10">
                <a:latin typeface="Arial"/>
                <a:cs typeface="Arial"/>
              </a:rPr>
              <a:t> </a:t>
            </a:r>
            <a:r>
              <a:rPr lang="en-AU" sz="2400" b="1" spc="-55">
                <a:latin typeface="Arial"/>
                <a:cs typeface="Arial"/>
              </a:rPr>
              <a:t>with</a:t>
            </a:r>
            <a:r>
              <a:rPr lang="en-AU" sz="2400" b="1" spc="-50">
                <a:latin typeface="Arial"/>
                <a:cs typeface="Arial"/>
              </a:rPr>
              <a:t> </a:t>
            </a:r>
            <a:r>
              <a:rPr lang="en-AU" sz="2400" b="1" spc="-80">
                <a:latin typeface="Arial"/>
                <a:cs typeface="Arial"/>
              </a:rPr>
              <a:t>clients</a:t>
            </a:r>
            <a:r>
              <a:rPr lang="en-AU" sz="2400" spc="-80">
                <a:latin typeface="Arial"/>
                <a:cs typeface="Arial"/>
              </a:rPr>
              <a:t>,</a:t>
            </a:r>
            <a:r>
              <a:rPr lang="en-AU" sz="2400" spc="-25">
                <a:latin typeface="Arial"/>
                <a:cs typeface="Arial"/>
              </a:rPr>
              <a:t> </a:t>
            </a:r>
            <a:r>
              <a:rPr lang="en-AU" sz="2400" b="1" spc="-60">
                <a:latin typeface="Arial"/>
                <a:cs typeface="Arial"/>
              </a:rPr>
              <a:t>programming</a:t>
            </a:r>
            <a:r>
              <a:rPr lang="en-AU" sz="2400" spc="-60">
                <a:latin typeface="Arial"/>
                <a:cs typeface="Arial"/>
              </a:rPr>
              <a:t>, </a:t>
            </a:r>
            <a:r>
              <a:rPr lang="en-AU" sz="2400" b="1" spc="-45">
                <a:latin typeface="Arial"/>
                <a:cs typeface="Arial"/>
              </a:rPr>
              <a:t>testing</a:t>
            </a:r>
            <a:r>
              <a:rPr lang="en-AU" sz="2400" b="1" spc="-114">
                <a:latin typeface="Arial"/>
                <a:cs typeface="Arial"/>
              </a:rPr>
              <a:t> </a:t>
            </a:r>
            <a:r>
              <a:rPr lang="en-AU" sz="2400">
                <a:latin typeface="Arial"/>
                <a:cs typeface="Arial"/>
              </a:rPr>
              <a:t>and</a:t>
            </a:r>
            <a:r>
              <a:rPr lang="en-AU" sz="2400" spc="-125">
                <a:latin typeface="Arial"/>
                <a:cs typeface="Arial"/>
              </a:rPr>
              <a:t> </a:t>
            </a:r>
            <a:r>
              <a:rPr lang="en-AU" sz="2400" b="1" spc="-10">
                <a:latin typeface="Arial"/>
                <a:cs typeface="Arial"/>
              </a:rPr>
              <a:t>documentation</a:t>
            </a:r>
            <a:endParaRPr lang="en-AU" sz="2400">
              <a:latin typeface="Arial"/>
              <a:cs typeface="Arial"/>
            </a:endParaRPr>
          </a:p>
          <a:p>
            <a:pPr>
              <a:lnSpc>
                <a:spcPct val="100000"/>
              </a:lnSpc>
              <a:spcBef>
                <a:spcPts val="800"/>
              </a:spcBef>
            </a:pPr>
            <a:endParaRPr lang="en-AU" sz="2400">
              <a:latin typeface="Arial"/>
              <a:cs typeface="Arial"/>
            </a:endParaRPr>
          </a:p>
          <a:p>
            <a:pPr marL="12700">
              <a:lnSpc>
                <a:spcPct val="100000"/>
              </a:lnSpc>
            </a:pPr>
            <a:r>
              <a:rPr lang="en-AU" sz="2800" spc="-40">
                <a:latin typeface="Arial"/>
                <a:cs typeface="Arial"/>
              </a:rPr>
              <a:t>The</a:t>
            </a:r>
            <a:r>
              <a:rPr lang="en-AU" sz="2800" spc="-55">
                <a:latin typeface="Arial"/>
                <a:cs typeface="Arial"/>
              </a:rPr>
              <a:t> </a:t>
            </a:r>
            <a:r>
              <a:rPr lang="en-AU" sz="2800">
                <a:latin typeface="Arial"/>
                <a:cs typeface="Arial"/>
              </a:rPr>
              <a:t>team</a:t>
            </a:r>
            <a:r>
              <a:rPr lang="en-AU" sz="2800" spc="-50">
                <a:latin typeface="Arial"/>
                <a:cs typeface="Arial"/>
              </a:rPr>
              <a:t> </a:t>
            </a:r>
            <a:r>
              <a:rPr lang="en-AU" sz="2800" spc="-10">
                <a:latin typeface="Arial"/>
                <a:cs typeface="Arial"/>
              </a:rPr>
              <a:t>organization</a:t>
            </a:r>
            <a:endParaRPr lang="en-AU" sz="2800">
              <a:latin typeface="Arial"/>
              <a:cs typeface="Arial"/>
            </a:endParaRPr>
          </a:p>
          <a:p>
            <a:pPr marL="756285" marR="5080" indent="-287020">
              <a:lnSpc>
                <a:spcPct val="100000"/>
              </a:lnSpc>
              <a:spcBef>
                <a:spcPts val="620"/>
              </a:spcBef>
            </a:pPr>
            <a:r>
              <a:rPr lang="en-AU" sz="2400">
                <a:latin typeface="Arial"/>
                <a:cs typeface="Arial"/>
              </a:rPr>
              <a:t>A</a:t>
            </a:r>
            <a:r>
              <a:rPr lang="en-AU" sz="2400" spc="-30">
                <a:latin typeface="Arial"/>
                <a:cs typeface="Arial"/>
              </a:rPr>
              <a:t> </a:t>
            </a:r>
            <a:r>
              <a:rPr lang="en-AU" sz="2400">
                <a:latin typeface="Arial"/>
                <a:cs typeface="Arial"/>
              </a:rPr>
              <a:t>team</a:t>
            </a:r>
            <a:r>
              <a:rPr lang="en-AU" sz="2400" spc="-30">
                <a:latin typeface="Arial"/>
                <a:cs typeface="Arial"/>
              </a:rPr>
              <a:t> </a:t>
            </a:r>
            <a:r>
              <a:rPr lang="en-AU" sz="2400">
                <a:latin typeface="Arial"/>
                <a:cs typeface="Arial"/>
              </a:rPr>
              <a:t>should</a:t>
            </a:r>
            <a:r>
              <a:rPr lang="en-AU" sz="2400" spc="-10">
                <a:latin typeface="Arial"/>
                <a:cs typeface="Arial"/>
              </a:rPr>
              <a:t> </a:t>
            </a:r>
            <a:r>
              <a:rPr lang="en-AU" sz="2400">
                <a:latin typeface="Arial"/>
                <a:cs typeface="Arial"/>
              </a:rPr>
              <a:t>be</a:t>
            </a:r>
            <a:r>
              <a:rPr lang="en-AU" sz="2400" spc="-5">
                <a:latin typeface="Arial"/>
                <a:cs typeface="Arial"/>
              </a:rPr>
              <a:t> </a:t>
            </a:r>
            <a:r>
              <a:rPr lang="en-AU" sz="2400" b="1" spc="-75">
                <a:latin typeface="Arial"/>
                <a:cs typeface="Arial"/>
              </a:rPr>
              <a:t>organized</a:t>
            </a:r>
            <a:r>
              <a:rPr lang="en-AU" sz="2400" b="1" spc="15">
                <a:latin typeface="Arial"/>
                <a:cs typeface="Arial"/>
              </a:rPr>
              <a:t> </a:t>
            </a:r>
            <a:r>
              <a:rPr lang="en-AU" sz="2400">
                <a:latin typeface="Arial"/>
                <a:cs typeface="Arial"/>
              </a:rPr>
              <a:t>so</a:t>
            </a:r>
            <a:r>
              <a:rPr lang="en-AU" sz="2400" spc="-15">
                <a:latin typeface="Arial"/>
                <a:cs typeface="Arial"/>
              </a:rPr>
              <a:t> </a:t>
            </a:r>
            <a:r>
              <a:rPr lang="en-AU" sz="2400">
                <a:latin typeface="Arial"/>
                <a:cs typeface="Arial"/>
              </a:rPr>
              <a:t>that</a:t>
            </a:r>
            <a:r>
              <a:rPr lang="en-AU" sz="2400" spc="-15">
                <a:latin typeface="Arial"/>
                <a:cs typeface="Arial"/>
              </a:rPr>
              <a:t> </a:t>
            </a:r>
            <a:r>
              <a:rPr lang="en-AU" sz="2400">
                <a:latin typeface="Arial"/>
                <a:cs typeface="Arial"/>
              </a:rPr>
              <a:t>individuals</a:t>
            </a:r>
            <a:r>
              <a:rPr lang="en-AU" sz="2400" spc="-25">
                <a:latin typeface="Arial"/>
                <a:cs typeface="Arial"/>
              </a:rPr>
              <a:t> </a:t>
            </a:r>
            <a:r>
              <a:rPr lang="en-AU" sz="2400">
                <a:latin typeface="Arial"/>
                <a:cs typeface="Arial"/>
              </a:rPr>
              <a:t>can</a:t>
            </a:r>
            <a:r>
              <a:rPr lang="en-AU" sz="2400" spc="-30">
                <a:latin typeface="Arial"/>
                <a:cs typeface="Arial"/>
              </a:rPr>
              <a:t> </a:t>
            </a:r>
            <a:r>
              <a:rPr lang="en-AU" sz="2400">
                <a:latin typeface="Arial"/>
                <a:cs typeface="Arial"/>
              </a:rPr>
              <a:t>contribute</a:t>
            </a:r>
            <a:r>
              <a:rPr lang="en-AU" sz="2400" spc="10">
                <a:latin typeface="Arial"/>
                <a:cs typeface="Arial"/>
              </a:rPr>
              <a:t> </a:t>
            </a:r>
            <a:r>
              <a:rPr lang="en-AU" sz="2400" spc="65">
                <a:latin typeface="Arial"/>
                <a:cs typeface="Arial"/>
              </a:rPr>
              <a:t>to</a:t>
            </a:r>
            <a:r>
              <a:rPr lang="en-AU" sz="2400" spc="-20">
                <a:latin typeface="Arial"/>
                <a:cs typeface="Arial"/>
              </a:rPr>
              <a:t> </a:t>
            </a:r>
            <a:r>
              <a:rPr lang="en-AU" sz="2400">
                <a:latin typeface="Arial"/>
                <a:cs typeface="Arial"/>
              </a:rPr>
              <a:t>the</a:t>
            </a:r>
            <a:r>
              <a:rPr lang="en-AU" sz="2400" spc="5">
                <a:latin typeface="Arial"/>
                <a:cs typeface="Arial"/>
              </a:rPr>
              <a:t> </a:t>
            </a:r>
            <a:r>
              <a:rPr lang="en-AU" sz="2400">
                <a:latin typeface="Arial"/>
                <a:cs typeface="Arial"/>
              </a:rPr>
              <a:t>best</a:t>
            </a:r>
            <a:r>
              <a:rPr lang="en-AU" sz="2400" spc="-20">
                <a:latin typeface="Arial"/>
                <a:cs typeface="Arial"/>
              </a:rPr>
              <a:t> </a:t>
            </a:r>
            <a:r>
              <a:rPr lang="en-AU" sz="2400" spc="70">
                <a:latin typeface="Arial"/>
                <a:cs typeface="Arial"/>
              </a:rPr>
              <a:t>of </a:t>
            </a:r>
            <a:r>
              <a:rPr lang="en-AU" sz="2400">
                <a:latin typeface="Arial"/>
                <a:cs typeface="Arial"/>
              </a:rPr>
              <a:t>their</a:t>
            </a:r>
            <a:r>
              <a:rPr lang="en-AU" sz="2400" spc="10">
                <a:latin typeface="Arial"/>
                <a:cs typeface="Arial"/>
              </a:rPr>
              <a:t> </a:t>
            </a:r>
            <a:r>
              <a:rPr lang="en-AU" sz="2400">
                <a:latin typeface="Arial"/>
                <a:cs typeface="Arial"/>
              </a:rPr>
              <a:t>abilities</a:t>
            </a:r>
            <a:r>
              <a:rPr lang="en-AU" sz="2400" spc="10">
                <a:latin typeface="Arial"/>
                <a:cs typeface="Arial"/>
              </a:rPr>
              <a:t> </a:t>
            </a:r>
            <a:r>
              <a:rPr lang="en-AU" sz="2400">
                <a:latin typeface="Arial"/>
                <a:cs typeface="Arial"/>
              </a:rPr>
              <a:t>and</a:t>
            </a:r>
            <a:r>
              <a:rPr lang="en-AU" sz="2400" spc="-10">
                <a:latin typeface="Arial"/>
                <a:cs typeface="Arial"/>
              </a:rPr>
              <a:t> </a:t>
            </a:r>
            <a:r>
              <a:rPr lang="en-AU" sz="2400">
                <a:latin typeface="Arial"/>
                <a:cs typeface="Arial"/>
              </a:rPr>
              <a:t>tasks</a:t>
            </a:r>
            <a:r>
              <a:rPr lang="en-AU" sz="2400" spc="-15">
                <a:latin typeface="Arial"/>
                <a:cs typeface="Arial"/>
              </a:rPr>
              <a:t> </a:t>
            </a:r>
            <a:r>
              <a:rPr lang="en-AU" sz="2400">
                <a:latin typeface="Arial"/>
                <a:cs typeface="Arial"/>
              </a:rPr>
              <a:t>can</a:t>
            </a:r>
            <a:r>
              <a:rPr lang="en-AU" sz="2400" spc="-15">
                <a:latin typeface="Arial"/>
                <a:cs typeface="Arial"/>
              </a:rPr>
              <a:t> </a:t>
            </a:r>
            <a:r>
              <a:rPr lang="en-AU" sz="2400">
                <a:latin typeface="Arial"/>
                <a:cs typeface="Arial"/>
              </a:rPr>
              <a:t>be</a:t>
            </a:r>
            <a:r>
              <a:rPr lang="en-AU" sz="2400" spc="10">
                <a:latin typeface="Arial"/>
                <a:cs typeface="Arial"/>
              </a:rPr>
              <a:t> </a:t>
            </a:r>
            <a:r>
              <a:rPr lang="en-AU" sz="2400">
                <a:latin typeface="Arial"/>
                <a:cs typeface="Arial"/>
              </a:rPr>
              <a:t>completed</a:t>
            </a:r>
            <a:r>
              <a:rPr lang="en-AU" sz="2400" spc="20">
                <a:latin typeface="Arial"/>
                <a:cs typeface="Arial"/>
              </a:rPr>
              <a:t> </a:t>
            </a:r>
            <a:r>
              <a:rPr lang="en-AU" sz="2400">
                <a:latin typeface="Arial"/>
                <a:cs typeface="Arial"/>
              </a:rPr>
              <a:t>as</a:t>
            </a:r>
            <a:r>
              <a:rPr lang="en-AU" sz="2400" spc="-15">
                <a:latin typeface="Arial"/>
                <a:cs typeface="Arial"/>
              </a:rPr>
              <a:t> </a:t>
            </a:r>
            <a:r>
              <a:rPr lang="en-AU" sz="2400" spc="-10">
                <a:latin typeface="Arial"/>
                <a:cs typeface="Arial"/>
              </a:rPr>
              <a:t>expected</a:t>
            </a:r>
            <a:endParaRPr lang="en-AU" sz="2400">
              <a:latin typeface="Arial"/>
              <a:cs typeface="Arial"/>
            </a:endParaRPr>
          </a:p>
          <a:p>
            <a:pPr>
              <a:lnSpc>
                <a:spcPct val="100000"/>
              </a:lnSpc>
              <a:spcBef>
                <a:spcPts val="800"/>
              </a:spcBef>
            </a:pPr>
            <a:endParaRPr lang="en-AU" sz="2400">
              <a:latin typeface="Arial"/>
              <a:cs typeface="Arial"/>
            </a:endParaRPr>
          </a:p>
          <a:p>
            <a:pPr marL="12700">
              <a:lnSpc>
                <a:spcPct val="100000"/>
              </a:lnSpc>
              <a:spcBef>
                <a:spcPts val="5"/>
              </a:spcBef>
            </a:pPr>
            <a:r>
              <a:rPr lang="en-AU" sz="2800">
                <a:latin typeface="Arial"/>
                <a:cs typeface="Arial"/>
              </a:rPr>
              <a:t>Technical</a:t>
            </a:r>
            <a:r>
              <a:rPr lang="en-AU" sz="2800" spc="-170">
                <a:latin typeface="Arial"/>
                <a:cs typeface="Arial"/>
              </a:rPr>
              <a:t> </a:t>
            </a:r>
            <a:r>
              <a:rPr lang="en-AU" sz="2800">
                <a:latin typeface="Arial"/>
                <a:cs typeface="Arial"/>
              </a:rPr>
              <a:t>and</a:t>
            </a:r>
            <a:r>
              <a:rPr lang="en-AU" sz="2800" spc="-160">
                <a:latin typeface="Arial"/>
                <a:cs typeface="Arial"/>
              </a:rPr>
              <a:t> </a:t>
            </a:r>
            <a:r>
              <a:rPr lang="en-AU" sz="2800">
                <a:latin typeface="Arial"/>
                <a:cs typeface="Arial"/>
              </a:rPr>
              <a:t>managerial</a:t>
            </a:r>
            <a:r>
              <a:rPr lang="en-AU" sz="2800" spc="-165">
                <a:latin typeface="Arial"/>
                <a:cs typeface="Arial"/>
              </a:rPr>
              <a:t> </a:t>
            </a:r>
            <a:r>
              <a:rPr lang="en-AU" sz="2800" spc="-10">
                <a:latin typeface="Arial"/>
                <a:cs typeface="Arial"/>
              </a:rPr>
              <a:t>communications</a:t>
            </a:r>
            <a:endParaRPr lang="en-AU" sz="2800">
              <a:latin typeface="Arial"/>
              <a:cs typeface="Arial"/>
            </a:endParaRPr>
          </a:p>
          <a:p>
            <a:pPr marL="756285" marR="159385" indent="-287020">
              <a:lnSpc>
                <a:spcPct val="100000"/>
              </a:lnSpc>
              <a:spcBef>
                <a:spcPts val="625"/>
              </a:spcBef>
            </a:pPr>
            <a:r>
              <a:rPr lang="en-AU" sz="2400" spc="-25">
                <a:latin typeface="Arial"/>
                <a:cs typeface="Arial"/>
              </a:rPr>
              <a:t>Good</a:t>
            </a:r>
            <a:r>
              <a:rPr lang="en-AU" sz="2400" spc="-95">
                <a:latin typeface="Arial"/>
                <a:cs typeface="Arial"/>
              </a:rPr>
              <a:t> </a:t>
            </a:r>
            <a:r>
              <a:rPr lang="en-AU" sz="2400" b="1" spc="-85">
                <a:latin typeface="Arial"/>
                <a:cs typeface="Arial"/>
              </a:rPr>
              <a:t>communications</a:t>
            </a:r>
            <a:r>
              <a:rPr lang="en-AU" sz="2400" b="1" spc="-65">
                <a:latin typeface="Arial"/>
                <a:cs typeface="Arial"/>
              </a:rPr>
              <a:t> </a:t>
            </a:r>
            <a:r>
              <a:rPr lang="en-AU" sz="2400">
                <a:latin typeface="Arial"/>
                <a:cs typeface="Arial"/>
              </a:rPr>
              <a:t>between</a:t>
            </a:r>
            <a:r>
              <a:rPr lang="en-AU" sz="2400" spc="-75">
                <a:latin typeface="Arial"/>
                <a:cs typeface="Arial"/>
              </a:rPr>
              <a:t> </a:t>
            </a:r>
            <a:r>
              <a:rPr lang="en-AU" sz="2400">
                <a:latin typeface="Arial"/>
                <a:cs typeface="Arial"/>
              </a:rPr>
              <a:t>team</a:t>
            </a:r>
            <a:r>
              <a:rPr lang="en-AU" sz="2400" spc="-105">
                <a:latin typeface="Arial"/>
                <a:cs typeface="Arial"/>
              </a:rPr>
              <a:t> </a:t>
            </a:r>
            <a:r>
              <a:rPr lang="en-AU" sz="2400" spc="-10">
                <a:latin typeface="Arial"/>
                <a:cs typeface="Arial"/>
              </a:rPr>
              <a:t>members,</a:t>
            </a:r>
            <a:r>
              <a:rPr lang="en-AU" sz="2400" spc="-100">
                <a:latin typeface="Arial"/>
                <a:cs typeface="Arial"/>
              </a:rPr>
              <a:t> </a:t>
            </a:r>
            <a:r>
              <a:rPr lang="en-AU" sz="2400">
                <a:latin typeface="Arial"/>
                <a:cs typeface="Arial"/>
              </a:rPr>
              <a:t>and</a:t>
            </a:r>
            <a:r>
              <a:rPr lang="en-AU" sz="2400" spc="-110">
                <a:latin typeface="Arial"/>
                <a:cs typeface="Arial"/>
              </a:rPr>
              <a:t> </a:t>
            </a:r>
            <a:r>
              <a:rPr lang="en-AU" sz="2400">
                <a:latin typeface="Arial"/>
                <a:cs typeface="Arial"/>
              </a:rPr>
              <a:t>between</a:t>
            </a:r>
            <a:r>
              <a:rPr lang="en-AU" sz="2400" spc="-70">
                <a:latin typeface="Arial"/>
                <a:cs typeface="Arial"/>
              </a:rPr>
              <a:t> </a:t>
            </a:r>
            <a:r>
              <a:rPr lang="en-AU" sz="2400">
                <a:latin typeface="Arial"/>
                <a:cs typeface="Arial"/>
              </a:rPr>
              <a:t>the</a:t>
            </a:r>
            <a:r>
              <a:rPr lang="en-AU" sz="2400" spc="-95">
                <a:latin typeface="Arial"/>
                <a:cs typeface="Arial"/>
              </a:rPr>
              <a:t> </a:t>
            </a:r>
            <a:r>
              <a:rPr lang="en-AU" sz="2400" spc="-10">
                <a:latin typeface="Arial"/>
                <a:cs typeface="Arial"/>
              </a:rPr>
              <a:t>software engineering</a:t>
            </a:r>
            <a:r>
              <a:rPr lang="en-AU" sz="2400" spc="-15">
                <a:latin typeface="Arial"/>
                <a:cs typeface="Arial"/>
              </a:rPr>
              <a:t> </a:t>
            </a:r>
            <a:r>
              <a:rPr lang="en-AU" sz="2400">
                <a:latin typeface="Arial"/>
                <a:cs typeface="Arial"/>
              </a:rPr>
              <a:t>team</a:t>
            </a:r>
            <a:r>
              <a:rPr lang="en-AU" sz="2400" spc="-55">
                <a:latin typeface="Arial"/>
                <a:cs typeface="Arial"/>
              </a:rPr>
              <a:t> </a:t>
            </a:r>
            <a:r>
              <a:rPr lang="en-AU" sz="2400">
                <a:latin typeface="Arial"/>
                <a:cs typeface="Arial"/>
              </a:rPr>
              <a:t>and</a:t>
            </a:r>
            <a:r>
              <a:rPr lang="en-AU" sz="2400" spc="-50">
                <a:latin typeface="Arial"/>
                <a:cs typeface="Arial"/>
              </a:rPr>
              <a:t> </a:t>
            </a:r>
            <a:r>
              <a:rPr lang="en-AU" sz="2400">
                <a:latin typeface="Arial"/>
                <a:cs typeface="Arial"/>
              </a:rPr>
              <a:t>other</a:t>
            </a:r>
            <a:r>
              <a:rPr lang="en-AU" sz="2400" spc="-10">
                <a:latin typeface="Arial"/>
                <a:cs typeface="Arial"/>
              </a:rPr>
              <a:t> </a:t>
            </a:r>
            <a:r>
              <a:rPr lang="en-AU" sz="2400">
                <a:latin typeface="Arial"/>
                <a:cs typeface="Arial"/>
              </a:rPr>
              <a:t>project</a:t>
            </a:r>
            <a:r>
              <a:rPr lang="en-AU" sz="2400" spc="-30">
                <a:latin typeface="Arial"/>
                <a:cs typeface="Arial"/>
              </a:rPr>
              <a:t> </a:t>
            </a:r>
            <a:r>
              <a:rPr lang="en-AU" sz="2400" spc="-10">
                <a:latin typeface="Arial"/>
                <a:cs typeface="Arial"/>
              </a:rPr>
              <a:t>stakeholders,</a:t>
            </a:r>
            <a:r>
              <a:rPr lang="en-AU" sz="2400" spc="-20">
                <a:latin typeface="Arial"/>
                <a:cs typeface="Arial"/>
              </a:rPr>
              <a:t> </a:t>
            </a:r>
            <a:r>
              <a:rPr lang="en-AU" sz="2400">
                <a:latin typeface="Arial"/>
                <a:cs typeface="Arial"/>
              </a:rPr>
              <a:t>is</a:t>
            </a:r>
            <a:r>
              <a:rPr lang="en-AU" sz="2400" spc="-45">
                <a:latin typeface="Arial"/>
                <a:cs typeface="Arial"/>
              </a:rPr>
              <a:t> </a:t>
            </a:r>
            <a:r>
              <a:rPr lang="en-AU" sz="2400" spc="-10">
                <a:latin typeface="Arial"/>
                <a:cs typeface="Arial"/>
              </a:rPr>
              <a:t>essential</a:t>
            </a:r>
            <a:endParaRPr lang="en-AU"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68</a:t>
            </a:fld>
            <a:endParaRPr spc="-25"/>
          </a:p>
        </p:txBody>
      </p:sp>
      <p:sp>
        <p:nvSpPr>
          <p:cNvPr id="3" name="object 3"/>
          <p:cNvSpPr txBox="1">
            <a:spLocks noGrp="1"/>
          </p:cNvSpPr>
          <p:nvPr>
            <p:ph type="title"/>
          </p:nvPr>
        </p:nvSpPr>
        <p:spPr>
          <a:xfrm>
            <a:off x="2362200" y="148844"/>
            <a:ext cx="70866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Team Effectiveness</a:t>
            </a:r>
            <a:endParaRPr sz="4400"/>
          </a:p>
        </p:txBody>
      </p:sp>
    </p:spTree>
    <p:extLst>
      <p:ext uri="{BB962C8B-B14F-4D97-AF65-F5344CB8AC3E}">
        <p14:creationId xmlns:p14="http://schemas.microsoft.com/office/powerpoint/2010/main" val="15607268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4880" y="1287015"/>
            <a:ext cx="10975974" cy="2931572"/>
          </a:xfrm>
          <a:prstGeom prst="rect">
            <a:avLst/>
          </a:prstGeom>
        </p:spPr>
        <p:txBody>
          <a:bodyPr vert="horz" wrap="square" lIns="0" tIns="12700" rIns="0" bIns="0" rtlCol="0" anchor="t">
            <a:spAutoFit/>
          </a:bodyPr>
          <a:lstStyle/>
          <a:p>
            <a:pPr marL="355600" marR="64135" indent="-343535">
              <a:lnSpc>
                <a:spcPct val="100000"/>
              </a:lnSpc>
              <a:spcBef>
                <a:spcPts val="105"/>
              </a:spcBef>
            </a:pPr>
            <a:r>
              <a:rPr lang="en-AU" sz="2800">
                <a:latin typeface="Arial"/>
                <a:cs typeface="Arial"/>
              </a:rPr>
              <a:t>A</a:t>
            </a:r>
            <a:r>
              <a:rPr lang="en-AU" sz="2800" spc="-95">
                <a:latin typeface="Arial"/>
                <a:cs typeface="Arial"/>
              </a:rPr>
              <a:t> </a:t>
            </a:r>
            <a:r>
              <a:rPr lang="en-AU" sz="2800">
                <a:latin typeface="Arial"/>
                <a:cs typeface="Arial"/>
              </a:rPr>
              <a:t>manager</a:t>
            </a:r>
            <a:r>
              <a:rPr lang="en-AU" sz="2800" spc="-120">
                <a:latin typeface="Arial"/>
                <a:cs typeface="Arial"/>
              </a:rPr>
              <a:t> </a:t>
            </a:r>
            <a:r>
              <a:rPr lang="en-AU" sz="2800">
                <a:latin typeface="Arial"/>
                <a:cs typeface="Arial"/>
              </a:rPr>
              <a:t>or</a:t>
            </a:r>
            <a:r>
              <a:rPr lang="en-AU" sz="2800" spc="-90">
                <a:latin typeface="Arial"/>
                <a:cs typeface="Arial"/>
              </a:rPr>
              <a:t> </a:t>
            </a:r>
            <a:r>
              <a:rPr lang="en-AU" sz="2800">
                <a:latin typeface="Arial"/>
                <a:cs typeface="Arial"/>
              </a:rPr>
              <a:t>team</a:t>
            </a:r>
            <a:r>
              <a:rPr lang="en-AU" sz="2800" spc="-105">
                <a:latin typeface="Arial"/>
                <a:cs typeface="Arial"/>
              </a:rPr>
              <a:t> </a:t>
            </a:r>
            <a:r>
              <a:rPr lang="en-AU" sz="2800" spc="-10">
                <a:latin typeface="Arial"/>
                <a:cs typeface="Arial"/>
              </a:rPr>
              <a:t>leader’s</a:t>
            </a:r>
            <a:r>
              <a:rPr lang="en-AU" sz="2800" spc="-100">
                <a:latin typeface="Arial"/>
                <a:cs typeface="Arial"/>
              </a:rPr>
              <a:t> </a:t>
            </a:r>
            <a:r>
              <a:rPr lang="en-AU" sz="2800">
                <a:latin typeface="Arial"/>
                <a:cs typeface="Arial"/>
              </a:rPr>
              <a:t>job</a:t>
            </a:r>
            <a:r>
              <a:rPr lang="en-AU" sz="2800" spc="-105">
                <a:latin typeface="Arial"/>
                <a:cs typeface="Arial"/>
              </a:rPr>
              <a:t> </a:t>
            </a:r>
            <a:r>
              <a:rPr lang="en-AU" sz="2800" spc="55">
                <a:latin typeface="Arial"/>
                <a:cs typeface="Arial"/>
              </a:rPr>
              <a:t>is</a:t>
            </a:r>
            <a:r>
              <a:rPr lang="en-AU" sz="2800" spc="-100">
                <a:latin typeface="Arial"/>
                <a:cs typeface="Arial"/>
              </a:rPr>
              <a:t> </a:t>
            </a:r>
            <a:r>
              <a:rPr lang="en-AU" sz="2800" spc="90">
                <a:latin typeface="Arial"/>
                <a:cs typeface="Arial"/>
              </a:rPr>
              <a:t>to</a:t>
            </a:r>
            <a:r>
              <a:rPr lang="en-AU" sz="2800" spc="-90">
                <a:latin typeface="Arial"/>
                <a:cs typeface="Arial"/>
              </a:rPr>
              <a:t> </a:t>
            </a:r>
            <a:r>
              <a:rPr lang="en-AU" sz="2800">
                <a:latin typeface="Arial"/>
                <a:cs typeface="Arial"/>
              </a:rPr>
              <a:t>create</a:t>
            </a:r>
            <a:r>
              <a:rPr lang="en-AU" sz="2800" spc="-85">
                <a:latin typeface="Arial"/>
                <a:cs typeface="Arial"/>
              </a:rPr>
              <a:t> </a:t>
            </a:r>
            <a:r>
              <a:rPr lang="en-AU" sz="2800" spc="-50">
                <a:latin typeface="Arial"/>
                <a:cs typeface="Arial"/>
              </a:rPr>
              <a:t>a </a:t>
            </a:r>
            <a:r>
              <a:rPr lang="en-AU" sz="2800" b="1" spc="-110">
                <a:latin typeface="Arial"/>
                <a:cs typeface="Arial"/>
              </a:rPr>
              <a:t>cohesive</a:t>
            </a:r>
            <a:r>
              <a:rPr lang="en-AU" sz="2800" b="1" spc="-75">
                <a:latin typeface="Arial"/>
                <a:cs typeface="Arial"/>
              </a:rPr>
              <a:t> </a:t>
            </a:r>
            <a:r>
              <a:rPr lang="en-AU" sz="2800">
                <a:latin typeface="Arial"/>
                <a:cs typeface="Arial"/>
              </a:rPr>
              <a:t>team</a:t>
            </a:r>
            <a:r>
              <a:rPr lang="en-AU" sz="2800" spc="-50">
                <a:latin typeface="Arial"/>
                <a:cs typeface="Arial"/>
              </a:rPr>
              <a:t> </a:t>
            </a:r>
            <a:r>
              <a:rPr lang="en-AU" sz="2800">
                <a:latin typeface="Arial"/>
                <a:cs typeface="Arial"/>
              </a:rPr>
              <a:t>and</a:t>
            </a:r>
            <a:r>
              <a:rPr lang="en-AU" sz="2800" spc="-55">
                <a:latin typeface="Arial"/>
                <a:cs typeface="Arial"/>
              </a:rPr>
              <a:t> </a:t>
            </a:r>
            <a:r>
              <a:rPr lang="en-AU" sz="2800">
                <a:latin typeface="Arial"/>
                <a:cs typeface="Arial"/>
              </a:rPr>
              <a:t>organize</a:t>
            </a:r>
            <a:r>
              <a:rPr lang="en-AU" sz="2800" spc="-55">
                <a:latin typeface="Arial"/>
                <a:cs typeface="Arial"/>
              </a:rPr>
              <a:t> </a:t>
            </a:r>
            <a:r>
              <a:rPr lang="en-AU" sz="2800">
                <a:latin typeface="Arial"/>
                <a:cs typeface="Arial"/>
              </a:rPr>
              <a:t>their</a:t>
            </a:r>
            <a:r>
              <a:rPr lang="en-AU" sz="2800" spc="-45">
                <a:latin typeface="Arial"/>
                <a:cs typeface="Arial"/>
              </a:rPr>
              <a:t> </a:t>
            </a:r>
            <a:r>
              <a:rPr lang="en-AU" sz="2800">
                <a:latin typeface="Arial"/>
                <a:cs typeface="Arial"/>
              </a:rPr>
              <a:t>team</a:t>
            </a:r>
            <a:r>
              <a:rPr lang="en-AU" sz="2800" spc="-50">
                <a:latin typeface="Arial"/>
                <a:cs typeface="Arial"/>
              </a:rPr>
              <a:t> </a:t>
            </a:r>
            <a:r>
              <a:rPr lang="en-AU" sz="2800">
                <a:latin typeface="Arial"/>
                <a:cs typeface="Arial"/>
              </a:rPr>
              <a:t>so</a:t>
            </a:r>
            <a:r>
              <a:rPr lang="en-AU" sz="2800" spc="-65">
                <a:latin typeface="Arial"/>
                <a:cs typeface="Arial"/>
              </a:rPr>
              <a:t> </a:t>
            </a:r>
            <a:r>
              <a:rPr lang="en-AU" sz="2800" spc="65">
                <a:latin typeface="Arial"/>
                <a:cs typeface="Arial"/>
              </a:rPr>
              <a:t>that</a:t>
            </a:r>
            <a:r>
              <a:rPr lang="en-AU" sz="2800" spc="-60">
                <a:latin typeface="Arial"/>
                <a:cs typeface="Arial"/>
              </a:rPr>
              <a:t> </a:t>
            </a:r>
            <a:r>
              <a:rPr lang="en-AU" sz="2800" spc="-20">
                <a:latin typeface="Arial"/>
                <a:cs typeface="Arial"/>
              </a:rPr>
              <a:t>they </a:t>
            </a:r>
            <a:r>
              <a:rPr lang="en-AU" sz="2800">
                <a:latin typeface="Arial"/>
                <a:cs typeface="Arial"/>
              </a:rPr>
              <a:t>can</a:t>
            </a:r>
            <a:r>
              <a:rPr lang="en-AU" sz="2800" spc="-25">
                <a:latin typeface="Arial"/>
                <a:cs typeface="Arial"/>
              </a:rPr>
              <a:t> </a:t>
            </a:r>
            <a:r>
              <a:rPr lang="en-AU" sz="2800">
                <a:latin typeface="Arial"/>
                <a:cs typeface="Arial"/>
              </a:rPr>
              <a:t>work together</a:t>
            </a:r>
            <a:r>
              <a:rPr lang="en-AU" sz="2800" spc="5">
                <a:latin typeface="Arial"/>
                <a:cs typeface="Arial"/>
              </a:rPr>
              <a:t> </a:t>
            </a:r>
            <a:r>
              <a:rPr lang="en-AU" sz="2800" b="1" spc="-10">
                <a:latin typeface="Arial"/>
                <a:cs typeface="Arial"/>
              </a:rPr>
              <a:t>effectively</a:t>
            </a:r>
            <a:endParaRPr lang="en-AU" sz="2800">
              <a:latin typeface="Arial"/>
              <a:cs typeface="Arial"/>
            </a:endParaRPr>
          </a:p>
          <a:p>
            <a:pPr>
              <a:lnSpc>
                <a:spcPct val="100000"/>
              </a:lnSpc>
              <a:spcBef>
                <a:spcPts val="2560"/>
              </a:spcBef>
            </a:pPr>
            <a:endParaRPr lang="en-AU" sz="2800">
              <a:latin typeface="Arial"/>
              <a:cs typeface="Arial"/>
            </a:endParaRPr>
          </a:p>
          <a:p>
            <a:pPr marL="355600" marR="5080" indent="-343535">
              <a:lnSpc>
                <a:spcPct val="100000"/>
              </a:lnSpc>
            </a:pPr>
            <a:r>
              <a:rPr lang="en-AU" sz="2800">
                <a:latin typeface="Arial"/>
                <a:cs typeface="Arial"/>
              </a:rPr>
              <a:t>This</a:t>
            </a:r>
            <a:r>
              <a:rPr lang="en-AU" sz="2800" spc="-90">
                <a:latin typeface="Arial"/>
                <a:cs typeface="Arial"/>
              </a:rPr>
              <a:t> </a:t>
            </a:r>
            <a:r>
              <a:rPr lang="en-AU" sz="2800">
                <a:latin typeface="Arial"/>
                <a:cs typeface="Arial"/>
              </a:rPr>
              <a:t>involves</a:t>
            </a:r>
            <a:r>
              <a:rPr lang="en-AU" sz="2800" spc="-75">
                <a:latin typeface="Arial"/>
                <a:cs typeface="Arial"/>
              </a:rPr>
              <a:t> </a:t>
            </a:r>
            <a:r>
              <a:rPr lang="en-AU" sz="2800">
                <a:latin typeface="Arial"/>
                <a:cs typeface="Arial"/>
              </a:rPr>
              <a:t>creating</a:t>
            </a:r>
            <a:r>
              <a:rPr lang="en-AU" sz="2800" spc="-80">
                <a:latin typeface="Arial"/>
                <a:cs typeface="Arial"/>
              </a:rPr>
              <a:t> </a:t>
            </a:r>
            <a:r>
              <a:rPr lang="en-AU" sz="2800">
                <a:latin typeface="Arial"/>
                <a:cs typeface="Arial"/>
              </a:rPr>
              <a:t>a</a:t>
            </a:r>
            <a:r>
              <a:rPr lang="en-AU" sz="2800" spc="-60">
                <a:latin typeface="Arial"/>
                <a:cs typeface="Arial"/>
              </a:rPr>
              <a:t> </a:t>
            </a:r>
            <a:r>
              <a:rPr lang="en-AU" sz="2800">
                <a:latin typeface="Arial"/>
                <a:cs typeface="Arial"/>
              </a:rPr>
              <a:t>team</a:t>
            </a:r>
            <a:r>
              <a:rPr lang="en-AU" sz="2800" spc="-70">
                <a:latin typeface="Arial"/>
                <a:cs typeface="Arial"/>
              </a:rPr>
              <a:t> </a:t>
            </a:r>
            <a:r>
              <a:rPr lang="en-AU" sz="2800" spc="70">
                <a:latin typeface="Arial"/>
                <a:cs typeface="Arial"/>
              </a:rPr>
              <a:t>with</a:t>
            </a:r>
            <a:r>
              <a:rPr lang="en-AU" sz="2800" spc="-95">
                <a:latin typeface="Arial"/>
                <a:cs typeface="Arial"/>
              </a:rPr>
              <a:t> </a:t>
            </a:r>
            <a:r>
              <a:rPr lang="en-AU" sz="2800">
                <a:latin typeface="Arial"/>
                <a:cs typeface="Arial"/>
              </a:rPr>
              <a:t>the</a:t>
            </a:r>
            <a:r>
              <a:rPr lang="en-AU" sz="2800" spc="-60">
                <a:latin typeface="Arial"/>
                <a:cs typeface="Arial"/>
              </a:rPr>
              <a:t> </a:t>
            </a:r>
            <a:r>
              <a:rPr lang="en-AU" sz="2800" b="1" spc="-75">
                <a:latin typeface="Arial"/>
                <a:cs typeface="Arial"/>
              </a:rPr>
              <a:t>right</a:t>
            </a:r>
            <a:r>
              <a:rPr lang="en-AU" sz="2800" b="1" spc="-70">
                <a:latin typeface="Arial"/>
                <a:cs typeface="Arial"/>
              </a:rPr>
              <a:t> </a:t>
            </a:r>
            <a:r>
              <a:rPr lang="en-AU" sz="2800" b="1" spc="-10">
                <a:latin typeface="Arial"/>
                <a:cs typeface="Arial"/>
              </a:rPr>
              <a:t>balance </a:t>
            </a:r>
            <a:r>
              <a:rPr lang="en-AU" sz="2800" spc="130">
                <a:latin typeface="Arial"/>
                <a:cs typeface="Arial"/>
              </a:rPr>
              <a:t>of</a:t>
            </a:r>
            <a:r>
              <a:rPr lang="en-AU" sz="2800" spc="-140">
                <a:latin typeface="Arial"/>
                <a:cs typeface="Arial"/>
              </a:rPr>
              <a:t> </a:t>
            </a:r>
            <a:r>
              <a:rPr lang="en-AU" sz="2800" b="1" spc="-90">
                <a:latin typeface="Arial"/>
                <a:cs typeface="Arial"/>
              </a:rPr>
              <a:t>technical</a:t>
            </a:r>
            <a:r>
              <a:rPr lang="en-AU" sz="2800" b="1" spc="-95">
                <a:latin typeface="Arial"/>
                <a:cs typeface="Arial"/>
              </a:rPr>
              <a:t> </a:t>
            </a:r>
            <a:r>
              <a:rPr lang="en-AU" sz="2800" b="1" spc="-75">
                <a:latin typeface="Arial"/>
                <a:cs typeface="Arial"/>
              </a:rPr>
              <a:t>skills</a:t>
            </a:r>
            <a:r>
              <a:rPr lang="en-AU" sz="2800" b="1" spc="-95">
                <a:latin typeface="Arial"/>
                <a:cs typeface="Arial"/>
              </a:rPr>
              <a:t> </a:t>
            </a:r>
            <a:r>
              <a:rPr lang="en-AU" sz="2800">
                <a:latin typeface="Arial"/>
                <a:cs typeface="Arial"/>
              </a:rPr>
              <a:t>and</a:t>
            </a:r>
            <a:r>
              <a:rPr lang="en-AU" sz="2800" spc="-140">
                <a:latin typeface="Arial"/>
                <a:cs typeface="Arial"/>
              </a:rPr>
              <a:t> </a:t>
            </a:r>
            <a:r>
              <a:rPr lang="en-AU" sz="2800" b="1" spc="-110">
                <a:latin typeface="Arial"/>
                <a:cs typeface="Arial"/>
              </a:rPr>
              <a:t>personalities</a:t>
            </a:r>
            <a:r>
              <a:rPr lang="en-AU" sz="2800" spc="-110">
                <a:latin typeface="Arial"/>
                <a:cs typeface="Arial"/>
              </a:rPr>
              <a:t>,</a:t>
            </a:r>
            <a:r>
              <a:rPr lang="en-AU" sz="2800" spc="-114">
                <a:latin typeface="Arial"/>
                <a:cs typeface="Arial"/>
              </a:rPr>
              <a:t> </a:t>
            </a:r>
            <a:r>
              <a:rPr lang="en-AU" sz="2800">
                <a:latin typeface="Arial"/>
                <a:cs typeface="Arial"/>
              </a:rPr>
              <a:t>and</a:t>
            </a:r>
            <a:r>
              <a:rPr lang="en-AU" sz="2800" spc="-140">
                <a:latin typeface="Arial"/>
                <a:cs typeface="Arial"/>
              </a:rPr>
              <a:t> </a:t>
            </a:r>
            <a:r>
              <a:rPr lang="en-AU" sz="2800" spc="-10">
                <a:latin typeface="Arial"/>
                <a:cs typeface="Arial"/>
              </a:rPr>
              <a:t>organizing </a:t>
            </a:r>
            <a:r>
              <a:rPr lang="en-AU" sz="2800" spc="55">
                <a:latin typeface="Arial"/>
                <a:cs typeface="Arial"/>
              </a:rPr>
              <a:t>that</a:t>
            </a:r>
            <a:r>
              <a:rPr lang="en-AU" sz="2800" spc="-15">
                <a:latin typeface="Arial"/>
                <a:cs typeface="Arial"/>
              </a:rPr>
              <a:t> </a:t>
            </a:r>
            <a:r>
              <a:rPr lang="en-AU" sz="2800">
                <a:latin typeface="Arial"/>
                <a:cs typeface="Arial"/>
              </a:rPr>
              <a:t>team</a:t>
            </a:r>
            <a:r>
              <a:rPr lang="en-AU" sz="2800" spc="-20">
                <a:latin typeface="Arial"/>
                <a:cs typeface="Arial"/>
              </a:rPr>
              <a:t> </a:t>
            </a:r>
            <a:r>
              <a:rPr lang="en-AU" sz="2800">
                <a:latin typeface="Arial"/>
                <a:cs typeface="Arial"/>
              </a:rPr>
              <a:t>so</a:t>
            </a:r>
            <a:r>
              <a:rPr lang="en-AU" sz="2800" spc="-35">
                <a:latin typeface="Arial"/>
                <a:cs typeface="Arial"/>
              </a:rPr>
              <a:t> </a:t>
            </a:r>
            <a:r>
              <a:rPr lang="en-AU" sz="2800" spc="55">
                <a:latin typeface="Arial"/>
                <a:cs typeface="Arial"/>
              </a:rPr>
              <a:t>that</a:t>
            </a:r>
            <a:r>
              <a:rPr lang="en-AU" sz="2800" spc="-10">
                <a:latin typeface="Arial"/>
                <a:cs typeface="Arial"/>
              </a:rPr>
              <a:t> </a:t>
            </a:r>
            <a:r>
              <a:rPr lang="en-AU" sz="2800">
                <a:latin typeface="Arial"/>
                <a:cs typeface="Arial"/>
              </a:rPr>
              <a:t>the</a:t>
            </a:r>
            <a:r>
              <a:rPr lang="en-AU" sz="2800" spc="-25">
                <a:latin typeface="Arial"/>
                <a:cs typeface="Arial"/>
              </a:rPr>
              <a:t> </a:t>
            </a:r>
            <a:r>
              <a:rPr lang="en-AU" sz="2800">
                <a:latin typeface="Arial"/>
                <a:cs typeface="Arial"/>
              </a:rPr>
              <a:t>members</a:t>
            </a:r>
            <a:r>
              <a:rPr lang="en-AU" sz="2800" spc="-15">
                <a:latin typeface="Arial"/>
                <a:cs typeface="Arial"/>
              </a:rPr>
              <a:t> </a:t>
            </a:r>
            <a:r>
              <a:rPr lang="en-AU" sz="2800">
                <a:latin typeface="Arial"/>
                <a:cs typeface="Arial"/>
              </a:rPr>
              <a:t>work</a:t>
            </a:r>
            <a:r>
              <a:rPr lang="en-AU" sz="2800" spc="-30">
                <a:latin typeface="Arial"/>
                <a:cs typeface="Arial"/>
              </a:rPr>
              <a:t> </a:t>
            </a:r>
            <a:r>
              <a:rPr lang="en-AU" sz="2800" spc="-10">
                <a:latin typeface="Arial"/>
                <a:cs typeface="Arial"/>
              </a:rPr>
              <a:t>together effectively</a:t>
            </a:r>
            <a:endParaRPr lang="en-AU" sz="28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69</a:t>
            </a:fld>
            <a:endParaRPr spc="-25"/>
          </a:p>
        </p:txBody>
      </p:sp>
      <p:sp>
        <p:nvSpPr>
          <p:cNvPr id="3" name="object 3"/>
          <p:cNvSpPr txBox="1">
            <a:spLocks noGrp="1"/>
          </p:cNvSpPr>
          <p:nvPr>
            <p:ph type="title"/>
          </p:nvPr>
        </p:nvSpPr>
        <p:spPr>
          <a:xfrm>
            <a:off x="2362200" y="148844"/>
            <a:ext cx="70866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Selecting Team Members</a:t>
            </a:r>
            <a:endParaRPr sz="4400"/>
          </a:p>
        </p:txBody>
      </p:sp>
    </p:spTree>
    <p:extLst>
      <p:ext uri="{BB962C8B-B14F-4D97-AF65-F5344CB8AC3E}">
        <p14:creationId xmlns:p14="http://schemas.microsoft.com/office/powerpoint/2010/main" val="1989369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07853" y="1111961"/>
            <a:ext cx="10975974" cy="4516493"/>
          </a:xfrm>
          <a:prstGeom prst="rect">
            <a:avLst/>
          </a:prstGeom>
        </p:spPr>
        <p:txBody>
          <a:bodyPr vert="horz" wrap="square" lIns="0" tIns="12700" rIns="0" bIns="0" rtlCol="0" anchor="t">
            <a:spAutoFit/>
          </a:bodyPr>
          <a:lstStyle/>
          <a:p>
            <a:pPr marL="355600" marR="64135" indent="-343535">
              <a:lnSpc>
                <a:spcPct val="100000"/>
              </a:lnSpc>
              <a:spcBef>
                <a:spcPts val="105"/>
              </a:spcBef>
            </a:pPr>
            <a:r>
              <a:rPr lang="en-AU" sz="2800">
                <a:solidFill>
                  <a:srgbClr val="000000"/>
                </a:solidFill>
              </a:rPr>
              <a:t>May</a:t>
            </a:r>
            <a:r>
              <a:rPr lang="en-AU" sz="2800" spc="-85">
                <a:solidFill>
                  <a:srgbClr val="000000"/>
                </a:solidFill>
              </a:rPr>
              <a:t> </a:t>
            </a:r>
            <a:r>
              <a:rPr lang="en-AU" sz="2800" b="1" spc="-100">
                <a:solidFill>
                  <a:srgbClr val="000000"/>
                </a:solidFill>
                <a:latin typeface="Arial"/>
                <a:cs typeface="Arial"/>
              </a:rPr>
              <a:t>not</a:t>
            </a:r>
            <a:r>
              <a:rPr lang="en-AU" sz="2800" b="1" spc="-85">
                <a:solidFill>
                  <a:srgbClr val="000000"/>
                </a:solidFill>
                <a:latin typeface="Arial"/>
                <a:cs typeface="Arial"/>
              </a:rPr>
              <a:t> </a:t>
            </a:r>
            <a:r>
              <a:rPr lang="en-AU" sz="2800">
                <a:solidFill>
                  <a:srgbClr val="000000"/>
                </a:solidFill>
              </a:rPr>
              <a:t>be</a:t>
            </a:r>
            <a:r>
              <a:rPr lang="en-AU" sz="2800" spc="-80">
                <a:solidFill>
                  <a:srgbClr val="000000"/>
                </a:solidFill>
              </a:rPr>
              <a:t> </a:t>
            </a:r>
            <a:r>
              <a:rPr lang="en-AU" sz="2800" b="1" spc="-120">
                <a:solidFill>
                  <a:srgbClr val="000000"/>
                </a:solidFill>
                <a:latin typeface="Arial"/>
                <a:cs typeface="Arial"/>
              </a:rPr>
              <a:t>possible</a:t>
            </a:r>
            <a:r>
              <a:rPr lang="en-AU" sz="2800" b="1" spc="-85">
                <a:solidFill>
                  <a:srgbClr val="000000"/>
                </a:solidFill>
                <a:latin typeface="Arial"/>
                <a:cs typeface="Arial"/>
              </a:rPr>
              <a:t> </a:t>
            </a:r>
            <a:r>
              <a:rPr lang="en-AU" sz="2800" spc="100">
                <a:solidFill>
                  <a:srgbClr val="000000"/>
                </a:solidFill>
              </a:rPr>
              <a:t>to</a:t>
            </a:r>
            <a:r>
              <a:rPr lang="en-AU" sz="2800" spc="-65">
                <a:solidFill>
                  <a:srgbClr val="000000"/>
                </a:solidFill>
              </a:rPr>
              <a:t> </a:t>
            </a:r>
            <a:r>
              <a:rPr lang="en-AU" sz="2800">
                <a:solidFill>
                  <a:srgbClr val="000000"/>
                </a:solidFill>
              </a:rPr>
              <a:t>appoint</a:t>
            </a:r>
            <a:r>
              <a:rPr lang="en-AU" sz="2800" spc="-90">
                <a:solidFill>
                  <a:srgbClr val="000000"/>
                </a:solidFill>
              </a:rPr>
              <a:t> </a:t>
            </a:r>
            <a:r>
              <a:rPr lang="en-AU" sz="2800">
                <a:solidFill>
                  <a:srgbClr val="000000"/>
                </a:solidFill>
              </a:rPr>
              <a:t>the</a:t>
            </a:r>
            <a:r>
              <a:rPr lang="en-AU" sz="2800" spc="-75">
                <a:solidFill>
                  <a:srgbClr val="000000"/>
                </a:solidFill>
              </a:rPr>
              <a:t> </a:t>
            </a:r>
            <a:r>
              <a:rPr lang="en-AU" sz="2800" b="1" spc="-75">
                <a:solidFill>
                  <a:srgbClr val="000000"/>
                </a:solidFill>
                <a:latin typeface="Arial"/>
                <a:cs typeface="Arial"/>
              </a:rPr>
              <a:t>ideal</a:t>
            </a:r>
            <a:r>
              <a:rPr lang="en-AU" sz="2800" b="1" spc="-85">
                <a:solidFill>
                  <a:srgbClr val="000000"/>
                </a:solidFill>
                <a:latin typeface="Arial"/>
                <a:cs typeface="Arial"/>
              </a:rPr>
              <a:t> </a:t>
            </a:r>
            <a:r>
              <a:rPr lang="en-AU" sz="2800">
                <a:solidFill>
                  <a:srgbClr val="000000"/>
                </a:solidFill>
              </a:rPr>
              <a:t>people</a:t>
            </a:r>
            <a:r>
              <a:rPr lang="en-AU" sz="2800" spc="-70">
                <a:solidFill>
                  <a:srgbClr val="000000"/>
                </a:solidFill>
              </a:rPr>
              <a:t> </a:t>
            </a:r>
            <a:r>
              <a:rPr lang="en-AU" sz="2800" spc="70">
                <a:solidFill>
                  <a:srgbClr val="000000"/>
                </a:solidFill>
              </a:rPr>
              <a:t>to </a:t>
            </a:r>
            <a:r>
              <a:rPr lang="en-AU" sz="2800">
                <a:solidFill>
                  <a:srgbClr val="000000"/>
                </a:solidFill>
              </a:rPr>
              <a:t>work</a:t>
            </a:r>
            <a:r>
              <a:rPr lang="en-AU" sz="2800" spc="-50">
                <a:solidFill>
                  <a:srgbClr val="000000"/>
                </a:solidFill>
              </a:rPr>
              <a:t> </a:t>
            </a:r>
            <a:r>
              <a:rPr lang="en-AU" sz="2800">
                <a:solidFill>
                  <a:srgbClr val="000000"/>
                </a:solidFill>
              </a:rPr>
              <a:t>on</a:t>
            </a:r>
            <a:r>
              <a:rPr lang="en-AU" sz="2800" spc="-85">
                <a:solidFill>
                  <a:srgbClr val="000000"/>
                </a:solidFill>
              </a:rPr>
              <a:t> </a:t>
            </a:r>
            <a:r>
              <a:rPr lang="en-AU" sz="2800">
                <a:solidFill>
                  <a:srgbClr val="000000"/>
                </a:solidFill>
              </a:rPr>
              <a:t>a</a:t>
            </a:r>
            <a:r>
              <a:rPr lang="en-AU" sz="2800" spc="-45">
                <a:solidFill>
                  <a:srgbClr val="000000"/>
                </a:solidFill>
              </a:rPr>
              <a:t> </a:t>
            </a:r>
            <a:r>
              <a:rPr lang="en-AU" sz="2800" spc="-10">
                <a:solidFill>
                  <a:srgbClr val="000000"/>
                </a:solidFill>
              </a:rPr>
              <a:t>project</a:t>
            </a:r>
          </a:p>
          <a:p>
            <a:pPr marL="355600" marR="64135" indent="-343535">
              <a:lnSpc>
                <a:spcPct val="100000"/>
              </a:lnSpc>
              <a:spcBef>
                <a:spcPts val="105"/>
              </a:spcBef>
            </a:pPr>
            <a:endParaRPr lang="en-AU" sz="2800" spc="-10">
              <a:solidFill>
                <a:srgbClr val="000000"/>
              </a:solidFill>
            </a:endParaRPr>
          </a:p>
          <a:p>
            <a:pPr marL="926465" marR="576580" indent="-457200">
              <a:lnSpc>
                <a:spcPct val="100000"/>
              </a:lnSpc>
              <a:spcBef>
                <a:spcPts val="95"/>
              </a:spcBef>
              <a:buFont typeface="Arial"/>
              <a:buChar char="•"/>
            </a:pPr>
            <a:r>
              <a:rPr lang="en-AU" sz="2800">
                <a:latin typeface="Arial"/>
                <a:cs typeface="Arial"/>
              </a:rPr>
              <a:t>Project</a:t>
            </a:r>
            <a:r>
              <a:rPr lang="en-AU" sz="2800" spc="-65">
                <a:latin typeface="Arial"/>
                <a:cs typeface="Arial"/>
              </a:rPr>
              <a:t> </a:t>
            </a:r>
            <a:r>
              <a:rPr lang="en-AU" sz="2800">
                <a:latin typeface="Arial"/>
                <a:cs typeface="Arial"/>
              </a:rPr>
              <a:t>budget</a:t>
            </a:r>
            <a:r>
              <a:rPr lang="en-AU" sz="2800" spc="-60">
                <a:latin typeface="Arial"/>
                <a:cs typeface="Arial"/>
              </a:rPr>
              <a:t> </a:t>
            </a:r>
            <a:r>
              <a:rPr lang="en-AU" sz="2800">
                <a:latin typeface="Arial"/>
                <a:cs typeface="Arial"/>
              </a:rPr>
              <a:t>may</a:t>
            </a:r>
            <a:r>
              <a:rPr lang="en-AU" sz="2800" spc="-60">
                <a:latin typeface="Arial"/>
                <a:cs typeface="Arial"/>
              </a:rPr>
              <a:t> </a:t>
            </a:r>
            <a:r>
              <a:rPr lang="en-AU" sz="2800">
                <a:latin typeface="Arial"/>
                <a:cs typeface="Arial"/>
              </a:rPr>
              <a:t>not</a:t>
            </a:r>
            <a:r>
              <a:rPr lang="en-AU" sz="2800" spc="-65">
                <a:latin typeface="Arial"/>
                <a:cs typeface="Arial"/>
              </a:rPr>
              <a:t> </a:t>
            </a:r>
            <a:r>
              <a:rPr lang="en-AU" sz="2800">
                <a:latin typeface="Arial"/>
                <a:cs typeface="Arial"/>
              </a:rPr>
              <a:t>allow</a:t>
            </a:r>
            <a:r>
              <a:rPr lang="en-AU" sz="2800" spc="-90">
                <a:latin typeface="Arial"/>
                <a:cs typeface="Arial"/>
              </a:rPr>
              <a:t> </a:t>
            </a:r>
            <a:r>
              <a:rPr lang="en-AU" sz="2800" spc="70">
                <a:latin typeface="Arial"/>
                <a:cs typeface="Arial"/>
              </a:rPr>
              <a:t>for</a:t>
            </a:r>
            <a:r>
              <a:rPr lang="en-AU" sz="2800" spc="-55">
                <a:latin typeface="Arial"/>
                <a:cs typeface="Arial"/>
              </a:rPr>
              <a:t> </a:t>
            </a:r>
            <a:r>
              <a:rPr lang="en-AU" sz="2800">
                <a:latin typeface="Arial"/>
                <a:cs typeface="Arial"/>
              </a:rPr>
              <a:t>the</a:t>
            </a:r>
            <a:r>
              <a:rPr lang="en-AU" sz="2800" spc="-80">
                <a:latin typeface="Arial"/>
                <a:cs typeface="Arial"/>
              </a:rPr>
              <a:t> </a:t>
            </a:r>
            <a:r>
              <a:rPr lang="en-AU" sz="2800">
                <a:latin typeface="Arial"/>
                <a:cs typeface="Arial"/>
              </a:rPr>
              <a:t>use</a:t>
            </a:r>
            <a:r>
              <a:rPr lang="en-AU" sz="2800" spc="-50">
                <a:latin typeface="Arial"/>
                <a:cs typeface="Arial"/>
              </a:rPr>
              <a:t> </a:t>
            </a:r>
            <a:r>
              <a:rPr lang="en-AU" sz="2800" spc="100">
                <a:latin typeface="Arial"/>
                <a:cs typeface="Arial"/>
              </a:rPr>
              <a:t>of</a:t>
            </a:r>
            <a:r>
              <a:rPr lang="en-AU" sz="2800" spc="-60">
                <a:latin typeface="Arial"/>
                <a:cs typeface="Arial"/>
              </a:rPr>
              <a:t> </a:t>
            </a:r>
            <a:r>
              <a:rPr lang="en-AU" sz="2800" spc="-30">
                <a:latin typeface="Arial"/>
                <a:cs typeface="Arial"/>
              </a:rPr>
              <a:t>highly-</a:t>
            </a:r>
            <a:r>
              <a:rPr lang="en-AU" sz="2800" spc="-20">
                <a:latin typeface="Arial"/>
                <a:cs typeface="Arial"/>
              </a:rPr>
              <a:t>paid </a:t>
            </a:r>
            <a:r>
              <a:rPr lang="en-AU" sz="2800" spc="90">
                <a:latin typeface="Arial"/>
                <a:cs typeface="Arial"/>
              </a:rPr>
              <a:t>staff</a:t>
            </a:r>
            <a:endParaRPr lang="en-AU" sz="2800">
              <a:latin typeface="Arial"/>
              <a:cs typeface="Arial"/>
            </a:endParaRPr>
          </a:p>
          <a:p>
            <a:pPr marL="926465" marR="12065" indent="-457200">
              <a:lnSpc>
                <a:spcPct val="135700"/>
              </a:lnSpc>
              <a:buFont typeface="Arial"/>
              <a:buChar char="•"/>
            </a:pPr>
            <a:r>
              <a:rPr lang="en-AU" sz="2800">
                <a:latin typeface="Arial"/>
                <a:cs typeface="Arial"/>
              </a:rPr>
              <a:t>Staff</a:t>
            </a:r>
            <a:r>
              <a:rPr lang="en-AU" sz="2800" spc="-70">
                <a:latin typeface="Arial"/>
                <a:cs typeface="Arial"/>
              </a:rPr>
              <a:t> </a:t>
            </a:r>
            <a:r>
              <a:rPr lang="en-AU" sz="2800" spc="50">
                <a:latin typeface="Arial"/>
                <a:cs typeface="Arial"/>
              </a:rPr>
              <a:t>with</a:t>
            </a:r>
            <a:r>
              <a:rPr lang="en-AU" sz="2800" spc="-85">
                <a:latin typeface="Arial"/>
                <a:cs typeface="Arial"/>
              </a:rPr>
              <a:t> </a:t>
            </a:r>
            <a:r>
              <a:rPr lang="en-AU" sz="2800">
                <a:latin typeface="Arial"/>
                <a:cs typeface="Arial"/>
              </a:rPr>
              <a:t>the</a:t>
            </a:r>
            <a:r>
              <a:rPr lang="en-AU" sz="2800" spc="-70">
                <a:latin typeface="Arial"/>
                <a:cs typeface="Arial"/>
              </a:rPr>
              <a:t> </a:t>
            </a:r>
            <a:r>
              <a:rPr lang="en-AU" sz="2800">
                <a:latin typeface="Arial"/>
                <a:cs typeface="Arial"/>
              </a:rPr>
              <a:t>appropriate</a:t>
            </a:r>
            <a:r>
              <a:rPr lang="en-AU" sz="2800" spc="-70">
                <a:latin typeface="Arial"/>
                <a:cs typeface="Arial"/>
              </a:rPr>
              <a:t> </a:t>
            </a:r>
            <a:r>
              <a:rPr lang="en-AU" sz="2800" spc="-20">
                <a:latin typeface="Arial"/>
                <a:cs typeface="Arial"/>
              </a:rPr>
              <a:t>experience</a:t>
            </a:r>
            <a:r>
              <a:rPr lang="en-AU" sz="2800" spc="-25">
                <a:latin typeface="Arial"/>
                <a:cs typeface="Arial"/>
              </a:rPr>
              <a:t> </a:t>
            </a:r>
            <a:r>
              <a:rPr lang="en-AU" sz="2800">
                <a:latin typeface="Arial"/>
                <a:cs typeface="Arial"/>
              </a:rPr>
              <a:t>may</a:t>
            </a:r>
            <a:r>
              <a:rPr lang="en-AU" sz="2800" spc="-65">
                <a:latin typeface="Arial"/>
                <a:cs typeface="Arial"/>
              </a:rPr>
              <a:t> </a:t>
            </a:r>
            <a:r>
              <a:rPr lang="en-AU" sz="2800">
                <a:latin typeface="Arial"/>
                <a:cs typeface="Arial"/>
              </a:rPr>
              <a:t>not</a:t>
            </a:r>
            <a:r>
              <a:rPr lang="en-AU" sz="2800" spc="-65">
                <a:latin typeface="Arial"/>
                <a:cs typeface="Arial"/>
              </a:rPr>
              <a:t> </a:t>
            </a:r>
            <a:r>
              <a:rPr lang="en-AU" sz="2800">
                <a:latin typeface="Arial"/>
                <a:cs typeface="Arial"/>
              </a:rPr>
              <a:t>be</a:t>
            </a:r>
            <a:r>
              <a:rPr lang="en-AU" sz="2800" spc="-65">
                <a:latin typeface="Arial"/>
                <a:cs typeface="Arial"/>
              </a:rPr>
              <a:t> </a:t>
            </a:r>
            <a:r>
              <a:rPr lang="en-AU" sz="2800" spc="-10">
                <a:latin typeface="Arial"/>
                <a:cs typeface="Arial"/>
              </a:rPr>
              <a:t>available</a:t>
            </a:r>
            <a:endParaRPr lang="en-AU" sz="2800">
              <a:latin typeface="Arial"/>
              <a:cs typeface="Arial"/>
            </a:endParaRPr>
          </a:p>
          <a:p>
            <a:pPr marL="926465" marR="12065" indent="-457200">
              <a:lnSpc>
                <a:spcPct val="135700"/>
              </a:lnSpc>
              <a:buFont typeface="Arial"/>
              <a:buChar char="•"/>
            </a:pPr>
            <a:r>
              <a:rPr lang="en-AU" sz="2800" spc="-10">
                <a:latin typeface="Arial"/>
                <a:cs typeface="Arial"/>
              </a:rPr>
              <a:t>An</a:t>
            </a:r>
            <a:r>
              <a:rPr lang="en-AU" sz="2800">
                <a:latin typeface="Arial"/>
                <a:cs typeface="Arial"/>
              </a:rPr>
              <a:t> organisation</a:t>
            </a:r>
            <a:r>
              <a:rPr lang="en-AU" sz="2800" spc="-60">
                <a:latin typeface="Arial"/>
                <a:cs typeface="Arial"/>
              </a:rPr>
              <a:t> </a:t>
            </a:r>
            <a:r>
              <a:rPr lang="en-AU" sz="2800">
                <a:latin typeface="Arial"/>
                <a:cs typeface="Arial"/>
              </a:rPr>
              <a:t>may</a:t>
            </a:r>
            <a:r>
              <a:rPr lang="en-AU" sz="2800" spc="-60">
                <a:latin typeface="Arial"/>
                <a:cs typeface="Arial"/>
              </a:rPr>
              <a:t> </a:t>
            </a:r>
            <a:r>
              <a:rPr lang="en-AU" sz="2800">
                <a:latin typeface="Arial"/>
                <a:cs typeface="Arial"/>
              </a:rPr>
              <a:t>wish</a:t>
            </a:r>
            <a:r>
              <a:rPr lang="en-AU" sz="2800" spc="-80">
                <a:latin typeface="Arial"/>
                <a:cs typeface="Arial"/>
              </a:rPr>
              <a:t> </a:t>
            </a:r>
            <a:r>
              <a:rPr lang="en-AU" sz="2800" spc="75">
                <a:latin typeface="Arial"/>
                <a:cs typeface="Arial"/>
              </a:rPr>
              <a:t>to</a:t>
            </a:r>
            <a:r>
              <a:rPr lang="en-AU" sz="2800" spc="-60">
                <a:latin typeface="Arial"/>
                <a:cs typeface="Arial"/>
              </a:rPr>
              <a:t> </a:t>
            </a:r>
            <a:r>
              <a:rPr lang="en-AU" sz="2800" spc="-20">
                <a:latin typeface="Arial"/>
                <a:cs typeface="Arial"/>
              </a:rPr>
              <a:t>develop</a:t>
            </a:r>
            <a:r>
              <a:rPr lang="en-AU" sz="2800" spc="-35">
                <a:latin typeface="Arial"/>
                <a:cs typeface="Arial"/>
              </a:rPr>
              <a:t> </a:t>
            </a:r>
            <a:r>
              <a:rPr lang="en-AU" sz="2800" spc="-10">
                <a:latin typeface="Arial"/>
                <a:cs typeface="Arial"/>
              </a:rPr>
              <a:t>employee</a:t>
            </a:r>
            <a:r>
              <a:rPr lang="en-AU" sz="2800" spc="-50">
                <a:latin typeface="Arial"/>
                <a:cs typeface="Arial"/>
              </a:rPr>
              <a:t> </a:t>
            </a:r>
            <a:r>
              <a:rPr lang="en-AU" sz="2800">
                <a:latin typeface="Arial"/>
                <a:cs typeface="Arial"/>
              </a:rPr>
              <a:t>skills</a:t>
            </a:r>
            <a:r>
              <a:rPr lang="en-AU" sz="2800" spc="-60">
                <a:latin typeface="Arial"/>
                <a:cs typeface="Arial"/>
              </a:rPr>
              <a:t> </a:t>
            </a:r>
            <a:r>
              <a:rPr lang="en-AU" sz="2800">
                <a:latin typeface="Arial"/>
                <a:cs typeface="Arial"/>
              </a:rPr>
              <a:t>on</a:t>
            </a:r>
            <a:r>
              <a:rPr lang="en-AU" sz="2800" spc="-55">
                <a:latin typeface="Arial"/>
                <a:cs typeface="Arial"/>
              </a:rPr>
              <a:t> </a:t>
            </a:r>
            <a:r>
              <a:rPr lang="en-AU" sz="2800" spc="-50">
                <a:latin typeface="Arial"/>
                <a:cs typeface="Arial"/>
              </a:rPr>
              <a:t>a</a:t>
            </a:r>
            <a:endParaRPr lang="en-AU" sz="2800">
              <a:latin typeface="Arial"/>
              <a:cs typeface="Arial"/>
            </a:endParaRPr>
          </a:p>
          <a:p>
            <a:pPr marL="756285">
              <a:lnSpc>
                <a:spcPct val="100000"/>
              </a:lnSpc>
              <a:spcBef>
                <a:spcPts val="5"/>
              </a:spcBef>
            </a:pPr>
            <a:r>
              <a:rPr lang="en-AU" sz="2800">
                <a:latin typeface="Arial"/>
                <a:cs typeface="Arial"/>
              </a:rPr>
              <a:t>software</a:t>
            </a:r>
            <a:r>
              <a:rPr lang="en-AU" sz="2800" spc="250">
                <a:latin typeface="Arial"/>
                <a:cs typeface="Arial"/>
              </a:rPr>
              <a:t> </a:t>
            </a:r>
            <a:r>
              <a:rPr lang="en-AU" sz="2800" spc="-10">
                <a:latin typeface="Arial"/>
                <a:cs typeface="Arial"/>
              </a:rPr>
              <a:t>project</a:t>
            </a:r>
            <a:endParaRPr lang="en-AU" sz="2800">
              <a:latin typeface="Arial"/>
              <a:cs typeface="Arial"/>
            </a:endParaRPr>
          </a:p>
          <a:p>
            <a:pPr marL="469900" indent="-457200">
              <a:spcBef>
                <a:spcPts val="1170"/>
              </a:spcBef>
              <a:buFont typeface="Arial"/>
              <a:buChar char="•"/>
            </a:pPr>
            <a:r>
              <a:rPr lang="en-AU" sz="2800">
                <a:latin typeface="Arial"/>
                <a:cs typeface="Arial"/>
              </a:rPr>
              <a:t>Team leaders must</a:t>
            </a:r>
            <a:r>
              <a:rPr lang="en-AU" sz="2800" b="1" spc="-75">
                <a:latin typeface="Arial"/>
                <a:cs typeface="Arial"/>
              </a:rPr>
              <a:t> </a:t>
            </a:r>
            <a:r>
              <a:rPr lang="en-AU" sz="2800">
                <a:latin typeface="Arial"/>
                <a:cs typeface="Arial"/>
              </a:rPr>
              <a:t>work</a:t>
            </a:r>
            <a:r>
              <a:rPr lang="en-AU" sz="2800" spc="-70">
                <a:latin typeface="Arial"/>
                <a:cs typeface="Arial"/>
              </a:rPr>
              <a:t> </a:t>
            </a:r>
            <a:r>
              <a:rPr lang="en-AU" sz="2800" spc="50">
                <a:latin typeface="Arial"/>
                <a:cs typeface="Arial"/>
              </a:rPr>
              <a:t>within</a:t>
            </a:r>
            <a:r>
              <a:rPr lang="en-AU" sz="2800" spc="-105">
                <a:latin typeface="Arial"/>
                <a:cs typeface="Arial"/>
              </a:rPr>
              <a:t> </a:t>
            </a:r>
            <a:r>
              <a:rPr lang="en-AU" sz="2800">
                <a:latin typeface="Arial"/>
                <a:cs typeface="Arial"/>
              </a:rPr>
              <a:t>these</a:t>
            </a:r>
            <a:r>
              <a:rPr lang="en-AU" sz="2800" spc="-65">
                <a:latin typeface="Arial"/>
                <a:cs typeface="Arial"/>
              </a:rPr>
              <a:t> </a:t>
            </a:r>
            <a:r>
              <a:rPr lang="en-AU" sz="2800" b="1" spc="-10">
                <a:latin typeface="Arial"/>
                <a:cs typeface="Arial"/>
              </a:rPr>
              <a:t>constraints </a:t>
            </a:r>
            <a:r>
              <a:rPr lang="en-AU" sz="2800">
                <a:latin typeface="Arial"/>
                <a:cs typeface="Arial"/>
              </a:rPr>
              <a:t>especially</a:t>
            </a:r>
            <a:r>
              <a:rPr lang="en-AU" sz="2800" spc="-120">
                <a:latin typeface="Arial"/>
                <a:cs typeface="Arial"/>
              </a:rPr>
              <a:t> </a:t>
            </a:r>
            <a:r>
              <a:rPr lang="en-AU" sz="2800">
                <a:latin typeface="Arial"/>
                <a:cs typeface="Arial"/>
              </a:rPr>
              <a:t>when</a:t>
            </a:r>
            <a:r>
              <a:rPr lang="en-AU" sz="2800" spc="-130">
                <a:latin typeface="Arial"/>
                <a:cs typeface="Arial"/>
              </a:rPr>
              <a:t> </a:t>
            </a:r>
            <a:r>
              <a:rPr lang="en-AU" sz="2800">
                <a:latin typeface="Arial"/>
                <a:cs typeface="Arial"/>
              </a:rPr>
              <a:t>there</a:t>
            </a:r>
            <a:r>
              <a:rPr lang="en-AU" sz="2800" spc="-95">
                <a:latin typeface="Arial"/>
                <a:cs typeface="Arial"/>
              </a:rPr>
              <a:t> </a:t>
            </a:r>
            <a:r>
              <a:rPr lang="en-AU" sz="2800">
                <a:latin typeface="Arial"/>
                <a:cs typeface="Arial"/>
              </a:rPr>
              <a:t>are</a:t>
            </a:r>
            <a:r>
              <a:rPr lang="en-AU" sz="2800" spc="-110">
                <a:latin typeface="Arial"/>
                <a:cs typeface="Arial"/>
              </a:rPr>
              <a:t> </a:t>
            </a:r>
            <a:r>
              <a:rPr lang="en-AU" sz="2800" b="1" spc="-105">
                <a:latin typeface="Arial"/>
                <a:cs typeface="Arial"/>
              </a:rPr>
              <a:t>lack </a:t>
            </a:r>
            <a:r>
              <a:rPr lang="en-AU" sz="2800" spc="130">
                <a:latin typeface="Arial"/>
                <a:cs typeface="Arial"/>
              </a:rPr>
              <a:t>of</a:t>
            </a:r>
            <a:r>
              <a:rPr lang="en-AU" sz="2800" spc="-120">
                <a:latin typeface="Arial"/>
                <a:cs typeface="Arial"/>
              </a:rPr>
              <a:t> </a:t>
            </a:r>
            <a:r>
              <a:rPr lang="en-AU" sz="2800">
                <a:latin typeface="Arial"/>
                <a:cs typeface="Arial"/>
              </a:rPr>
              <a:t>trained</a:t>
            </a:r>
            <a:r>
              <a:rPr lang="en-AU" sz="2800" spc="-100">
                <a:latin typeface="Arial"/>
                <a:cs typeface="Arial"/>
              </a:rPr>
              <a:t> technical staff</a:t>
            </a:r>
            <a:endParaRPr lang="en-AU" sz="2800" spc="105">
              <a:latin typeface="Arial"/>
              <a:cs typeface="Arial"/>
            </a:endParaRPr>
          </a:p>
          <a:p>
            <a:pPr marL="355600" marR="64135" indent="-343535">
              <a:lnSpc>
                <a:spcPct val="100000"/>
              </a:lnSpc>
              <a:spcBef>
                <a:spcPts val="105"/>
              </a:spcBef>
            </a:pPr>
            <a:endParaRPr lang="en-AU" sz="28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70</a:t>
            </a:fld>
            <a:endParaRPr spc="-25"/>
          </a:p>
        </p:txBody>
      </p:sp>
      <p:sp>
        <p:nvSpPr>
          <p:cNvPr id="3" name="object 3"/>
          <p:cNvSpPr txBox="1">
            <a:spLocks noGrp="1"/>
          </p:cNvSpPr>
          <p:nvPr>
            <p:ph type="title"/>
          </p:nvPr>
        </p:nvSpPr>
        <p:spPr>
          <a:xfrm>
            <a:off x="2362200" y="148844"/>
            <a:ext cx="7086600" cy="689932"/>
          </a:xfrm>
          <a:prstGeom prst="rect">
            <a:avLst/>
          </a:prstGeom>
        </p:spPr>
        <p:txBody>
          <a:bodyPr vert="horz" wrap="square" lIns="0" tIns="12700" rIns="0" bIns="0" rtlCol="0" anchor="t">
            <a:spAutoFit/>
          </a:bodyPr>
          <a:lstStyle/>
          <a:p>
            <a:pPr marL="12700" algn="ctr">
              <a:spcBef>
                <a:spcPts val="100"/>
              </a:spcBef>
            </a:pPr>
            <a:r>
              <a:rPr lang="en-AU" sz="4400" spc="70">
                <a:solidFill>
                  <a:srgbClr val="000000"/>
                </a:solidFill>
              </a:rPr>
              <a:t>Forming a Team</a:t>
            </a:r>
            <a:endParaRPr sz="4400"/>
          </a:p>
        </p:txBody>
      </p:sp>
    </p:spTree>
    <p:extLst>
      <p:ext uri="{BB962C8B-B14F-4D97-AF65-F5344CB8AC3E}">
        <p14:creationId xmlns:p14="http://schemas.microsoft.com/office/powerpoint/2010/main" val="35339648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7919" y="1299338"/>
            <a:ext cx="10975974" cy="4880310"/>
          </a:xfrm>
          <a:prstGeom prst="rect">
            <a:avLst/>
          </a:prstGeom>
        </p:spPr>
        <p:txBody>
          <a:bodyPr vert="horz" wrap="square" lIns="0" tIns="12700" rIns="0" bIns="0" rtlCol="0" anchor="t">
            <a:spAutoFit/>
          </a:bodyPr>
          <a:lstStyle/>
          <a:p>
            <a:pPr marL="239395" marR="232410" indent="-226695">
              <a:lnSpc>
                <a:spcPts val="3020"/>
              </a:lnSpc>
              <a:spcBef>
                <a:spcPts val="480"/>
              </a:spcBef>
              <a:buFont typeface="Arial"/>
              <a:buChar char="•"/>
              <a:tabLst>
                <a:tab pos="241300" algn="l"/>
              </a:tabLst>
            </a:pPr>
            <a:r>
              <a:rPr lang="en-AU" sz="2400">
                <a:latin typeface="Arial"/>
                <a:cs typeface="Arial"/>
              </a:rPr>
              <a:t>Team</a:t>
            </a:r>
            <a:r>
              <a:rPr lang="en-AU" sz="2400" spc="-80">
                <a:latin typeface="Arial"/>
                <a:cs typeface="Arial"/>
              </a:rPr>
              <a:t> </a:t>
            </a:r>
            <a:r>
              <a:rPr lang="en-AU" sz="2400">
                <a:latin typeface="Arial"/>
                <a:cs typeface="Arial"/>
              </a:rPr>
              <a:t>composed</a:t>
            </a:r>
            <a:r>
              <a:rPr lang="en-AU" sz="2400" spc="-55">
                <a:latin typeface="Arial"/>
                <a:cs typeface="Arial"/>
              </a:rPr>
              <a:t> </a:t>
            </a:r>
            <a:r>
              <a:rPr lang="en-AU" sz="2400" spc="100">
                <a:latin typeface="Arial"/>
                <a:cs typeface="Arial"/>
              </a:rPr>
              <a:t>of</a:t>
            </a:r>
            <a:r>
              <a:rPr lang="en-AU" sz="2400" spc="-80">
                <a:latin typeface="Arial"/>
                <a:cs typeface="Arial"/>
              </a:rPr>
              <a:t> </a:t>
            </a:r>
            <a:r>
              <a:rPr lang="en-AU" sz="2400">
                <a:latin typeface="Arial"/>
                <a:cs typeface="Arial"/>
              </a:rPr>
              <a:t>members</a:t>
            </a:r>
            <a:r>
              <a:rPr lang="en-AU" sz="2400" spc="-45">
                <a:latin typeface="Arial"/>
                <a:cs typeface="Arial"/>
              </a:rPr>
              <a:t> </a:t>
            </a:r>
            <a:r>
              <a:rPr lang="en-AU" sz="2400">
                <a:latin typeface="Arial"/>
                <a:cs typeface="Arial"/>
              </a:rPr>
              <a:t>who</a:t>
            </a:r>
            <a:r>
              <a:rPr lang="en-AU" sz="2400" spc="-80">
                <a:latin typeface="Arial"/>
                <a:cs typeface="Arial"/>
              </a:rPr>
              <a:t> </a:t>
            </a:r>
            <a:r>
              <a:rPr lang="en-AU" sz="2400" spc="-10">
                <a:latin typeface="Arial"/>
                <a:cs typeface="Arial"/>
              </a:rPr>
              <a:t>share</a:t>
            </a:r>
            <a:r>
              <a:rPr lang="en-AU" sz="2400" spc="-80">
                <a:latin typeface="Arial"/>
                <a:cs typeface="Arial"/>
              </a:rPr>
              <a:t> </a:t>
            </a:r>
            <a:r>
              <a:rPr lang="en-AU" sz="2400">
                <a:latin typeface="Arial"/>
                <a:cs typeface="Arial"/>
              </a:rPr>
              <a:t>the</a:t>
            </a:r>
            <a:r>
              <a:rPr lang="en-AU" sz="2400" spc="-70">
                <a:latin typeface="Arial"/>
                <a:cs typeface="Arial"/>
              </a:rPr>
              <a:t> </a:t>
            </a:r>
            <a:r>
              <a:rPr lang="en-AU" sz="2400">
                <a:latin typeface="Arial"/>
                <a:cs typeface="Arial"/>
              </a:rPr>
              <a:t>same</a:t>
            </a:r>
            <a:r>
              <a:rPr lang="en-AU" sz="2400" spc="-75">
                <a:latin typeface="Arial"/>
                <a:cs typeface="Arial"/>
              </a:rPr>
              <a:t> </a:t>
            </a:r>
            <a:r>
              <a:rPr lang="en-AU" sz="2400" spc="-10">
                <a:latin typeface="Arial"/>
                <a:cs typeface="Arial"/>
              </a:rPr>
              <a:t>motivation </a:t>
            </a:r>
            <a:r>
              <a:rPr lang="en-AU" sz="2400">
                <a:latin typeface="Arial"/>
                <a:cs typeface="Arial"/>
              </a:rPr>
              <a:t>can</a:t>
            </a:r>
            <a:r>
              <a:rPr lang="en-AU" sz="2400" spc="-140">
                <a:latin typeface="Arial"/>
                <a:cs typeface="Arial"/>
              </a:rPr>
              <a:t> </a:t>
            </a:r>
            <a:r>
              <a:rPr lang="en-AU" sz="2400">
                <a:latin typeface="Arial"/>
                <a:cs typeface="Arial"/>
              </a:rPr>
              <a:t>be </a:t>
            </a:r>
            <a:r>
              <a:rPr lang="en-AU" sz="2400" spc="-10">
                <a:latin typeface="Arial"/>
                <a:cs typeface="Arial"/>
              </a:rPr>
              <a:t>problematic</a:t>
            </a:r>
            <a:endParaRPr lang="en-AU" sz="2400">
              <a:latin typeface="Arial"/>
              <a:cs typeface="Arial"/>
            </a:endParaRPr>
          </a:p>
          <a:p>
            <a:pPr marL="697230" lvl="1" indent="-226695">
              <a:lnSpc>
                <a:spcPct val="100000"/>
              </a:lnSpc>
              <a:spcBef>
                <a:spcPts val="190"/>
              </a:spcBef>
              <a:buFont typeface="Arial"/>
              <a:buChar char="•"/>
              <a:tabLst>
                <a:tab pos="697230" algn="l"/>
              </a:tabLst>
            </a:pPr>
            <a:r>
              <a:rPr lang="en-AU" sz="2000" b="1" spc="-85">
                <a:latin typeface="Arial"/>
                <a:cs typeface="Arial"/>
              </a:rPr>
              <a:t>Task</a:t>
            </a:r>
            <a:r>
              <a:rPr lang="en-AU" sz="2000" spc="-85">
                <a:latin typeface="Arial"/>
                <a:cs typeface="Arial"/>
              </a:rPr>
              <a:t>-</a:t>
            </a:r>
            <a:r>
              <a:rPr lang="en-AU" sz="2000">
                <a:latin typeface="Arial"/>
                <a:cs typeface="Arial"/>
              </a:rPr>
              <a:t>oriented</a:t>
            </a:r>
            <a:r>
              <a:rPr lang="en-AU" sz="2000" spc="-10">
                <a:latin typeface="Arial"/>
                <a:cs typeface="Arial"/>
              </a:rPr>
              <a:t> </a:t>
            </a:r>
            <a:r>
              <a:rPr lang="en-AU" sz="2000" spc="225">
                <a:latin typeface="Arial"/>
                <a:cs typeface="Arial"/>
              </a:rPr>
              <a:t>–</a:t>
            </a:r>
            <a:r>
              <a:rPr lang="en-AU" sz="2000" spc="-30">
                <a:latin typeface="Arial"/>
                <a:cs typeface="Arial"/>
              </a:rPr>
              <a:t> </a:t>
            </a:r>
            <a:r>
              <a:rPr lang="en-AU" sz="2000" spc="-35">
                <a:latin typeface="Arial"/>
                <a:cs typeface="Arial"/>
              </a:rPr>
              <a:t>everyone</a:t>
            </a:r>
            <a:r>
              <a:rPr lang="en-AU" sz="2000" spc="-10">
                <a:latin typeface="Arial"/>
                <a:cs typeface="Arial"/>
              </a:rPr>
              <a:t> </a:t>
            </a:r>
            <a:r>
              <a:rPr lang="en-AU" sz="2000">
                <a:latin typeface="Arial"/>
                <a:cs typeface="Arial"/>
              </a:rPr>
              <a:t>wants</a:t>
            </a:r>
            <a:r>
              <a:rPr lang="en-AU" sz="2000" spc="-40">
                <a:latin typeface="Arial"/>
                <a:cs typeface="Arial"/>
              </a:rPr>
              <a:t> </a:t>
            </a:r>
            <a:r>
              <a:rPr lang="en-AU" sz="2000" spc="65">
                <a:latin typeface="Arial"/>
                <a:cs typeface="Arial"/>
              </a:rPr>
              <a:t>to</a:t>
            </a:r>
            <a:r>
              <a:rPr lang="en-AU" sz="2000" spc="-25">
                <a:latin typeface="Arial"/>
                <a:cs typeface="Arial"/>
              </a:rPr>
              <a:t> </a:t>
            </a:r>
            <a:r>
              <a:rPr lang="en-AU" sz="2000">
                <a:latin typeface="Arial"/>
                <a:cs typeface="Arial"/>
              </a:rPr>
              <a:t>do</a:t>
            </a:r>
            <a:r>
              <a:rPr lang="en-AU" sz="2000" spc="-40">
                <a:latin typeface="Arial"/>
                <a:cs typeface="Arial"/>
              </a:rPr>
              <a:t> </a:t>
            </a:r>
            <a:r>
              <a:rPr lang="en-AU" sz="2000">
                <a:latin typeface="Arial"/>
                <a:cs typeface="Arial"/>
              </a:rPr>
              <a:t>their</a:t>
            </a:r>
            <a:r>
              <a:rPr lang="en-AU" sz="2000" spc="-15">
                <a:latin typeface="Arial"/>
                <a:cs typeface="Arial"/>
              </a:rPr>
              <a:t> </a:t>
            </a:r>
            <a:r>
              <a:rPr lang="en-AU" sz="2000">
                <a:latin typeface="Arial"/>
                <a:cs typeface="Arial"/>
              </a:rPr>
              <a:t>own</a:t>
            </a:r>
            <a:r>
              <a:rPr lang="en-AU" sz="2000" spc="-30">
                <a:latin typeface="Arial"/>
                <a:cs typeface="Arial"/>
              </a:rPr>
              <a:t> </a:t>
            </a:r>
            <a:r>
              <a:rPr lang="en-AU" sz="2000" spc="-10">
                <a:latin typeface="Arial"/>
                <a:cs typeface="Arial"/>
              </a:rPr>
              <a:t>tasks</a:t>
            </a:r>
            <a:endParaRPr lang="en-AU" sz="2000">
              <a:latin typeface="Arial"/>
              <a:cs typeface="Arial"/>
            </a:endParaRPr>
          </a:p>
          <a:p>
            <a:pPr marL="697230" lvl="1" indent="-226695">
              <a:lnSpc>
                <a:spcPct val="100000"/>
              </a:lnSpc>
              <a:spcBef>
                <a:spcPts val="204"/>
              </a:spcBef>
              <a:buFont typeface="Arial"/>
              <a:buChar char="•"/>
              <a:tabLst>
                <a:tab pos="697230" algn="l"/>
              </a:tabLst>
            </a:pPr>
            <a:r>
              <a:rPr lang="en-AU" sz="2000" b="1" spc="-65">
                <a:latin typeface="Arial"/>
                <a:cs typeface="Arial"/>
              </a:rPr>
              <a:t>Self</a:t>
            </a:r>
            <a:r>
              <a:rPr lang="en-AU" sz="2000" spc="-65">
                <a:latin typeface="Arial"/>
                <a:cs typeface="Arial"/>
              </a:rPr>
              <a:t>-</a:t>
            </a:r>
            <a:r>
              <a:rPr lang="en-AU" sz="2000">
                <a:latin typeface="Arial"/>
                <a:cs typeface="Arial"/>
              </a:rPr>
              <a:t>oriented</a:t>
            </a:r>
            <a:r>
              <a:rPr lang="en-AU" sz="2000" spc="-30">
                <a:latin typeface="Arial"/>
                <a:cs typeface="Arial"/>
              </a:rPr>
              <a:t> </a:t>
            </a:r>
            <a:r>
              <a:rPr lang="en-AU" sz="2000" spc="225">
                <a:latin typeface="Arial"/>
                <a:cs typeface="Arial"/>
              </a:rPr>
              <a:t>–</a:t>
            </a:r>
            <a:r>
              <a:rPr lang="en-AU" sz="2000" spc="-50">
                <a:latin typeface="Arial"/>
                <a:cs typeface="Arial"/>
              </a:rPr>
              <a:t> </a:t>
            </a:r>
            <a:r>
              <a:rPr lang="en-AU" sz="2000" spc="-40">
                <a:latin typeface="Arial"/>
                <a:cs typeface="Arial"/>
              </a:rPr>
              <a:t>everyone </a:t>
            </a:r>
            <a:r>
              <a:rPr lang="en-AU" sz="2000">
                <a:latin typeface="Arial"/>
                <a:cs typeface="Arial"/>
              </a:rPr>
              <a:t>wants</a:t>
            </a:r>
            <a:r>
              <a:rPr lang="en-AU" sz="2000" spc="-45">
                <a:latin typeface="Arial"/>
                <a:cs typeface="Arial"/>
              </a:rPr>
              <a:t> </a:t>
            </a:r>
            <a:r>
              <a:rPr lang="en-AU" sz="2000" spc="65">
                <a:latin typeface="Arial"/>
                <a:cs typeface="Arial"/>
              </a:rPr>
              <a:t>to</a:t>
            </a:r>
            <a:r>
              <a:rPr lang="en-AU" sz="2000" spc="-45">
                <a:latin typeface="Arial"/>
                <a:cs typeface="Arial"/>
              </a:rPr>
              <a:t> </a:t>
            </a:r>
            <a:r>
              <a:rPr lang="en-AU" sz="2000">
                <a:latin typeface="Arial"/>
                <a:cs typeface="Arial"/>
              </a:rPr>
              <a:t>be</a:t>
            </a:r>
            <a:r>
              <a:rPr lang="en-AU" sz="2000" spc="-40">
                <a:latin typeface="Arial"/>
                <a:cs typeface="Arial"/>
              </a:rPr>
              <a:t> </a:t>
            </a:r>
            <a:r>
              <a:rPr lang="en-AU" sz="2000">
                <a:latin typeface="Arial"/>
                <a:cs typeface="Arial"/>
              </a:rPr>
              <a:t>the</a:t>
            </a:r>
            <a:r>
              <a:rPr lang="en-AU" sz="2000" spc="-45">
                <a:latin typeface="Arial"/>
                <a:cs typeface="Arial"/>
              </a:rPr>
              <a:t> </a:t>
            </a:r>
            <a:r>
              <a:rPr lang="en-AU" sz="2000" spc="-20">
                <a:latin typeface="Arial"/>
                <a:cs typeface="Arial"/>
              </a:rPr>
              <a:t>boss</a:t>
            </a:r>
            <a:endParaRPr lang="en-AU" sz="2000">
              <a:latin typeface="Arial"/>
              <a:cs typeface="Arial"/>
            </a:endParaRPr>
          </a:p>
          <a:p>
            <a:pPr marL="697230" lvl="1" indent="-226695">
              <a:lnSpc>
                <a:spcPct val="100000"/>
              </a:lnSpc>
              <a:spcBef>
                <a:spcPts val="215"/>
              </a:spcBef>
              <a:buFont typeface="Arial"/>
              <a:buChar char="•"/>
              <a:tabLst>
                <a:tab pos="697230" algn="l"/>
              </a:tabLst>
            </a:pPr>
            <a:r>
              <a:rPr lang="en-AU" sz="2000" b="1" spc="-70">
                <a:latin typeface="Arial"/>
                <a:cs typeface="Arial"/>
              </a:rPr>
              <a:t>Interaction</a:t>
            </a:r>
            <a:r>
              <a:rPr lang="en-AU" sz="2000" spc="-70">
                <a:latin typeface="Arial"/>
                <a:cs typeface="Arial"/>
              </a:rPr>
              <a:t>-</a:t>
            </a:r>
            <a:r>
              <a:rPr lang="en-AU" sz="2000">
                <a:latin typeface="Arial"/>
                <a:cs typeface="Arial"/>
              </a:rPr>
              <a:t>oriented</a:t>
            </a:r>
            <a:r>
              <a:rPr lang="en-AU" sz="2000" spc="30">
                <a:latin typeface="Arial"/>
                <a:cs typeface="Arial"/>
              </a:rPr>
              <a:t> </a:t>
            </a:r>
            <a:r>
              <a:rPr lang="en-AU" sz="2000" spc="225">
                <a:latin typeface="Arial"/>
                <a:cs typeface="Arial"/>
              </a:rPr>
              <a:t>–</a:t>
            </a:r>
            <a:r>
              <a:rPr lang="en-AU" sz="2000" spc="-30">
                <a:latin typeface="Arial"/>
                <a:cs typeface="Arial"/>
              </a:rPr>
              <a:t> </a:t>
            </a:r>
            <a:r>
              <a:rPr lang="en-AU" sz="2000" spc="50">
                <a:latin typeface="Arial"/>
                <a:cs typeface="Arial"/>
              </a:rPr>
              <a:t>too</a:t>
            </a:r>
            <a:r>
              <a:rPr lang="en-AU" sz="2000" spc="-10">
                <a:latin typeface="Arial"/>
                <a:cs typeface="Arial"/>
              </a:rPr>
              <a:t> </a:t>
            </a:r>
            <a:r>
              <a:rPr lang="en-AU" sz="2000">
                <a:latin typeface="Arial"/>
                <a:cs typeface="Arial"/>
              </a:rPr>
              <a:t>much</a:t>
            </a:r>
            <a:r>
              <a:rPr lang="en-AU" sz="2000" spc="-20">
                <a:latin typeface="Arial"/>
                <a:cs typeface="Arial"/>
              </a:rPr>
              <a:t> </a:t>
            </a:r>
            <a:r>
              <a:rPr lang="en-AU" sz="2000">
                <a:latin typeface="Arial"/>
                <a:cs typeface="Arial"/>
              </a:rPr>
              <a:t>chatting,</a:t>
            </a:r>
            <a:r>
              <a:rPr lang="en-AU" sz="2000" spc="-5">
                <a:latin typeface="Arial"/>
                <a:cs typeface="Arial"/>
              </a:rPr>
              <a:t> </a:t>
            </a:r>
            <a:r>
              <a:rPr lang="en-AU" sz="2000">
                <a:latin typeface="Arial"/>
                <a:cs typeface="Arial"/>
              </a:rPr>
              <a:t>not</a:t>
            </a:r>
            <a:r>
              <a:rPr lang="en-AU" sz="2000" spc="-10">
                <a:latin typeface="Arial"/>
                <a:cs typeface="Arial"/>
              </a:rPr>
              <a:t> enough</a:t>
            </a:r>
            <a:r>
              <a:rPr lang="en-AU" sz="2000">
                <a:latin typeface="Arial"/>
                <a:cs typeface="Arial"/>
              </a:rPr>
              <a:t> </a:t>
            </a:r>
            <a:r>
              <a:rPr lang="en-AU" sz="2000" spc="-20">
                <a:latin typeface="Arial"/>
                <a:cs typeface="Arial"/>
              </a:rPr>
              <a:t>work</a:t>
            </a:r>
            <a:endParaRPr lang="en-AU" sz="2000">
              <a:latin typeface="Arial"/>
              <a:cs typeface="Arial"/>
            </a:endParaRPr>
          </a:p>
          <a:p>
            <a:pPr marL="239395" indent="-226695">
              <a:buChar char="•"/>
              <a:tabLst>
                <a:tab pos="240029" algn="l"/>
              </a:tabLst>
            </a:pPr>
            <a:endParaRPr lang="en-AU" sz="1600">
              <a:latin typeface="Arial"/>
              <a:cs typeface="Arial"/>
            </a:endParaRPr>
          </a:p>
          <a:p>
            <a:pPr marL="239395" indent="-226695">
              <a:lnSpc>
                <a:spcPct val="100000"/>
              </a:lnSpc>
              <a:buChar char="•"/>
              <a:tabLst>
                <a:tab pos="240029" algn="l"/>
              </a:tabLst>
            </a:pPr>
            <a:r>
              <a:rPr lang="en-AU" sz="2400">
                <a:latin typeface="Arial"/>
                <a:cs typeface="Arial"/>
              </a:rPr>
              <a:t>An</a:t>
            </a:r>
            <a:r>
              <a:rPr lang="en-AU" sz="2400" spc="-40">
                <a:latin typeface="Arial"/>
                <a:cs typeface="Arial"/>
              </a:rPr>
              <a:t> </a:t>
            </a:r>
            <a:r>
              <a:rPr lang="en-AU" sz="2400">
                <a:latin typeface="Arial"/>
                <a:cs typeface="Arial"/>
              </a:rPr>
              <a:t>effective</a:t>
            </a:r>
            <a:r>
              <a:rPr lang="en-AU" sz="2400" spc="-10">
                <a:latin typeface="Arial"/>
                <a:cs typeface="Arial"/>
              </a:rPr>
              <a:t> </a:t>
            </a:r>
            <a:r>
              <a:rPr lang="en-AU" sz="2400">
                <a:latin typeface="Arial"/>
                <a:cs typeface="Arial"/>
              </a:rPr>
              <a:t>team</a:t>
            </a:r>
            <a:r>
              <a:rPr lang="en-AU" sz="2400" spc="-45">
                <a:latin typeface="Arial"/>
                <a:cs typeface="Arial"/>
              </a:rPr>
              <a:t> </a:t>
            </a:r>
            <a:r>
              <a:rPr lang="en-AU" sz="2400">
                <a:latin typeface="Arial"/>
                <a:cs typeface="Arial"/>
              </a:rPr>
              <a:t>has</a:t>
            </a:r>
            <a:r>
              <a:rPr lang="en-AU" sz="2400" spc="-25">
                <a:latin typeface="Arial"/>
                <a:cs typeface="Arial"/>
              </a:rPr>
              <a:t> </a:t>
            </a:r>
            <a:r>
              <a:rPr lang="en-AU" sz="2400">
                <a:latin typeface="Arial"/>
                <a:cs typeface="Arial"/>
              </a:rPr>
              <a:t>a</a:t>
            </a:r>
            <a:r>
              <a:rPr lang="en-AU" sz="2400" spc="-40">
                <a:latin typeface="Arial"/>
                <a:cs typeface="Arial"/>
              </a:rPr>
              <a:t> </a:t>
            </a:r>
            <a:r>
              <a:rPr lang="en-AU" sz="2400" b="1" spc="-105">
                <a:latin typeface="Arial"/>
                <a:cs typeface="Arial"/>
              </a:rPr>
              <a:t>balance</a:t>
            </a:r>
            <a:r>
              <a:rPr lang="en-AU" sz="2400" b="1" spc="-50">
                <a:latin typeface="Arial"/>
                <a:cs typeface="Arial"/>
              </a:rPr>
              <a:t> </a:t>
            </a:r>
            <a:r>
              <a:rPr lang="en-AU" sz="2400" spc="100">
                <a:latin typeface="Arial"/>
                <a:cs typeface="Arial"/>
              </a:rPr>
              <a:t>of</a:t>
            </a:r>
            <a:r>
              <a:rPr lang="en-AU" sz="2400" spc="-35">
                <a:latin typeface="Arial"/>
                <a:cs typeface="Arial"/>
              </a:rPr>
              <a:t> </a:t>
            </a:r>
            <a:r>
              <a:rPr lang="en-AU" sz="2400">
                <a:latin typeface="Arial"/>
                <a:cs typeface="Arial"/>
              </a:rPr>
              <a:t>all</a:t>
            </a:r>
            <a:r>
              <a:rPr lang="en-AU" sz="2400" spc="-45">
                <a:latin typeface="Arial"/>
                <a:cs typeface="Arial"/>
              </a:rPr>
              <a:t> </a:t>
            </a:r>
            <a:r>
              <a:rPr lang="en-AU" sz="2400" spc="-20">
                <a:latin typeface="Arial"/>
                <a:cs typeface="Arial"/>
              </a:rPr>
              <a:t>types</a:t>
            </a:r>
            <a:endParaRPr lang="en-AU" sz="2400">
              <a:latin typeface="Arial"/>
              <a:cs typeface="Arial"/>
            </a:endParaRPr>
          </a:p>
          <a:p>
            <a:pPr marL="239395" indent="-226695">
              <a:lnSpc>
                <a:spcPts val="3195"/>
              </a:lnSpc>
              <a:buChar char="•"/>
              <a:tabLst>
                <a:tab pos="240029" algn="l"/>
              </a:tabLst>
            </a:pPr>
            <a:endParaRPr lang="en-AU" sz="1600">
              <a:latin typeface="Arial"/>
              <a:cs typeface="Arial"/>
            </a:endParaRPr>
          </a:p>
          <a:p>
            <a:pPr marL="239395" indent="-226695">
              <a:lnSpc>
                <a:spcPts val="3195"/>
              </a:lnSpc>
              <a:buChar char="•"/>
              <a:tabLst>
                <a:tab pos="240029" algn="l"/>
              </a:tabLst>
            </a:pPr>
            <a:r>
              <a:rPr lang="en-AU" sz="2400">
                <a:latin typeface="Arial"/>
                <a:cs typeface="Arial"/>
              </a:rPr>
              <a:t>This</a:t>
            </a:r>
            <a:r>
              <a:rPr lang="en-AU" sz="2400" spc="-105">
                <a:latin typeface="Arial"/>
                <a:cs typeface="Arial"/>
              </a:rPr>
              <a:t> </a:t>
            </a:r>
            <a:r>
              <a:rPr lang="en-AU" sz="2400">
                <a:latin typeface="Arial"/>
                <a:cs typeface="Arial"/>
              </a:rPr>
              <a:t>can</a:t>
            </a:r>
            <a:r>
              <a:rPr lang="en-AU" sz="2400" spc="-100">
                <a:latin typeface="Arial"/>
                <a:cs typeface="Arial"/>
              </a:rPr>
              <a:t> </a:t>
            </a:r>
            <a:r>
              <a:rPr lang="en-AU" sz="2400">
                <a:latin typeface="Arial"/>
                <a:cs typeface="Arial"/>
              </a:rPr>
              <a:t>be</a:t>
            </a:r>
            <a:r>
              <a:rPr lang="en-AU" sz="2400" spc="-100">
                <a:latin typeface="Arial"/>
                <a:cs typeface="Arial"/>
              </a:rPr>
              <a:t> </a:t>
            </a:r>
            <a:r>
              <a:rPr lang="en-AU" sz="2400" spc="75">
                <a:latin typeface="Arial"/>
                <a:cs typeface="Arial"/>
              </a:rPr>
              <a:t>difficult</a:t>
            </a:r>
            <a:r>
              <a:rPr lang="en-AU" sz="2400" spc="-125">
                <a:latin typeface="Arial"/>
                <a:cs typeface="Arial"/>
              </a:rPr>
              <a:t> </a:t>
            </a:r>
            <a:r>
              <a:rPr lang="en-AU" sz="2400" spc="75">
                <a:latin typeface="Arial"/>
                <a:cs typeface="Arial"/>
              </a:rPr>
              <a:t>to</a:t>
            </a:r>
            <a:r>
              <a:rPr lang="en-AU" sz="2400" spc="-100">
                <a:latin typeface="Arial"/>
                <a:cs typeface="Arial"/>
              </a:rPr>
              <a:t> </a:t>
            </a:r>
            <a:r>
              <a:rPr lang="en-AU" sz="2400" spc="-20">
                <a:latin typeface="Arial"/>
                <a:cs typeface="Arial"/>
              </a:rPr>
              <a:t>achieve</a:t>
            </a:r>
            <a:r>
              <a:rPr lang="en-AU" sz="2400" spc="-105">
                <a:latin typeface="Arial"/>
                <a:cs typeface="Arial"/>
              </a:rPr>
              <a:t> </a:t>
            </a:r>
            <a:r>
              <a:rPr lang="en-AU" sz="2400">
                <a:latin typeface="Arial"/>
                <a:cs typeface="Arial"/>
              </a:rPr>
              <a:t>as</a:t>
            </a:r>
            <a:r>
              <a:rPr lang="en-AU" sz="2400" spc="-110">
                <a:latin typeface="Arial"/>
                <a:cs typeface="Arial"/>
              </a:rPr>
              <a:t> </a:t>
            </a:r>
            <a:r>
              <a:rPr lang="en-AU" sz="2400" b="1" spc="-65">
                <a:latin typeface="Arial"/>
                <a:cs typeface="Arial"/>
              </a:rPr>
              <a:t>software</a:t>
            </a:r>
            <a:r>
              <a:rPr lang="en-AU" sz="2400" b="1" spc="-95">
                <a:latin typeface="Arial"/>
                <a:cs typeface="Arial"/>
              </a:rPr>
              <a:t> engineers </a:t>
            </a:r>
            <a:r>
              <a:rPr lang="en-AU" sz="2400" spc="-10">
                <a:latin typeface="Arial"/>
                <a:cs typeface="Arial"/>
              </a:rPr>
              <a:t>are</a:t>
            </a:r>
            <a:r>
              <a:rPr lang="en-AU" sz="2400" spc="-105">
                <a:latin typeface="Arial"/>
                <a:cs typeface="Arial"/>
              </a:rPr>
              <a:t> </a:t>
            </a:r>
            <a:r>
              <a:rPr lang="en-AU" sz="2400" spc="-10">
                <a:latin typeface="Arial"/>
                <a:cs typeface="Arial"/>
              </a:rPr>
              <a:t>often</a:t>
            </a:r>
            <a:endParaRPr lang="en-AU" sz="2400">
              <a:latin typeface="Arial"/>
              <a:cs typeface="Arial"/>
            </a:endParaRPr>
          </a:p>
          <a:p>
            <a:pPr marL="241300">
              <a:lnSpc>
                <a:spcPts val="3195"/>
              </a:lnSpc>
            </a:pPr>
            <a:r>
              <a:rPr lang="en-AU" sz="2400" b="1" spc="-40">
                <a:latin typeface="Arial"/>
                <a:cs typeface="Arial"/>
              </a:rPr>
              <a:t>task-</a:t>
            </a:r>
            <a:r>
              <a:rPr lang="en-AU" sz="2400" b="1" spc="-10">
                <a:latin typeface="Arial"/>
                <a:cs typeface="Arial"/>
              </a:rPr>
              <a:t>oriented</a:t>
            </a:r>
            <a:endParaRPr lang="en-AU" sz="2400">
              <a:latin typeface="Arial"/>
              <a:cs typeface="Arial"/>
            </a:endParaRPr>
          </a:p>
          <a:p>
            <a:pPr marL="239395" marR="821690" indent="-226695">
              <a:lnSpc>
                <a:spcPts val="3030"/>
              </a:lnSpc>
              <a:spcBef>
                <a:spcPts val="5"/>
              </a:spcBef>
              <a:buFont typeface="Arial"/>
              <a:buChar char="•"/>
              <a:tabLst>
                <a:tab pos="241300" algn="l"/>
              </a:tabLst>
            </a:pPr>
            <a:endParaRPr lang="en-AU" sz="1600" b="1" spc="-90">
              <a:latin typeface="Arial"/>
              <a:cs typeface="Arial"/>
            </a:endParaRPr>
          </a:p>
          <a:p>
            <a:pPr marL="239395" marR="821690" indent="-226695">
              <a:lnSpc>
                <a:spcPts val="3030"/>
              </a:lnSpc>
              <a:spcBef>
                <a:spcPts val="5"/>
              </a:spcBef>
              <a:buFont typeface="Arial"/>
              <a:buChar char="•"/>
              <a:tabLst>
                <a:tab pos="241300" algn="l"/>
              </a:tabLst>
            </a:pPr>
            <a:r>
              <a:rPr lang="en-AU" sz="2400" b="1" spc="-90">
                <a:latin typeface="Arial"/>
                <a:cs typeface="Arial"/>
              </a:rPr>
              <a:t>Interaction</a:t>
            </a:r>
            <a:r>
              <a:rPr lang="en-AU" sz="2400" spc="-90">
                <a:latin typeface="Arial"/>
                <a:cs typeface="Arial"/>
              </a:rPr>
              <a:t>-</a:t>
            </a:r>
            <a:r>
              <a:rPr lang="en-AU" sz="2400">
                <a:latin typeface="Arial"/>
                <a:cs typeface="Arial"/>
              </a:rPr>
              <a:t>oriented</a:t>
            </a:r>
            <a:r>
              <a:rPr lang="en-AU" sz="2400" spc="-70">
                <a:latin typeface="Arial"/>
                <a:cs typeface="Arial"/>
              </a:rPr>
              <a:t> </a:t>
            </a:r>
            <a:r>
              <a:rPr lang="en-AU" sz="2400">
                <a:latin typeface="Arial"/>
                <a:cs typeface="Arial"/>
              </a:rPr>
              <a:t>people</a:t>
            </a:r>
            <a:r>
              <a:rPr lang="en-AU" sz="2400" spc="-60">
                <a:latin typeface="Arial"/>
                <a:cs typeface="Arial"/>
              </a:rPr>
              <a:t> </a:t>
            </a:r>
            <a:r>
              <a:rPr lang="en-AU" sz="2400" spc="-10">
                <a:latin typeface="Arial"/>
                <a:cs typeface="Arial"/>
              </a:rPr>
              <a:t>are</a:t>
            </a:r>
            <a:r>
              <a:rPr lang="en-AU" sz="2400" spc="-65">
                <a:latin typeface="Arial"/>
                <a:cs typeface="Arial"/>
              </a:rPr>
              <a:t> </a:t>
            </a:r>
            <a:r>
              <a:rPr lang="en-AU" sz="2400" spc="-45">
                <a:latin typeface="Arial"/>
                <a:cs typeface="Arial"/>
              </a:rPr>
              <a:t>very</a:t>
            </a:r>
            <a:r>
              <a:rPr lang="en-AU" sz="2400" spc="-55">
                <a:latin typeface="Arial"/>
                <a:cs typeface="Arial"/>
              </a:rPr>
              <a:t> </a:t>
            </a:r>
            <a:r>
              <a:rPr lang="en-AU" sz="2400">
                <a:latin typeface="Arial"/>
                <a:cs typeface="Arial"/>
              </a:rPr>
              <a:t>important</a:t>
            </a:r>
            <a:r>
              <a:rPr lang="en-AU" sz="2400" spc="-65">
                <a:latin typeface="Arial"/>
                <a:cs typeface="Arial"/>
              </a:rPr>
              <a:t> </a:t>
            </a:r>
            <a:r>
              <a:rPr lang="en-AU" sz="2400">
                <a:latin typeface="Arial"/>
                <a:cs typeface="Arial"/>
              </a:rPr>
              <a:t>as</a:t>
            </a:r>
            <a:r>
              <a:rPr lang="en-AU" sz="2400" spc="-60">
                <a:latin typeface="Arial"/>
                <a:cs typeface="Arial"/>
              </a:rPr>
              <a:t> </a:t>
            </a:r>
            <a:r>
              <a:rPr lang="en-AU" sz="2400">
                <a:latin typeface="Arial"/>
                <a:cs typeface="Arial"/>
              </a:rPr>
              <a:t>they</a:t>
            </a:r>
            <a:r>
              <a:rPr lang="en-AU" sz="2400" spc="-60">
                <a:latin typeface="Arial"/>
                <a:cs typeface="Arial"/>
              </a:rPr>
              <a:t> </a:t>
            </a:r>
            <a:r>
              <a:rPr lang="en-AU" sz="2400" spc="-25">
                <a:latin typeface="Arial"/>
                <a:cs typeface="Arial"/>
              </a:rPr>
              <a:t>can </a:t>
            </a:r>
            <a:r>
              <a:rPr lang="en-AU" sz="2400">
                <a:latin typeface="Arial"/>
                <a:cs typeface="Arial"/>
              </a:rPr>
              <a:t>detect</a:t>
            </a:r>
            <a:r>
              <a:rPr lang="en-AU" sz="2400" spc="-30">
                <a:latin typeface="Arial"/>
                <a:cs typeface="Arial"/>
              </a:rPr>
              <a:t> </a:t>
            </a:r>
            <a:r>
              <a:rPr lang="en-AU" sz="2400">
                <a:latin typeface="Arial"/>
                <a:cs typeface="Arial"/>
              </a:rPr>
              <a:t>and</a:t>
            </a:r>
            <a:r>
              <a:rPr lang="en-AU" sz="2400" spc="-30">
                <a:latin typeface="Arial"/>
                <a:cs typeface="Arial"/>
              </a:rPr>
              <a:t> </a:t>
            </a:r>
            <a:r>
              <a:rPr lang="en-AU" sz="2400">
                <a:latin typeface="Arial"/>
                <a:cs typeface="Arial"/>
              </a:rPr>
              <a:t>defuse tensions that</a:t>
            </a:r>
            <a:r>
              <a:rPr lang="en-AU" sz="2400" spc="-50">
                <a:latin typeface="Arial"/>
                <a:cs typeface="Arial"/>
              </a:rPr>
              <a:t> </a:t>
            </a:r>
            <a:r>
              <a:rPr lang="en-AU" sz="2400" spc="-10">
                <a:latin typeface="Arial"/>
                <a:cs typeface="Arial"/>
              </a:rPr>
              <a:t>arise</a:t>
            </a:r>
            <a:endParaRPr lang="en-AU"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71</a:t>
            </a:fld>
            <a:endParaRPr spc="-25"/>
          </a:p>
        </p:txBody>
      </p:sp>
      <p:sp>
        <p:nvSpPr>
          <p:cNvPr id="3" name="object 3"/>
          <p:cNvSpPr txBox="1">
            <a:spLocks noGrp="1"/>
          </p:cNvSpPr>
          <p:nvPr>
            <p:ph type="title"/>
          </p:nvPr>
        </p:nvSpPr>
        <p:spPr>
          <a:xfrm>
            <a:off x="2237282" y="298746"/>
            <a:ext cx="70866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Team Composition</a:t>
            </a:r>
            <a:endParaRPr sz="4400"/>
          </a:p>
        </p:txBody>
      </p:sp>
    </p:spTree>
    <p:extLst>
      <p:ext uri="{BB962C8B-B14F-4D97-AF65-F5344CB8AC3E}">
        <p14:creationId xmlns:p14="http://schemas.microsoft.com/office/powerpoint/2010/main" val="11912291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p:nvPr/>
        </p:nvSpPr>
        <p:spPr>
          <a:xfrm>
            <a:off x="707853" y="1111961"/>
            <a:ext cx="10975974" cy="5113323"/>
          </a:xfrm>
          <a:prstGeom prst="rect">
            <a:avLst/>
          </a:prstGeom>
        </p:spPr>
        <p:txBody>
          <a:bodyPr vert="horz" wrap="square" lIns="0" tIns="12700" rIns="0" bIns="0" rtlCol="0" anchor="t">
            <a:spAutoFit/>
          </a:bodyPr>
          <a:lstStyle/>
          <a:p>
            <a:pPr marL="12700" marR="146685">
              <a:lnSpc>
                <a:spcPts val="2590"/>
              </a:lnSpc>
              <a:spcBef>
                <a:spcPts val="425"/>
              </a:spcBef>
            </a:pPr>
            <a:r>
              <a:rPr lang="en-AU" sz="2000">
                <a:latin typeface="Arial"/>
                <a:cs typeface="Arial"/>
              </a:rPr>
              <a:t>In</a:t>
            </a:r>
            <a:r>
              <a:rPr lang="en-AU" sz="2000" spc="-65">
                <a:latin typeface="Arial"/>
                <a:cs typeface="Arial"/>
              </a:rPr>
              <a:t> </a:t>
            </a:r>
            <a:r>
              <a:rPr lang="en-AU" sz="2000">
                <a:latin typeface="Arial"/>
                <a:cs typeface="Arial"/>
              </a:rPr>
              <a:t>creating</a:t>
            </a:r>
            <a:r>
              <a:rPr lang="en-AU" sz="2000" spc="-55">
                <a:latin typeface="Arial"/>
                <a:cs typeface="Arial"/>
              </a:rPr>
              <a:t> </a:t>
            </a:r>
            <a:r>
              <a:rPr lang="en-AU" sz="2000">
                <a:latin typeface="Arial"/>
                <a:cs typeface="Arial"/>
              </a:rPr>
              <a:t>a</a:t>
            </a:r>
            <a:r>
              <a:rPr lang="en-AU" sz="2000" spc="-65">
                <a:latin typeface="Arial"/>
                <a:cs typeface="Arial"/>
              </a:rPr>
              <a:t> </a:t>
            </a:r>
            <a:r>
              <a:rPr lang="en-AU" sz="2000">
                <a:latin typeface="Arial"/>
                <a:cs typeface="Arial"/>
              </a:rPr>
              <a:t>team</a:t>
            </a:r>
            <a:r>
              <a:rPr lang="en-AU" sz="2000" spc="-60">
                <a:latin typeface="Arial"/>
                <a:cs typeface="Arial"/>
              </a:rPr>
              <a:t> </a:t>
            </a:r>
            <a:r>
              <a:rPr lang="en-AU" sz="2000" spc="60">
                <a:latin typeface="Arial"/>
                <a:cs typeface="Arial"/>
              </a:rPr>
              <a:t>for</a:t>
            </a:r>
            <a:r>
              <a:rPr lang="en-AU" sz="2000" spc="-30">
                <a:latin typeface="Arial"/>
                <a:cs typeface="Arial"/>
              </a:rPr>
              <a:t> </a:t>
            </a:r>
            <a:r>
              <a:rPr lang="en-AU" sz="2000" b="1" spc="-65">
                <a:latin typeface="Arial"/>
                <a:cs typeface="Arial"/>
              </a:rPr>
              <a:t>assistive</a:t>
            </a:r>
            <a:r>
              <a:rPr lang="en-AU" sz="2000" b="1" spc="-50">
                <a:latin typeface="Arial"/>
                <a:cs typeface="Arial"/>
              </a:rPr>
              <a:t> </a:t>
            </a:r>
            <a:r>
              <a:rPr lang="en-AU" sz="2000" b="1" spc="-95">
                <a:latin typeface="Arial"/>
                <a:cs typeface="Arial"/>
              </a:rPr>
              <a:t>technology</a:t>
            </a:r>
            <a:r>
              <a:rPr lang="en-AU" sz="2000" b="1" spc="-45">
                <a:latin typeface="Arial"/>
                <a:cs typeface="Arial"/>
              </a:rPr>
              <a:t> </a:t>
            </a:r>
            <a:r>
              <a:rPr lang="en-AU" sz="2000" b="1" spc="-90">
                <a:latin typeface="Arial"/>
                <a:cs typeface="Arial"/>
              </a:rPr>
              <a:t>development</a:t>
            </a:r>
            <a:r>
              <a:rPr lang="en-AU" sz="2000" spc="-90">
                <a:latin typeface="Arial"/>
                <a:cs typeface="Arial"/>
              </a:rPr>
              <a:t>,</a:t>
            </a:r>
            <a:r>
              <a:rPr lang="en-AU" sz="2000" spc="-40">
                <a:latin typeface="Arial"/>
                <a:cs typeface="Arial"/>
              </a:rPr>
              <a:t> </a:t>
            </a:r>
            <a:r>
              <a:rPr lang="en-AU" sz="2000">
                <a:latin typeface="Arial"/>
                <a:cs typeface="Arial"/>
              </a:rPr>
              <a:t>Alice</a:t>
            </a:r>
            <a:r>
              <a:rPr lang="en-AU" sz="2000" spc="-65">
                <a:latin typeface="Arial"/>
                <a:cs typeface="Arial"/>
              </a:rPr>
              <a:t> </a:t>
            </a:r>
            <a:r>
              <a:rPr lang="en-AU" sz="2000">
                <a:latin typeface="Arial"/>
                <a:cs typeface="Arial"/>
              </a:rPr>
              <a:t>is</a:t>
            </a:r>
            <a:r>
              <a:rPr lang="en-AU" sz="2000" spc="-65">
                <a:latin typeface="Arial"/>
                <a:cs typeface="Arial"/>
              </a:rPr>
              <a:t> </a:t>
            </a:r>
            <a:r>
              <a:rPr lang="en-AU" sz="2000">
                <a:latin typeface="Arial"/>
                <a:cs typeface="Arial"/>
              </a:rPr>
              <a:t>aware</a:t>
            </a:r>
            <a:r>
              <a:rPr lang="en-AU" sz="2000" spc="-70">
                <a:latin typeface="Arial"/>
                <a:cs typeface="Arial"/>
              </a:rPr>
              <a:t> </a:t>
            </a:r>
            <a:r>
              <a:rPr lang="en-AU" sz="2000" spc="70">
                <a:latin typeface="Arial"/>
                <a:cs typeface="Arial"/>
              </a:rPr>
              <a:t>of </a:t>
            </a:r>
            <a:r>
              <a:rPr lang="en-AU" sz="2000">
                <a:latin typeface="Arial"/>
                <a:cs typeface="Arial"/>
              </a:rPr>
              <a:t>the importance</a:t>
            </a:r>
            <a:r>
              <a:rPr lang="en-AU" sz="2000" spc="15">
                <a:latin typeface="Arial"/>
                <a:cs typeface="Arial"/>
              </a:rPr>
              <a:t> </a:t>
            </a:r>
            <a:r>
              <a:rPr lang="en-AU" sz="2000" spc="95">
                <a:latin typeface="Arial"/>
                <a:cs typeface="Arial"/>
              </a:rPr>
              <a:t>of</a:t>
            </a:r>
            <a:r>
              <a:rPr lang="en-AU" sz="2000" spc="-5">
                <a:latin typeface="Arial"/>
                <a:cs typeface="Arial"/>
              </a:rPr>
              <a:t> </a:t>
            </a:r>
            <a:r>
              <a:rPr lang="en-AU" sz="2000">
                <a:latin typeface="Arial"/>
                <a:cs typeface="Arial"/>
              </a:rPr>
              <a:t>selecting</a:t>
            </a:r>
            <a:r>
              <a:rPr lang="en-AU" sz="2000" spc="20">
                <a:latin typeface="Arial"/>
                <a:cs typeface="Arial"/>
              </a:rPr>
              <a:t> </a:t>
            </a:r>
            <a:r>
              <a:rPr lang="en-AU" sz="2000">
                <a:latin typeface="Arial"/>
                <a:cs typeface="Arial"/>
              </a:rPr>
              <a:t>members</a:t>
            </a:r>
            <a:r>
              <a:rPr lang="en-AU" sz="2000" spc="-15">
                <a:latin typeface="Arial"/>
                <a:cs typeface="Arial"/>
              </a:rPr>
              <a:t> </a:t>
            </a:r>
            <a:r>
              <a:rPr lang="en-AU" sz="2000" spc="50">
                <a:latin typeface="Arial"/>
                <a:cs typeface="Arial"/>
              </a:rPr>
              <a:t>with</a:t>
            </a:r>
            <a:r>
              <a:rPr lang="en-AU" sz="2000">
                <a:latin typeface="Arial"/>
                <a:cs typeface="Arial"/>
              </a:rPr>
              <a:t> </a:t>
            </a:r>
            <a:r>
              <a:rPr lang="en-AU" sz="2000" b="1" spc="-70">
                <a:latin typeface="Arial"/>
                <a:cs typeface="Arial"/>
              </a:rPr>
              <a:t>complementary</a:t>
            </a:r>
            <a:r>
              <a:rPr lang="en-AU" sz="2000" b="1" spc="10">
                <a:latin typeface="Arial"/>
                <a:cs typeface="Arial"/>
              </a:rPr>
              <a:t> </a:t>
            </a:r>
            <a:r>
              <a:rPr lang="en-AU" sz="2000" spc="-10">
                <a:latin typeface="Arial"/>
                <a:cs typeface="Arial"/>
              </a:rPr>
              <a:t>personalities.</a:t>
            </a:r>
            <a:endParaRPr lang="en-AU" sz="2000">
              <a:latin typeface="Arial"/>
              <a:cs typeface="Arial"/>
            </a:endParaRPr>
          </a:p>
          <a:p>
            <a:pPr marL="12700" marR="185420">
              <a:lnSpc>
                <a:spcPts val="2590"/>
              </a:lnSpc>
              <a:spcBef>
                <a:spcPts val="5"/>
              </a:spcBef>
            </a:pPr>
            <a:r>
              <a:rPr lang="en-AU" sz="2000" spc="-55">
                <a:latin typeface="Arial"/>
                <a:cs typeface="Arial"/>
              </a:rPr>
              <a:t>When</a:t>
            </a:r>
            <a:r>
              <a:rPr lang="en-AU" sz="2000" spc="-40">
                <a:latin typeface="Arial"/>
                <a:cs typeface="Arial"/>
              </a:rPr>
              <a:t> </a:t>
            </a:r>
            <a:r>
              <a:rPr lang="en-AU" sz="2000">
                <a:latin typeface="Arial"/>
                <a:cs typeface="Arial"/>
              </a:rPr>
              <a:t>interviewing</a:t>
            </a:r>
            <a:r>
              <a:rPr lang="en-AU" sz="2000" spc="-15">
                <a:latin typeface="Arial"/>
                <a:cs typeface="Arial"/>
              </a:rPr>
              <a:t> </a:t>
            </a:r>
            <a:r>
              <a:rPr lang="en-AU" sz="2000">
                <a:latin typeface="Arial"/>
                <a:cs typeface="Arial"/>
              </a:rPr>
              <a:t>potential</a:t>
            </a:r>
            <a:r>
              <a:rPr lang="en-AU" sz="2000" spc="-5">
                <a:latin typeface="Arial"/>
                <a:cs typeface="Arial"/>
              </a:rPr>
              <a:t> </a:t>
            </a:r>
            <a:r>
              <a:rPr lang="en-AU" sz="2000">
                <a:latin typeface="Arial"/>
                <a:cs typeface="Arial"/>
              </a:rPr>
              <a:t>team</a:t>
            </a:r>
            <a:r>
              <a:rPr lang="en-AU" sz="2000" spc="-30">
                <a:latin typeface="Arial"/>
                <a:cs typeface="Arial"/>
              </a:rPr>
              <a:t> </a:t>
            </a:r>
            <a:r>
              <a:rPr lang="en-AU" sz="2000" spc="-10">
                <a:latin typeface="Arial"/>
                <a:cs typeface="Arial"/>
              </a:rPr>
              <a:t>members,</a:t>
            </a:r>
            <a:r>
              <a:rPr lang="en-AU" sz="2000" spc="-35">
                <a:latin typeface="Arial"/>
                <a:cs typeface="Arial"/>
              </a:rPr>
              <a:t> </a:t>
            </a:r>
            <a:r>
              <a:rPr lang="en-AU" sz="2000">
                <a:latin typeface="Arial"/>
                <a:cs typeface="Arial"/>
              </a:rPr>
              <a:t>she</a:t>
            </a:r>
            <a:r>
              <a:rPr lang="en-AU" sz="2000" spc="-30">
                <a:latin typeface="Arial"/>
                <a:cs typeface="Arial"/>
              </a:rPr>
              <a:t> </a:t>
            </a:r>
            <a:r>
              <a:rPr lang="en-AU" sz="2000">
                <a:latin typeface="Arial"/>
                <a:cs typeface="Arial"/>
              </a:rPr>
              <a:t>tried</a:t>
            </a:r>
            <a:r>
              <a:rPr lang="en-AU" sz="2000" spc="-40">
                <a:latin typeface="Arial"/>
                <a:cs typeface="Arial"/>
              </a:rPr>
              <a:t> </a:t>
            </a:r>
            <a:r>
              <a:rPr lang="en-AU" sz="2000" spc="65">
                <a:latin typeface="Arial"/>
                <a:cs typeface="Arial"/>
              </a:rPr>
              <a:t>to</a:t>
            </a:r>
            <a:r>
              <a:rPr lang="en-AU" sz="2000" spc="-25">
                <a:latin typeface="Arial"/>
                <a:cs typeface="Arial"/>
              </a:rPr>
              <a:t> </a:t>
            </a:r>
            <a:r>
              <a:rPr lang="en-AU" sz="2000">
                <a:latin typeface="Arial"/>
                <a:cs typeface="Arial"/>
              </a:rPr>
              <a:t>assess</a:t>
            </a:r>
            <a:r>
              <a:rPr lang="en-AU" sz="2000" spc="-50">
                <a:latin typeface="Arial"/>
                <a:cs typeface="Arial"/>
              </a:rPr>
              <a:t> </a:t>
            </a:r>
            <a:r>
              <a:rPr lang="en-AU" sz="2000" spc="-10">
                <a:latin typeface="Arial"/>
                <a:cs typeface="Arial"/>
              </a:rPr>
              <a:t>whether </a:t>
            </a:r>
            <a:r>
              <a:rPr lang="en-AU" sz="2000">
                <a:latin typeface="Arial"/>
                <a:cs typeface="Arial"/>
              </a:rPr>
              <a:t>they</a:t>
            </a:r>
            <a:r>
              <a:rPr lang="en-AU" sz="2000" spc="-65">
                <a:latin typeface="Arial"/>
                <a:cs typeface="Arial"/>
              </a:rPr>
              <a:t> </a:t>
            </a:r>
            <a:r>
              <a:rPr lang="en-AU" sz="2000" spc="-10">
                <a:latin typeface="Arial"/>
                <a:cs typeface="Arial"/>
              </a:rPr>
              <a:t>were</a:t>
            </a:r>
            <a:r>
              <a:rPr lang="en-AU" sz="2000" spc="-75">
                <a:latin typeface="Arial"/>
                <a:cs typeface="Arial"/>
              </a:rPr>
              <a:t> </a:t>
            </a:r>
            <a:r>
              <a:rPr lang="en-AU" sz="2000" b="1" spc="-85">
                <a:latin typeface="Arial"/>
                <a:cs typeface="Arial"/>
              </a:rPr>
              <a:t>task</a:t>
            </a:r>
            <a:r>
              <a:rPr lang="en-AU" sz="2000" spc="-85">
                <a:latin typeface="Arial"/>
                <a:cs typeface="Arial"/>
              </a:rPr>
              <a:t>-</a:t>
            </a:r>
            <a:r>
              <a:rPr lang="en-AU" sz="2000" spc="-10">
                <a:latin typeface="Arial"/>
                <a:cs typeface="Arial"/>
              </a:rPr>
              <a:t>oriented,</a:t>
            </a:r>
            <a:r>
              <a:rPr lang="en-AU" sz="2000" spc="-40">
                <a:latin typeface="Arial"/>
                <a:cs typeface="Arial"/>
              </a:rPr>
              <a:t> </a:t>
            </a:r>
            <a:r>
              <a:rPr lang="en-AU" sz="2000" b="1" spc="-65">
                <a:latin typeface="Arial"/>
                <a:cs typeface="Arial"/>
              </a:rPr>
              <a:t>self</a:t>
            </a:r>
            <a:r>
              <a:rPr lang="en-AU" sz="2000" spc="-65">
                <a:latin typeface="Arial"/>
                <a:cs typeface="Arial"/>
              </a:rPr>
              <a:t>-</a:t>
            </a:r>
            <a:r>
              <a:rPr lang="en-AU" sz="2000" spc="-10">
                <a:latin typeface="Arial"/>
                <a:cs typeface="Arial"/>
              </a:rPr>
              <a:t>oriented,</a:t>
            </a:r>
            <a:r>
              <a:rPr lang="en-AU" sz="2000" spc="-65">
                <a:latin typeface="Arial"/>
                <a:cs typeface="Arial"/>
              </a:rPr>
              <a:t> </a:t>
            </a:r>
            <a:r>
              <a:rPr lang="en-AU" sz="2000">
                <a:latin typeface="Arial"/>
                <a:cs typeface="Arial"/>
              </a:rPr>
              <a:t>or</a:t>
            </a:r>
            <a:r>
              <a:rPr lang="en-AU" sz="2000" spc="-60">
                <a:latin typeface="Arial"/>
                <a:cs typeface="Arial"/>
              </a:rPr>
              <a:t> </a:t>
            </a:r>
            <a:r>
              <a:rPr lang="en-AU" sz="2000" b="1" spc="-75">
                <a:latin typeface="Arial"/>
                <a:cs typeface="Arial"/>
              </a:rPr>
              <a:t>interaction</a:t>
            </a:r>
            <a:r>
              <a:rPr lang="en-AU" sz="2000" spc="-75">
                <a:latin typeface="Arial"/>
                <a:cs typeface="Arial"/>
              </a:rPr>
              <a:t>-</a:t>
            </a:r>
            <a:r>
              <a:rPr lang="en-AU" sz="2000">
                <a:latin typeface="Arial"/>
                <a:cs typeface="Arial"/>
              </a:rPr>
              <a:t>oriented.</a:t>
            </a:r>
            <a:r>
              <a:rPr lang="en-AU" sz="2000" spc="-40">
                <a:latin typeface="Arial"/>
                <a:cs typeface="Arial"/>
              </a:rPr>
              <a:t> </a:t>
            </a:r>
            <a:r>
              <a:rPr lang="en-AU" sz="2000" spc="-100">
                <a:latin typeface="Arial"/>
                <a:cs typeface="Arial"/>
              </a:rPr>
              <a:t>She</a:t>
            </a:r>
            <a:r>
              <a:rPr lang="en-AU" sz="2000" spc="-65">
                <a:latin typeface="Arial"/>
                <a:cs typeface="Arial"/>
              </a:rPr>
              <a:t> </a:t>
            </a:r>
            <a:r>
              <a:rPr lang="en-AU" sz="2000" spc="60">
                <a:latin typeface="Arial"/>
                <a:cs typeface="Arial"/>
              </a:rPr>
              <a:t>felt</a:t>
            </a:r>
            <a:r>
              <a:rPr lang="en-AU" sz="2000" spc="-75">
                <a:latin typeface="Arial"/>
                <a:cs typeface="Arial"/>
              </a:rPr>
              <a:t> </a:t>
            </a:r>
            <a:r>
              <a:rPr lang="en-AU" sz="2000" spc="-20">
                <a:latin typeface="Arial"/>
                <a:cs typeface="Arial"/>
              </a:rPr>
              <a:t>that </a:t>
            </a:r>
            <a:r>
              <a:rPr lang="en-AU" sz="2000">
                <a:latin typeface="Arial"/>
                <a:cs typeface="Arial"/>
              </a:rPr>
              <a:t>she</a:t>
            </a:r>
            <a:r>
              <a:rPr lang="en-AU" sz="2000" spc="-70">
                <a:latin typeface="Arial"/>
                <a:cs typeface="Arial"/>
              </a:rPr>
              <a:t> </a:t>
            </a:r>
            <a:r>
              <a:rPr lang="en-AU" sz="2000">
                <a:latin typeface="Arial"/>
                <a:cs typeface="Arial"/>
              </a:rPr>
              <a:t>was</a:t>
            </a:r>
            <a:r>
              <a:rPr lang="en-AU" sz="2000" spc="-80">
                <a:latin typeface="Arial"/>
                <a:cs typeface="Arial"/>
              </a:rPr>
              <a:t> </a:t>
            </a:r>
            <a:r>
              <a:rPr lang="en-AU" sz="2000">
                <a:latin typeface="Arial"/>
                <a:cs typeface="Arial"/>
              </a:rPr>
              <a:t>primarily</a:t>
            </a:r>
            <a:r>
              <a:rPr lang="en-AU" sz="2000" spc="-80">
                <a:latin typeface="Arial"/>
                <a:cs typeface="Arial"/>
              </a:rPr>
              <a:t> </a:t>
            </a:r>
            <a:r>
              <a:rPr lang="en-AU" sz="2000">
                <a:latin typeface="Arial"/>
                <a:cs typeface="Arial"/>
              </a:rPr>
              <a:t>a</a:t>
            </a:r>
            <a:r>
              <a:rPr lang="en-AU" sz="2000" spc="-75">
                <a:latin typeface="Arial"/>
                <a:cs typeface="Arial"/>
              </a:rPr>
              <a:t> </a:t>
            </a:r>
            <a:r>
              <a:rPr lang="en-AU" sz="2000">
                <a:latin typeface="Arial"/>
                <a:cs typeface="Arial"/>
              </a:rPr>
              <a:t>self-oriented</a:t>
            </a:r>
            <a:r>
              <a:rPr lang="en-AU" sz="2000" spc="-45">
                <a:latin typeface="Arial"/>
                <a:cs typeface="Arial"/>
              </a:rPr>
              <a:t> </a:t>
            </a:r>
            <a:r>
              <a:rPr lang="en-AU" sz="2000">
                <a:latin typeface="Arial"/>
                <a:cs typeface="Arial"/>
              </a:rPr>
              <a:t>type</a:t>
            </a:r>
            <a:r>
              <a:rPr lang="en-AU" sz="2000" spc="-65">
                <a:latin typeface="Arial"/>
                <a:cs typeface="Arial"/>
              </a:rPr>
              <a:t> </a:t>
            </a:r>
            <a:r>
              <a:rPr lang="en-AU" sz="2000">
                <a:latin typeface="Arial"/>
                <a:cs typeface="Arial"/>
              </a:rPr>
              <a:t>because</a:t>
            </a:r>
            <a:r>
              <a:rPr lang="en-AU" sz="2000" spc="-60">
                <a:latin typeface="Arial"/>
                <a:cs typeface="Arial"/>
              </a:rPr>
              <a:t> </a:t>
            </a:r>
            <a:r>
              <a:rPr lang="en-AU" sz="2000">
                <a:latin typeface="Arial"/>
                <a:cs typeface="Arial"/>
              </a:rPr>
              <a:t>she</a:t>
            </a:r>
            <a:r>
              <a:rPr lang="en-AU" sz="2000" spc="-65">
                <a:latin typeface="Arial"/>
                <a:cs typeface="Arial"/>
              </a:rPr>
              <a:t> </a:t>
            </a:r>
            <a:r>
              <a:rPr lang="en-AU" sz="2000">
                <a:latin typeface="Arial"/>
                <a:cs typeface="Arial"/>
              </a:rPr>
              <a:t>considered</a:t>
            </a:r>
            <a:r>
              <a:rPr lang="en-AU" sz="2000" spc="-60">
                <a:latin typeface="Arial"/>
                <a:cs typeface="Arial"/>
              </a:rPr>
              <a:t> </a:t>
            </a:r>
            <a:r>
              <a:rPr lang="en-AU" sz="2000">
                <a:latin typeface="Arial"/>
                <a:cs typeface="Arial"/>
              </a:rPr>
              <a:t>the</a:t>
            </a:r>
            <a:r>
              <a:rPr lang="en-AU" sz="2000" spc="-60">
                <a:latin typeface="Arial"/>
                <a:cs typeface="Arial"/>
              </a:rPr>
              <a:t> </a:t>
            </a:r>
            <a:r>
              <a:rPr lang="en-AU" sz="2000" spc="-10">
                <a:latin typeface="Arial"/>
                <a:cs typeface="Arial"/>
              </a:rPr>
              <a:t>project </a:t>
            </a:r>
            <a:r>
              <a:rPr lang="en-AU" sz="2000" spc="65">
                <a:latin typeface="Arial"/>
                <a:cs typeface="Arial"/>
              </a:rPr>
              <a:t>to</a:t>
            </a:r>
            <a:r>
              <a:rPr lang="en-AU" sz="2000" spc="-60">
                <a:latin typeface="Arial"/>
                <a:cs typeface="Arial"/>
              </a:rPr>
              <a:t> </a:t>
            </a:r>
            <a:r>
              <a:rPr lang="en-AU" sz="2000">
                <a:latin typeface="Arial"/>
                <a:cs typeface="Arial"/>
              </a:rPr>
              <a:t>be</a:t>
            </a:r>
            <a:r>
              <a:rPr lang="en-AU" sz="2000" spc="-60">
                <a:latin typeface="Arial"/>
                <a:cs typeface="Arial"/>
              </a:rPr>
              <a:t> </a:t>
            </a:r>
            <a:r>
              <a:rPr lang="en-AU" sz="2000">
                <a:latin typeface="Arial"/>
                <a:cs typeface="Arial"/>
              </a:rPr>
              <a:t>a</a:t>
            </a:r>
            <a:r>
              <a:rPr lang="en-AU" sz="2000" spc="-70">
                <a:latin typeface="Arial"/>
                <a:cs typeface="Arial"/>
              </a:rPr>
              <a:t> </a:t>
            </a:r>
            <a:r>
              <a:rPr lang="en-AU" sz="2000">
                <a:latin typeface="Arial"/>
                <a:cs typeface="Arial"/>
              </a:rPr>
              <a:t>way</a:t>
            </a:r>
            <a:r>
              <a:rPr lang="en-AU" sz="2000" spc="-65">
                <a:latin typeface="Arial"/>
                <a:cs typeface="Arial"/>
              </a:rPr>
              <a:t> </a:t>
            </a:r>
            <a:r>
              <a:rPr lang="en-AU" sz="2000" spc="95">
                <a:latin typeface="Arial"/>
                <a:cs typeface="Arial"/>
              </a:rPr>
              <a:t>of</a:t>
            </a:r>
            <a:r>
              <a:rPr lang="en-AU" sz="2000" spc="-50">
                <a:latin typeface="Arial"/>
                <a:cs typeface="Arial"/>
              </a:rPr>
              <a:t> </a:t>
            </a:r>
            <a:r>
              <a:rPr lang="en-AU" sz="2000">
                <a:latin typeface="Arial"/>
                <a:cs typeface="Arial"/>
              </a:rPr>
              <a:t>getting</a:t>
            </a:r>
            <a:r>
              <a:rPr lang="en-AU" sz="2000" spc="-35">
                <a:latin typeface="Arial"/>
                <a:cs typeface="Arial"/>
              </a:rPr>
              <a:t> </a:t>
            </a:r>
            <a:r>
              <a:rPr lang="en-AU" sz="2000">
                <a:latin typeface="Arial"/>
                <a:cs typeface="Arial"/>
              </a:rPr>
              <a:t>noticed</a:t>
            </a:r>
            <a:r>
              <a:rPr lang="en-AU" sz="2000" spc="-45">
                <a:latin typeface="Arial"/>
                <a:cs typeface="Arial"/>
              </a:rPr>
              <a:t> </a:t>
            </a:r>
            <a:r>
              <a:rPr lang="en-AU" sz="2000">
                <a:latin typeface="Arial"/>
                <a:cs typeface="Arial"/>
              </a:rPr>
              <a:t>by</a:t>
            </a:r>
            <a:r>
              <a:rPr lang="en-AU" sz="2000" spc="-55">
                <a:latin typeface="Arial"/>
                <a:cs typeface="Arial"/>
              </a:rPr>
              <a:t> </a:t>
            </a:r>
            <a:r>
              <a:rPr lang="en-AU" sz="2000">
                <a:latin typeface="Arial"/>
                <a:cs typeface="Arial"/>
              </a:rPr>
              <a:t>senior</a:t>
            </a:r>
            <a:r>
              <a:rPr lang="en-AU" sz="2000" spc="-50">
                <a:latin typeface="Arial"/>
                <a:cs typeface="Arial"/>
              </a:rPr>
              <a:t> </a:t>
            </a:r>
            <a:r>
              <a:rPr lang="en-AU" sz="2000">
                <a:latin typeface="Arial"/>
                <a:cs typeface="Arial"/>
              </a:rPr>
              <a:t>management</a:t>
            </a:r>
            <a:r>
              <a:rPr lang="en-AU" sz="2000" spc="-60">
                <a:latin typeface="Arial"/>
                <a:cs typeface="Arial"/>
              </a:rPr>
              <a:t> </a:t>
            </a:r>
            <a:r>
              <a:rPr lang="en-AU" sz="2000">
                <a:latin typeface="Arial"/>
                <a:cs typeface="Arial"/>
              </a:rPr>
              <a:t>and</a:t>
            </a:r>
            <a:r>
              <a:rPr lang="en-AU" sz="2000" spc="-75">
                <a:latin typeface="Arial"/>
                <a:cs typeface="Arial"/>
              </a:rPr>
              <a:t> </a:t>
            </a:r>
            <a:r>
              <a:rPr lang="en-AU" sz="2000" spc="-10">
                <a:latin typeface="Arial"/>
                <a:cs typeface="Arial"/>
              </a:rPr>
              <a:t>possibly</a:t>
            </a:r>
            <a:endParaRPr lang="en-AU" sz="2000">
              <a:latin typeface="Arial"/>
              <a:cs typeface="Arial"/>
            </a:endParaRPr>
          </a:p>
          <a:p>
            <a:pPr marL="12700" marR="5080">
              <a:lnSpc>
                <a:spcPts val="2590"/>
              </a:lnSpc>
              <a:spcBef>
                <a:spcPts val="15"/>
              </a:spcBef>
            </a:pPr>
            <a:r>
              <a:rPr lang="en-AU" sz="2000">
                <a:latin typeface="Arial"/>
                <a:cs typeface="Arial"/>
              </a:rPr>
              <a:t>promoted.</a:t>
            </a:r>
            <a:r>
              <a:rPr lang="en-AU" sz="2000" spc="-15">
                <a:latin typeface="Arial"/>
                <a:cs typeface="Arial"/>
              </a:rPr>
              <a:t> </a:t>
            </a:r>
            <a:r>
              <a:rPr lang="en-AU" sz="2000" spc="-100">
                <a:latin typeface="Arial"/>
                <a:cs typeface="Arial"/>
              </a:rPr>
              <a:t>She</a:t>
            </a:r>
            <a:r>
              <a:rPr lang="en-AU" sz="2000" spc="-40">
                <a:latin typeface="Arial"/>
                <a:cs typeface="Arial"/>
              </a:rPr>
              <a:t> </a:t>
            </a:r>
            <a:r>
              <a:rPr lang="en-AU" sz="2000">
                <a:latin typeface="Arial"/>
                <a:cs typeface="Arial"/>
              </a:rPr>
              <a:t>therefore</a:t>
            </a:r>
            <a:r>
              <a:rPr lang="en-AU" sz="2000" spc="5">
                <a:latin typeface="Arial"/>
                <a:cs typeface="Arial"/>
              </a:rPr>
              <a:t> </a:t>
            </a:r>
            <a:r>
              <a:rPr lang="en-AU" sz="2000">
                <a:latin typeface="Arial"/>
                <a:cs typeface="Arial"/>
              </a:rPr>
              <a:t>looked</a:t>
            </a:r>
            <a:r>
              <a:rPr lang="en-AU" sz="2000" spc="-20">
                <a:latin typeface="Arial"/>
                <a:cs typeface="Arial"/>
              </a:rPr>
              <a:t> </a:t>
            </a:r>
            <a:r>
              <a:rPr lang="en-AU" sz="2000" spc="60">
                <a:latin typeface="Arial"/>
                <a:cs typeface="Arial"/>
              </a:rPr>
              <a:t>for</a:t>
            </a:r>
            <a:r>
              <a:rPr lang="en-AU" sz="2000" spc="-30">
                <a:latin typeface="Arial"/>
                <a:cs typeface="Arial"/>
              </a:rPr>
              <a:t> </a:t>
            </a:r>
            <a:r>
              <a:rPr lang="en-AU" sz="2000">
                <a:latin typeface="Arial"/>
                <a:cs typeface="Arial"/>
              </a:rPr>
              <a:t>one</a:t>
            </a:r>
            <a:r>
              <a:rPr lang="en-AU" sz="2000" spc="-30">
                <a:latin typeface="Arial"/>
                <a:cs typeface="Arial"/>
              </a:rPr>
              <a:t> </a:t>
            </a:r>
            <a:r>
              <a:rPr lang="en-AU" sz="2000">
                <a:latin typeface="Arial"/>
                <a:cs typeface="Arial"/>
              </a:rPr>
              <a:t>or</a:t>
            </a:r>
            <a:r>
              <a:rPr lang="en-AU" sz="2000" spc="-40">
                <a:latin typeface="Arial"/>
                <a:cs typeface="Arial"/>
              </a:rPr>
              <a:t> </a:t>
            </a:r>
            <a:r>
              <a:rPr lang="en-AU" sz="2000">
                <a:latin typeface="Arial"/>
                <a:cs typeface="Arial"/>
              </a:rPr>
              <a:t>perhaps</a:t>
            </a:r>
            <a:r>
              <a:rPr lang="en-AU" sz="2000" spc="-25">
                <a:latin typeface="Arial"/>
                <a:cs typeface="Arial"/>
              </a:rPr>
              <a:t> </a:t>
            </a:r>
            <a:r>
              <a:rPr lang="en-AU" sz="2000" spc="55">
                <a:latin typeface="Arial"/>
                <a:cs typeface="Arial"/>
              </a:rPr>
              <a:t>two</a:t>
            </a:r>
            <a:r>
              <a:rPr lang="en-AU" sz="2000" spc="-30">
                <a:latin typeface="Arial"/>
                <a:cs typeface="Arial"/>
              </a:rPr>
              <a:t> </a:t>
            </a:r>
            <a:r>
              <a:rPr lang="en-AU" sz="2000">
                <a:latin typeface="Arial"/>
                <a:cs typeface="Arial"/>
              </a:rPr>
              <a:t>interaction-</a:t>
            </a:r>
            <a:r>
              <a:rPr lang="en-AU" sz="2000" spc="-10">
                <a:latin typeface="Arial"/>
                <a:cs typeface="Arial"/>
              </a:rPr>
              <a:t>oriented </a:t>
            </a:r>
            <a:r>
              <a:rPr lang="en-AU" sz="2000">
                <a:latin typeface="Arial"/>
                <a:cs typeface="Arial"/>
              </a:rPr>
              <a:t>personalities,</a:t>
            </a:r>
            <a:r>
              <a:rPr lang="en-AU" sz="2000" spc="5">
                <a:latin typeface="Arial"/>
                <a:cs typeface="Arial"/>
              </a:rPr>
              <a:t> </a:t>
            </a:r>
            <a:r>
              <a:rPr lang="en-AU" sz="2000" spc="50">
                <a:latin typeface="Arial"/>
                <a:cs typeface="Arial"/>
              </a:rPr>
              <a:t>with</a:t>
            </a:r>
            <a:r>
              <a:rPr lang="en-AU" sz="2000" spc="-10">
                <a:latin typeface="Arial"/>
                <a:cs typeface="Arial"/>
              </a:rPr>
              <a:t> task-</a:t>
            </a:r>
            <a:r>
              <a:rPr lang="en-AU" sz="2000">
                <a:latin typeface="Arial"/>
                <a:cs typeface="Arial"/>
              </a:rPr>
              <a:t>oriented</a:t>
            </a:r>
            <a:r>
              <a:rPr lang="en-AU" sz="2000" spc="5">
                <a:latin typeface="Arial"/>
                <a:cs typeface="Arial"/>
              </a:rPr>
              <a:t> </a:t>
            </a:r>
            <a:r>
              <a:rPr lang="en-AU" sz="2000">
                <a:latin typeface="Arial"/>
                <a:cs typeface="Arial"/>
              </a:rPr>
              <a:t>individuals</a:t>
            </a:r>
            <a:r>
              <a:rPr lang="en-AU" sz="2000" spc="-25">
                <a:latin typeface="Arial"/>
                <a:cs typeface="Arial"/>
              </a:rPr>
              <a:t> </a:t>
            </a:r>
            <a:r>
              <a:rPr lang="en-AU" sz="2000" spc="65">
                <a:latin typeface="Arial"/>
                <a:cs typeface="Arial"/>
              </a:rPr>
              <a:t>to</a:t>
            </a:r>
            <a:r>
              <a:rPr lang="en-AU" sz="2000" spc="-10">
                <a:latin typeface="Arial"/>
                <a:cs typeface="Arial"/>
              </a:rPr>
              <a:t> </a:t>
            </a:r>
            <a:r>
              <a:rPr lang="en-AU" sz="2000">
                <a:latin typeface="Arial"/>
                <a:cs typeface="Arial"/>
              </a:rPr>
              <a:t>complete</a:t>
            </a:r>
            <a:r>
              <a:rPr lang="en-AU" sz="2000" spc="20">
                <a:latin typeface="Arial"/>
                <a:cs typeface="Arial"/>
              </a:rPr>
              <a:t> </a:t>
            </a:r>
            <a:r>
              <a:rPr lang="en-AU" sz="2000">
                <a:latin typeface="Arial"/>
                <a:cs typeface="Arial"/>
              </a:rPr>
              <a:t>the</a:t>
            </a:r>
            <a:r>
              <a:rPr lang="en-AU" sz="2000" spc="-10">
                <a:latin typeface="Arial"/>
                <a:cs typeface="Arial"/>
              </a:rPr>
              <a:t> </a:t>
            </a:r>
            <a:r>
              <a:rPr lang="en-AU" sz="2000" spc="-20">
                <a:latin typeface="Arial"/>
                <a:cs typeface="Arial"/>
              </a:rPr>
              <a:t>team</a:t>
            </a:r>
            <a:endParaRPr lang="en-AU" sz="2000">
              <a:latin typeface="Arial"/>
              <a:cs typeface="Arial"/>
            </a:endParaRPr>
          </a:p>
          <a:p>
            <a:pPr marL="12700">
              <a:lnSpc>
                <a:spcPct val="100000"/>
              </a:lnSpc>
              <a:spcBef>
                <a:spcPts val="670"/>
              </a:spcBef>
            </a:pPr>
            <a:r>
              <a:rPr lang="en-AU" sz="2000" spc="-20">
                <a:latin typeface="Arial"/>
                <a:cs typeface="Arial"/>
              </a:rPr>
              <a:t>The</a:t>
            </a:r>
            <a:r>
              <a:rPr lang="en-AU" sz="2000" spc="-10">
                <a:latin typeface="Arial"/>
                <a:cs typeface="Arial"/>
              </a:rPr>
              <a:t> </a:t>
            </a:r>
            <a:r>
              <a:rPr lang="en-AU" sz="2000">
                <a:latin typeface="Arial"/>
                <a:cs typeface="Arial"/>
              </a:rPr>
              <a:t>final assessment</a:t>
            </a:r>
            <a:r>
              <a:rPr lang="en-AU" sz="2000" spc="-20">
                <a:latin typeface="Arial"/>
                <a:cs typeface="Arial"/>
              </a:rPr>
              <a:t> </a:t>
            </a:r>
            <a:r>
              <a:rPr lang="en-AU" sz="2000">
                <a:latin typeface="Arial"/>
                <a:cs typeface="Arial"/>
              </a:rPr>
              <a:t>that</a:t>
            </a:r>
            <a:r>
              <a:rPr lang="en-AU" sz="2000" spc="-5">
                <a:latin typeface="Arial"/>
                <a:cs typeface="Arial"/>
              </a:rPr>
              <a:t> </a:t>
            </a:r>
            <a:r>
              <a:rPr lang="en-AU" sz="2000">
                <a:latin typeface="Arial"/>
                <a:cs typeface="Arial"/>
              </a:rPr>
              <a:t>she</a:t>
            </a:r>
            <a:r>
              <a:rPr lang="en-AU" sz="2000" spc="-15">
                <a:latin typeface="Arial"/>
                <a:cs typeface="Arial"/>
              </a:rPr>
              <a:t> </a:t>
            </a:r>
            <a:r>
              <a:rPr lang="en-AU" sz="2000" spc="-10">
                <a:latin typeface="Arial"/>
                <a:cs typeface="Arial"/>
              </a:rPr>
              <a:t>arrived</a:t>
            </a:r>
            <a:r>
              <a:rPr lang="en-AU" sz="2000" spc="-40">
                <a:latin typeface="Arial"/>
                <a:cs typeface="Arial"/>
              </a:rPr>
              <a:t> </a:t>
            </a:r>
            <a:r>
              <a:rPr lang="en-AU" sz="2000">
                <a:latin typeface="Arial"/>
                <a:cs typeface="Arial"/>
              </a:rPr>
              <a:t>at</a:t>
            </a:r>
            <a:r>
              <a:rPr lang="en-AU" sz="2000" spc="-20">
                <a:latin typeface="Arial"/>
                <a:cs typeface="Arial"/>
              </a:rPr>
              <a:t> was:</a:t>
            </a:r>
            <a:endParaRPr lang="en-AU" sz="2000">
              <a:latin typeface="Arial"/>
              <a:cs typeface="Arial"/>
            </a:endParaRPr>
          </a:p>
          <a:p>
            <a:pPr marL="469900" marR="7355205">
              <a:lnSpc>
                <a:spcPct val="111000"/>
              </a:lnSpc>
              <a:spcBef>
                <a:spcPts val="15"/>
              </a:spcBef>
            </a:pPr>
            <a:r>
              <a:rPr lang="en-AU" sz="2000">
                <a:latin typeface="Arial"/>
                <a:cs typeface="Arial"/>
              </a:rPr>
              <a:t>Alice</a:t>
            </a:r>
            <a:r>
              <a:rPr lang="en-AU" sz="2000" spc="-45">
                <a:latin typeface="Arial"/>
                <a:cs typeface="Arial"/>
              </a:rPr>
              <a:t> </a:t>
            </a:r>
            <a:r>
              <a:rPr lang="en-AU" sz="2000" spc="200">
                <a:latin typeface="Arial"/>
                <a:cs typeface="Arial"/>
              </a:rPr>
              <a:t>–</a:t>
            </a:r>
            <a:r>
              <a:rPr lang="en-AU" sz="2000" spc="-25">
                <a:latin typeface="Arial"/>
                <a:cs typeface="Arial"/>
              </a:rPr>
              <a:t> </a:t>
            </a:r>
            <a:r>
              <a:rPr lang="en-AU" sz="2000">
                <a:latin typeface="Arial"/>
                <a:cs typeface="Arial"/>
              </a:rPr>
              <a:t>self-</a:t>
            </a:r>
            <a:r>
              <a:rPr lang="en-AU" sz="2000" spc="-10">
                <a:latin typeface="Arial"/>
                <a:cs typeface="Arial"/>
              </a:rPr>
              <a:t>oriented Brian</a:t>
            </a:r>
            <a:r>
              <a:rPr lang="en-AU" sz="2000" spc="-80">
                <a:latin typeface="Arial"/>
                <a:cs typeface="Arial"/>
              </a:rPr>
              <a:t> </a:t>
            </a:r>
            <a:r>
              <a:rPr lang="en-AU" sz="2000" spc="200">
                <a:latin typeface="Arial"/>
                <a:cs typeface="Arial"/>
              </a:rPr>
              <a:t>–</a:t>
            </a:r>
            <a:r>
              <a:rPr lang="en-AU" sz="2000" spc="-60">
                <a:latin typeface="Arial"/>
                <a:cs typeface="Arial"/>
              </a:rPr>
              <a:t> </a:t>
            </a:r>
            <a:r>
              <a:rPr lang="en-AU" sz="2000" spc="-10">
                <a:latin typeface="Arial"/>
                <a:cs typeface="Arial"/>
              </a:rPr>
              <a:t>task-oriented Bob</a:t>
            </a:r>
            <a:r>
              <a:rPr lang="en-AU" sz="2000" spc="-70">
                <a:latin typeface="Arial"/>
                <a:cs typeface="Arial"/>
              </a:rPr>
              <a:t> </a:t>
            </a:r>
            <a:r>
              <a:rPr lang="en-AU" sz="2000" spc="200">
                <a:latin typeface="Arial"/>
                <a:cs typeface="Arial"/>
              </a:rPr>
              <a:t>–</a:t>
            </a:r>
            <a:r>
              <a:rPr lang="en-AU" sz="2000" spc="-65">
                <a:latin typeface="Arial"/>
                <a:cs typeface="Arial"/>
              </a:rPr>
              <a:t> </a:t>
            </a:r>
            <a:r>
              <a:rPr lang="en-AU" sz="2000" spc="-10">
                <a:latin typeface="Arial"/>
                <a:cs typeface="Arial"/>
              </a:rPr>
              <a:t>task-oriented</a:t>
            </a:r>
            <a:endParaRPr lang="en-AU" sz="2000">
              <a:latin typeface="Arial"/>
              <a:cs typeface="Arial"/>
            </a:endParaRPr>
          </a:p>
          <a:p>
            <a:pPr marL="469900">
              <a:lnSpc>
                <a:spcPct val="100000"/>
              </a:lnSpc>
              <a:spcBef>
                <a:spcPts val="254"/>
              </a:spcBef>
            </a:pPr>
            <a:r>
              <a:rPr lang="en-AU" sz="2000" spc="-20">
                <a:latin typeface="Arial"/>
                <a:cs typeface="Arial"/>
              </a:rPr>
              <a:t>Carol </a:t>
            </a:r>
            <a:r>
              <a:rPr lang="en-AU" sz="2000" spc="200">
                <a:latin typeface="Arial"/>
                <a:cs typeface="Arial"/>
              </a:rPr>
              <a:t>–</a:t>
            </a:r>
            <a:r>
              <a:rPr lang="en-AU" sz="2000" spc="15">
                <a:latin typeface="Arial"/>
                <a:cs typeface="Arial"/>
              </a:rPr>
              <a:t> </a:t>
            </a:r>
            <a:r>
              <a:rPr lang="en-AU" sz="2000">
                <a:latin typeface="Arial"/>
                <a:cs typeface="Arial"/>
              </a:rPr>
              <a:t>interaction-</a:t>
            </a:r>
            <a:r>
              <a:rPr lang="en-AU" sz="2000" spc="-10">
                <a:latin typeface="Arial"/>
                <a:cs typeface="Arial"/>
              </a:rPr>
              <a:t>oriented</a:t>
            </a:r>
            <a:endParaRPr lang="en-AU" sz="2000">
              <a:latin typeface="Arial"/>
              <a:cs typeface="Arial"/>
            </a:endParaRPr>
          </a:p>
          <a:p>
            <a:pPr marL="469900" marR="6927215">
              <a:lnSpc>
                <a:spcPct val="110800"/>
              </a:lnSpc>
              <a:spcBef>
                <a:spcPts val="5"/>
              </a:spcBef>
            </a:pPr>
            <a:r>
              <a:rPr lang="en-AU" sz="2000">
                <a:latin typeface="Arial"/>
                <a:cs typeface="Arial"/>
              </a:rPr>
              <a:t>Dorothy</a:t>
            </a:r>
            <a:r>
              <a:rPr lang="en-AU" sz="2000" spc="-95">
                <a:latin typeface="Arial"/>
                <a:cs typeface="Arial"/>
              </a:rPr>
              <a:t> </a:t>
            </a:r>
            <a:r>
              <a:rPr lang="en-AU" sz="2000" spc="200">
                <a:latin typeface="Arial"/>
                <a:cs typeface="Arial"/>
              </a:rPr>
              <a:t>–</a:t>
            </a:r>
            <a:r>
              <a:rPr lang="en-AU" sz="2000" spc="-60">
                <a:latin typeface="Arial"/>
                <a:cs typeface="Arial"/>
              </a:rPr>
              <a:t> </a:t>
            </a:r>
            <a:r>
              <a:rPr lang="en-AU" sz="2000">
                <a:latin typeface="Arial"/>
                <a:cs typeface="Arial"/>
              </a:rPr>
              <a:t>self-</a:t>
            </a:r>
            <a:r>
              <a:rPr lang="en-AU" sz="2000" spc="-10">
                <a:latin typeface="Arial"/>
                <a:cs typeface="Arial"/>
              </a:rPr>
              <a:t>oriented </a:t>
            </a:r>
            <a:r>
              <a:rPr lang="en-AU" sz="2000" spc="-100">
                <a:latin typeface="Arial"/>
                <a:cs typeface="Arial"/>
              </a:rPr>
              <a:t>Ed</a:t>
            </a:r>
            <a:r>
              <a:rPr lang="en-AU" sz="2000" spc="5">
                <a:latin typeface="Arial"/>
                <a:cs typeface="Arial"/>
              </a:rPr>
              <a:t> </a:t>
            </a:r>
            <a:r>
              <a:rPr lang="en-AU" sz="2000" spc="200">
                <a:latin typeface="Arial"/>
                <a:cs typeface="Arial"/>
              </a:rPr>
              <a:t>–</a:t>
            </a:r>
            <a:r>
              <a:rPr lang="en-AU" sz="2000" spc="10">
                <a:latin typeface="Arial"/>
                <a:cs typeface="Arial"/>
              </a:rPr>
              <a:t> </a:t>
            </a:r>
            <a:r>
              <a:rPr lang="en-AU" sz="2000">
                <a:latin typeface="Arial"/>
                <a:cs typeface="Arial"/>
              </a:rPr>
              <a:t>interaction-</a:t>
            </a:r>
            <a:r>
              <a:rPr lang="en-AU" sz="2000" spc="-10">
                <a:latin typeface="Arial"/>
                <a:cs typeface="Arial"/>
              </a:rPr>
              <a:t>oriented </a:t>
            </a:r>
            <a:r>
              <a:rPr lang="en-AU" sz="2000" spc="-40">
                <a:latin typeface="Arial"/>
                <a:cs typeface="Arial"/>
              </a:rPr>
              <a:t>Fred</a:t>
            </a:r>
            <a:r>
              <a:rPr lang="en-AU" sz="2000" spc="-55">
                <a:latin typeface="Arial"/>
                <a:cs typeface="Arial"/>
              </a:rPr>
              <a:t> </a:t>
            </a:r>
            <a:r>
              <a:rPr lang="en-AU" sz="2000" spc="200">
                <a:latin typeface="Arial"/>
                <a:cs typeface="Arial"/>
              </a:rPr>
              <a:t>–</a:t>
            </a:r>
            <a:r>
              <a:rPr lang="en-AU" sz="2000" spc="-40">
                <a:latin typeface="Arial"/>
                <a:cs typeface="Arial"/>
              </a:rPr>
              <a:t> </a:t>
            </a:r>
            <a:r>
              <a:rPr lang="en-AU" sz="2000" spc="-10">
                <a:latin typeface="Arial"/>
                <a:cs typeface="Arial"/>
              </a:rPr>
              <a:t>task-oriented</a:t>
            </a:r>
            <a:endParaRPr lang="en-AU" sz="20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72</a:t>
            </a:fld>
            <a:endParaRPr spc="-25"/>
          </a:p>
        </p:txBody>
      </p:sp>
      <p:sp>
        <p:nvSpPr>
          <p:cNvPr id="3" name="object 3"/>
          <p:cNvSpPr txBox="1">
            <a:spLocks noGrp="1"/>
          </p:cNvSpPr>
          <p:nvPr>
            <p:ph type="title"/>
          </p:nvPr>
        </p:nvSpPr>
        <p:spPr>
          <a:xfrm>
            <a:off x="2362200" y="148844"/>
            <a:ext cx="75438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Team Composition Scenario</a:t>
            </a:r>
            <a:endParaRPr sz="4400"/>
          </a:p>
        </p:txBody>
      </p:sp>
    </p:spTree>
    <p:extLst>
      <p:ext uri="{BB962C8B-B14F-4D97-AF65-F5344CB8AC3E}">
        <p14:creationId xmlns:p14="http://schemas.microsoft.com/office/powerpoint/2010/main" val="24860371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7919" y="1336813"/>
            <a:ext cx="10975974" cy="4524252"/>
          </a:xfrm>
          <a:prstGeom prst="rect">
            <a:avLst/>
          </a:prstGeom>
        </p:spPr>
        <p:txBody>
          <a:bodyPr vert="horz" wrap="square" lIns="0" tIns="12700" rIns="0" bIns="0" rtlCol="0" anchor="t">
            <a:spAutoFit/>
          </a:bodyPr>
          <a:lstStyle/>
          <a:p>
            <a:pPr marL="355600" marR="5080" indent="-342900">
              <a:spcBef>
                <a:spcPts val="100"/>
              </a:spcBef>
            </a:pPr>
            <a:r>
              <a:rPr lang="en-AU" sz="2000" spc="-20">
                <a:latin typeface="Arial"/>
                <a:cs typeface="Arial"/>
              </a:rPr>
              <a:t>The</a:t>
            </a:r>
            <a:r>
              <a:rPr lang="en-AU" sz="2000" spc="-45">
                <a:latin typeface="Arial"/>
                <a:cs typeface="Arial"/>
              </a:rPr>
              <a:t> </a:t>
            </a:r>
            <a:r>
              <a:rPr lang="en-AU" sz="2000">
                <a:latin typeface="Arial"/>
                <a:cs typeface="Arial"/>
              </a:rPr>
              <a:t>way</a:t>
            </a:r>
            <a:r>
              <a:rPr lang="en-AU" sz="2000" spc="-55">
                <a:latin typeface="Arial"/>
                <a:cs typeface="Arial"/>
              </a:rPr>
              <a:t> </a:t>
            </a:r>
            <a:r>
              <a:rPr lang="en-AU" sz="2000">
                <a:latin typeface="Arial"/>
                <a:cs typeface="Arial"/>
              </a:rPr>
              <a:t>that</a:t>
            </a:r>
            <a:r>
              <a:rPr lang="en-AU" sz="2000" spc="-55">
                <a:latin typeface="Arial"/>
                <a:cs typeface="Arial"/>
              </a:rPr>
              <a:t> </a:t>
            </a:r>
            <a:r>
              <a:rPr lang="en-AU" sz="2000">
                <a:latin typeface="Arial"/>
                <a:cs typeface="Arial"/>
              </a:rPr>
              <a:t>a</a:t>
            </a:r>
            <a:r>
              <a:rPr lang="en-AU" sz="2000" spc="-55">
                <a:latin typeface="Arial"/>
                <a:cs typeface="Arial"/>
              </a:rPr>
              <a:t> </a:t>
            </a:r>
            <a:r>
              <a:rPr lang="en-AU" sz="2000">
                <a:latin typeface="Arial"/>
                <a:cs typeface="Arial"/>
              </a:rPr>
              <a:t>team</a:t>
            </a:r>
            <a:r>
              <a:rPr lang="en-AU" sz="2000" spc="-55">
                <a:latin typeface="Arial"/>
                <a:cs typeface="Arial"/>
              </a:rPr>
              <a:t> </a:t>
            </a:r>
            <a:r>
              <a:rPr lang="en-AU" sz="2000">
                <a:latin typeface="Arial"/>
                <a:cs typeface="Arial"/>
              </a:rPr>
              <a:t>is</a:t>
            </a:r>
            <a:r>
              <a:rPr lang="en-AU" sz="2000" spc="-60">
                <a:latin typeface="Arial"/>
                <a:cs typeface="Arial"/>
              </a:rPr>
              <a:t> </a:t>
            </a:r>
            <a:r>
              <a:rPr lang="en-AU" sz="2000">
                <a:latin typeface="Arial"/>
                <a:cs typeface="Arial"/>
              </a:rPr>
              <a:t>organized</a:t>
            </a:r>
            <a:r>
              <a:rPr lang="en-AU" sz="2000" spc="-55">
                <a:latin typeface="Arial"/>
                <a:cs typeface="Arial"/>
              </a:rPr>
              <a:t> </a:t>
            </a:r>
            <a:r>
              <a:rPr lang="en-AU" sz="2000" spc="55">
                <a:latin typeface="Arial"/>
                <a:cs typeface="Arial"/>
              </a:rPr>
              <a:t>affects</a:t>
            </a:r>
            <a:r>
              <a:rPr lang="en-AU" sz="2000" spc="-20">
                <a:latin typeface="Arial"/>
                <a:cs typeface="Arial"/>
              </a:rPr>
              <a:t> </a:t>
            </a:r>
            <a:r>
              <a:rPr lang="en-AU" sz="2000">
                <a:latin typeface="Arial"/>
                <a:cs typeface="Arial"/>
              </a:rPr>
              <a:t>the</a:t>
            </a:r>
            <a:r>
              <a:rPr lang="en-AU" sz="2000" spc="-25">
                <a:latin typeface="Arial"/>
                <a:cs typeface="Arial"/>
              </a:rPr>
              <a:t> </a:t>
            </a:r>
            <a:r>
              <a:rPr lang="en-AU" sz="2000" b="1" spc="-95">
                <a:latin typeface="Arial"/>
                <a:cs typeface="Arial"/>
              </a:rPr>
              <a:t>decisions</a:t>
            </a:r>
            <a:r>
              <a:rPr lang="en-AU" sz="2000" b="1" spc="-50">
                <a:latin typeface="Arial"/>
                <a:cs typeface="Arial"/>
              </a:rPr>
              <a:t> </a:t>
            </a:r>
            <a:r>
              <a:rPr lang="en-AU" sz="2000">
                <a:latin typeface="Arial"/>
                <a:cs typeface="Arial"/>
              </a:rPr>
              <a:t>that</a:t>
            </a:r>
            <a:r>
              <a:rPr lang="en-AU" sz="2000" spc="-45">
                <a:latin typeface="Arial"/>
                <a:cs typeface="Arial"/>
              </a:rPr>
              <a:t> </a:t>
            </a:r>
            <a:r>
              <a:rPr lang="en-AU" sz="2000" spc="-10">
                <a:latin typeface="Arial"/>
                <a:cs typeface="Arial"/>
              </a:rPr>
              <a:t>are</a:t>
            </a:r>
            <a:r>
              <a:rPr lang="en-AU" sz="2000" spc="-50">
                <a:latin typeface="Arial"/>
                <a:cs typeface="Arial"/>
              </a:rPr>
              <a:t> </a:t>
            </a:r>
            <a:r>
              <a:rPr lang="en-AU" sz="2000">
                <a:latin typeface="Arial"/>
                <a:cs typeface="Arial"/>
              </a:rPr>
              <a:t>made</a:t>
            </a:r>
            <a:r>
              <a:rPr lang="en-AU" sz="2000" spc="-70">
                <a:latin typeface="Arial"/>
                <a:cs typeface="Arial"/>
              </a:rPr>
              <a:t> </a:t>
            </a:r>
            <a:r>
              <a:rPr lang="en-AU" sz="2000">
                <a:latin typeface="Arial"/>
                <a:cs typeface="Arial"/>
              </a:rPr>
              <a:t>by</a:t>
            </a:r>
            <a:r>
              <a:rPr lang="en-AU" sz="2000" spc="-55">
                <a:latin typeface="Arial"/>
                <a:cs typeface="Arial"/>
              </a:rPr>
              <a:t> </a:t>
            </a:r>
            <a:r>
              <a:rPr lang="en-AU" sz="2000" spc="-20">
                <a:latin typeface="Arial"/>
                <a:cs typeface="Arial"/>
              </a:rPr>
              <a:t>that team,</a:t>
            </a:r>
            <a:r>
              <a:rPr lang="en-AU" sz="2000" spc="-55">
                <a:latin typeface="Arial"/>
                <a:cs typeface="Arial"/>
              </a:rPr>
              <a:t> </a:t>
            </a:r>
            <a:r>
              <a:rPr lang="en-AU" sz="2000">
                <a:latin typeface="Arial"/>
                <a:cs typeface="Arial"/>
              </a:rPr>
              <a:t>the</a:t>
            </a:r>
            <a:r>
              <a:rPr lang="en-AU" sz="2000" spc="-40">
                <a:latin typeface="Arial"/>
                <a:cs typeface="Arial"/>
              </a:rPr>
              <a:t> </a:t>
            </a:r>
            <a:r>
              <a:rPr lang="en-AU" sz="2000">
                <a:latin typeface="Arial"/>
                <a:cs typeface="Arial"/>
              </a:rPr>
              <a:t>ways</a:t>
            </a:r>
            <a:r>
              <a:rPr lang="en-AU" sz="2000" spc="-55">
                <a:latin typeface="Arial"/>
                <a:cs typeface="Arial"/>
              </a:rPr>
              <a:t> </a:t>
            </a:r>
            <a:r>
              <a:rPr lang="en-AU" sz="2000">
                <a:latin typeface="Arial"/>
                <a:cs typeface="Arial"/>
              </a:rPr>
              <a:t>that</a:t>
            </a:r>
            <a:r>
              <a:rPr lang="en-AU" sz="2000" spc="-35">
                <a:latin typeface="Arial"/>
                <a:cs typeface="Arial"/>
              </a:rPr>
              <a:t> </a:t>
            </a:r>
            <a:r>
              <a:rPr lang="en-AU" sz="2000" b="1" spc="-60">
                <a:latin typeface="Arial"/>
                <a:cs typeface="Arial"/>
              </a:rPr>
              <a:t>information</a:t>
            </a:r>
            <a:r>
              <a:rPr lang="en-AU" sz="2000" b="1" spc="-20">
                <a:latin typeface="Arial"/>
                <a:cs typeface="Arial"/>
              </a:rPr>
              <a:t> </a:t>
            </a:r>
            <a:r>
              <a:rPr lang="en-AU" sz="2000">
                <a:latin typeface="Arial"/>
                <a:cs typeface="Arial"/>
              </a:rPr>
              <a:t>is</a:t>
            </a:r>
            <a:r>
              <a:rPr lang="en-AU" sz="2000" spc="-50">
                <a:latin typeface="Arial"/>
                <a:cs typeface="Arial"/>
              </a:rPr>
              <a:t> </a:t>
            </a:r>
            <a:r>
              <a:rPr lang="en-AU" sz="2000" b="1" spc="-100">
                <a:latin typeface="Arial"/>
                <a:cs typeface="Arial"/>
              </a:rPr>
              <a:t>exchanged</a:t>
            </a:r>
            <a:r>
              <a:rPr lang="en-AU" sz="2000" b="1" spc="-20">
                <a:latin typeface="Arial"/>
                <a:cs typeface="Arial"/>
              </a:rPr>
              <a:t> </a:t>
            </a:r>
            <a:r>
              <a:rPr lang="en-AU" sz="2000">
                <a:latin typeface="Arial"/>
                <a:cs typeface="Arial"/>
              </a:rPr>
              <a:t>and</a:t>
            </a:r>
            <a:r>
              <a:rPr lang="en-AU" sz="2000" spc="-55">
                <a:latin typeface="Arial"/>
                <a:cs typeface="Arial"/>
              </a:rPr>
              <a:t> </a:t>
            </a:r>
            <a:r>
              <a:rPr lang="en-AU" sz="2000">
                <a:latin typeface="Arial"/>
                <a:cs typeface="Arial"/>
              </a:rPr>
              <a:t>the</a:t>
            </a:r>
            <a:r>
              <a:rPr lang="en-AU" sz="2000" spc="-40">
                <a:latin typeface="Arial"/>
                <a:cs typeface="Arial"/>
              </a:rPr>
              <a:t> </a:t>
            </a:r>
            <a:r>
              <a:rPr lang="en-AU" sz="2000" b="1" spc="-10">
                <a:latin typeface="Arial"/>
                <a:cs typeface="Arial"/>
              </a:rPr>
              <a:t>interactions </a:t>
            </a:r>
            <a:r>
              <a:rPr lang="en-AU" sz="2000">
                <a:latin typeface="Arial"/>
                <a:cs typeface="Arial"/>
              </a:rPr>
              <a:t>between</a:t>
            </a:r>
            <a:r>
              <a:rPr lang="en-AU" sz="2000" spc="-85">
                <a:latin typeface="Arial"/>
                <a:cs typeface="Arial"/>
              </a:rPr>
              <a:t> </a:t>
            </a:r>
            <a:r>
              <a:rPr lang="en-AU" sz="2000">
                <a:latin typeface="Arial"/>
                <a:cs typeface="Arial"/>
              </a:rPr>
              <a:t>the</a:t>
            </a:r>
            <a:r>
              <a:rPr lang="en-AU" sz="2000" spc="-70">
                <a:latin typeface="Arial"/>
                <a:cs typeface="Arial"/>
              </a:rPr>
              <a:t> </a:t>
            </a:r>
            <a:r>
              <a:rPr lang="en-AU" sz="2000" b="1" spc="-80">
                <a:latin typeface="Arial"/>
                <a:cs typeface="Arial"/>
              </a:rPr>
              <a:t>development</a:t>
            </a:r>
            <a:r>
              <a:rPr lang="en-AU" sz="2000" b="1" spc="-85">
                <a:latin typeface="Arial"/>
                <a:cs typeface="Arial"/>
              </a:rPr>
              <a:t> </a:t>
            </a:r>
            <a:r>
              <a:rPr lang="en-AU" sz="2000" b="1" spc="-20">
                <a:latin typeface="Arial"/>
                <a:cs typeface="Arial"/>
              </a:rPr>
              <a:t>team</a:t>
            </a:r>
            <a:r>
              <a:rPr lang="en-AU" sz="2000" b="1" spc="-80">
                <a:latin typeface="Arial"/>
                <a:cs typeface="Arial"/>
              </a:rPr>
              <a:t> </a:t>
            </a:r>
            <a:r>
              <a:rPr lang="en-AU" sz="2000">
                <a:latin typeface="Arial"/>
                <a:cs typeface="Arial"/>
              </a:rPr>
              <a:t>and</a:t>
            </a:r>
            <a:r>
              <a:rPr lang="en-AU" sz="2000" spc="-105">
                <a:latin typeface="Arial"/>
                <a:cs typeface="Arial"/>
              </a:rPr>
              <a:t> </a:t>
            </a:r>
            <a:r>
              <a:rPr lang="en-AU" sz="2000" b="1" spc="-65">
                <a:latin typeface="Arial"/>
                <a:cs typeface="Arial"/>
              </a:rPr>
              <a:t>external</a:t>
            </a:r>
            <a:r>
              <a:rPr lang="en-AU" sz="2000" b="1" spc="-85">
                <a:latin typeface="Arial"/>
                <a:cs typeface="Arial"/>
              </a:rPr>
              <a:t> </a:t>
            </a:r>
            <a:r>
              <a:rPr lang="en-AU" sz="2000" b="1" spc="-70">
                <a:latin typeface="Arial"/>
                <a:cs typeface="Arial"/>
              </a:rPr>
              <a:t>project</a:t>
            </a:r>
            <a:r>
              <a:rPr lang="en-AU" sz="2000" b="1" spc="-95">
                <a:latin typeface="Arial"/>
                <a:cs typeface="Arial"/>
              </a:rPr>
              <a:t> </a:t>
            </a:r>
            <a:r>
              <a:rPr lang="en-AU" sz="2000" b="1" spc="-10">
                <a:latin typeface="Arial"/>
                <a:cs typeface="Arial"/>
              </a:rPr>
              <a:t>stakeholders</a:t>
            </a:r>
            <a:endParaRPr lang="en-AU" sz="2400">
              <a:latin typeface="Arial"/>
              <a:cs typeface="Arial"/>
            </a:endParaRPr>
          </a:p>
          <a:p>
            <a:pPr marL="355600" marR="5080" indent="-342900">
              <a:spcBef>
                <a:spcPts val="100"/>
              </a:spcBef>
            </a:pPr>
            <a:endParaRPr lang="en-AU" sz="2400" spc="-100">
              <a:latin typeface="Arial"/>
              <a:cs typeface="Arial"/>
            </a:endParaRPr>
          </a:p>
          <a:p>
            <a:pPr marL="355600" marR="5080" indent="-342900">
              <a:lnSpc>
                <a:spcPct val="100000"/>
              </a:lnSpc>
              <a:spcBef>
                <a:spcPts val="100"/>
              </a:spcBef>
            </a:pPr>
            <a:r>
              <a:rPr lang="en-AU" sz="2400" spc="-100">
                <a:latin typeface="Arial"/>
                <a:cs typeface="Arial"/>
              </a:rPr>
              <a:t>Key</a:t>
            </a:r>
            <a:r>
              <a:rPr lang="en-AU" sz="2400" spc="-20">
                <a:latin typeface="Arial"/>
                <a:cs typeface="Arial"/>
              </a:rPr>
              <a:t> </a:t>
            </a:r>
            <a:r>
              <a:rPr lang="en-AU" sz="2400">
                <a:latin typeface="Arial"/>
                <a:cs typeface="Arial"/>
              </a:rPr>
              <a:t>aspects </a:t>
            </a:r>
            <a:r>
              <a:rPr lang="en-AU" sz="2400" spc="-10">
                <a:latin typeface="Arial"/>
                <a:cs typeface="Arial"/>
              </a:rPr>
              <a:t>include:</a:t>
            </a:r>
            <a:endParaRPr lang="en-AU" sz="2400">
              <a:latin typeface="Arial"/>
              <a:cs typeface="Arial"/>
            </a:endParaRPr>
          </a:p>
          <a:p>
            <a:pPr marL="1270000" indent="-342900">
              <a:lnSpc>
                <a:spcPct val="100000"/>
              </a:lnSpc>
              <a:spcBef>
                <a:spcPts val="1220"/>
              </a:spcBef>
              <a:buFont typeface="Arial"/>
              <a:buChar char="•"/>
            </a:pPr>
            <a:r>
              <a:rPr lang="en-AU" sz="2000" spc="-10">
                <a:latin typeface="Arial"/>
                <a:cs typeface="Arial"/>
              </a:rPr>
              <a:t>Should</a:t>
            </a:r>
            <a:r>
              <a:rPr lang="en-AU" sz="2000" spc="-60">
                <a:latin typeface="Arial"/>
                <a:cs typeface="Arial"/>
              </a:rPr>
              <a:t> </a:t>
            </a:r>
            <a:r>
              <a:rPr lang="en-AU" sz="2000">
                <a:latin typeface="Arial"/>
                <a:cs typeface="Arial"/>
              </a:rPr>
              <a:t>the</a:t>
            </a:r>
            <a:r>
              <a:rPr lang="en-AU" sz="2000" spc="-60">
                <a:latin typeface="Arial"/>
                <a:cs typeface="Arial"/>
              </a:rPr>
              <a:t> </a:t>
            </a:r>
            <a:r>
              <a:rPr lang="en-AU" sz="2000" b="1" spc="-70">
                <a:latin typeface="Arial"/>
                <a:cs typeface="Arial"/>
              </a:rPr>
              <a:t>project</a:t>
            </a:r>
            <a:r>
              <a:rPr lang="en-AU" sz="2000" b="1" spc="-80">
                <a:latin typeface="Arial"/>
                <a:cs typeface="Arial"/>
              </a:rPr>
              <a:t> </a:t>
            </a:r>
            <a:r>
              <a:rPr lang="en-AU" sz="2000" b="1" spc="-65">
                <a:latin typeface="Arial"/>
                <a:cs typeface="Arial"/>
              </a:rPr>
              <a:t>manager</a:t>
            </a:r>
            <a:r>
              <a:rPr lang="en-AU" sz="2000" b="1" spc="-55">
                <a:latin typeface="Arial"/>
                <a:cs typeface="Arial"/>
              </a:rPr>
              <a:t> </a:t>
            </a:r>
            <a:r>
              <a:rPr lang="en-AU" sz="2000">
                <a:latin typeface="Arial"/>
                <a:cs typeface="Arial"/>
              </a:rPr>
              <a:t>be</a:t>
            </a:r>
            <a:r>
              <a:rPr lang="en-AU" sz="2000" spc="-65">
                <a:latin typeface="Arial"/>
                <a:cs typeface="Arial"/>
              </a:rPr>
              <a:t> </a:t>
            </a:r>
            <a:r>
              <a:rPr lang="en-AU" sz="2000">
                <a:latin typeface="Arial"/>
                <a:cs typeface="Arial"/>
              </a:rPr>
              <a:t>the</a:t>
            </a:r>
            <a:r>
              <a:rPr lang="en-AU" sz="2000" spc="-65">
                <a:latin typeface="Arial"/>
                <a:cs typeface="Arial"/>
              </a:rPr>
              <a:t> </a:t>
            </a:r>
            <a:r>
              <a:rPr lang="en-AU" sz="2000" b="1" spc="-80">
                <a:latin typeface="Arial"/>
                <a:cs typeface="Arial"/>
              </a:rPr>
              <a:t>technical</a:t>
            </a:r>
            <a:r>
              <a:rPr lang="en-AU" sz="2000" b="1" spc="-70">
                <a:latin typeface="Arial"/>
                <a:cs typeface="Arial"/>
              </a:rPr>
              <a:t> </a:t>
            </a:r>
            <a:r>
              <a:rPr lang="en-AU" sz="2000" b="1" spc="-60">
                <a:latin typeface="Arial"/>
                <a:cs typeface="Arial"/>
              </a:rPr>
              <a:t>leader</a:t>
            </a:r>
            <a:r>
              <a:rPr lang="en-AU" sz="2000" b="1" spc="-75">
                <a:latin typeface="Arial"/>
                <a:cs typeface="Arial"/>
              </a:rPr>
              <a:t> </a:t>
            </a:r>
            <a:r>
              <a:rPr lang="en-AU" sz="2000" spc="95">
                <a:latin typeface="Arial"/>
                <a:cs typeface="Arial"/>
              </a:rPr>
              <a:t>of</a:t>
            </a:r>
            <a:r>
              <a:rPr lang="en-AU" sz="2000" spc="-60">
                <a:latin typeface="Arial"/>
                <a:cs typeface="Arial"/>
              </a:rPr>
              <a:t> </a:t>
            </a:r>
            <a:r>
              <a:rPr lang="en-AU" sz="2000">
                <a:latin typeface="Arial"/>
                <a:cs typeface="Arial"/>
              </a:rPr>
              <a:t>the</a:t>
            </a:r>
            <a:r>
              <a:rPr lang="en-AU" sz="2000" spc="-65">
                <a:latin typeface="Arial"/>
                <a:cs typeface="Arial"/>
              </a:rPr>
              <a:t> </a:t>
            </a:r>
            <a:r>
              <a:rPr lang="en-AU" sz="2000" spc="-10">
                <a:latin typeface="Arial"/>
                <a:cs typeface="Arial"/>
              </a:rPr>
              <a:t>team?</a:t>
            </a:r>
            <a:endParaRPr lang="en-AU" sz="2000">
              <a:latin typeface="Arial"/>
              <a:cs typeface="Arial"/>
            </a:endParaRPr>
          </a:p>
          <a:p>
            <a:pPr marL="1270000" marR="288290" indent="-342900">
              <a:lnSpc>
                <a:spcPct val="100000"/>
              </a:lnSpc>
              <a:spcBef>
                <a:spcPts val="1200"/>
              </a:spcBef>
              <a:buFont typeface="Arial"/>
              <a:buChar char="•"/>
            </a:pPr>
            <a:r>
              <a:rPr lang="en-AU" sz="2000" spc="-35">
                <a:latin typeface="Arial"/>
                <a:cs typeface="Arial"/>
              </a:rPr>
              <a:t>Who</a:t>
            </a:r>
            <a:r>
              <a:rPr lang="en-AU" sz="2000" spc="-55">
                <a:latin typeface="Arial"/>
                <a:cs typeface="Arial"/>
              </a:rPr>
              <a:t> </a:t>
            </a:r>
            <a:r>
              <a:rPr lang="en-AU" sz="2000">
                <a:latin typeface="Arial"/>
                <a:cs typeface="Arial"/>
              </a:rPr>
              <a:t>will</a:t>
            </a:r>
            <a:r>
              <a:rPr lang="en-AU" sz="2000" spc="-55">
                <a:latin typeface="Arial"/>
                <a:cs typeface="Arial"/>
              </a:rPr>
              <a:t> </a:t>
            </a:r>
            <a:r>
              <a:rPr lang="en-AU" sz="2000">
                <a:latin typeface="Arial"/>
                <a:cs typeface="Arial"/>
              </a:rPr>
              <a:t>be</a:t>
            </a:r>
            <a:r>
              <a:rPr lang="en-AU" sz="2000" spc="-50">
                <a:latin typeface="Arial"/>
                <a:cs typeface="Arial"/>
              </a:rPr>
              <a:t> </a:t>
            </a:r>
            <a:r>
              <a:rPr lang="en-AU" sz="2000">
                <a:latin typeface="Arial"/>
                <a:cs typeface="Arial"/>
              </a:rPr>
              <a:t>involved</a:t>
            </a:r>
            <a:r>
              <a:rPr lang="en-AU" sz="2000" spc="-60">
                <a:latin typeface="Arial"/>
                <a:cs typeface="Arial"/>
              </a:rPr>
              <a:t> </a:t>
            </a:r>
            <a:r>
              <a:rPr lang="en-AU" sz="2000">
                <a:latin typeface="Arial"/>
                <a:cs typeface="Arial"/>
              </a:rPr>
              <a:t>in</a:t>
            </a:r>
            <a:r>
              <a:rPr lang="en-AU" sz="2000" spc="-50">
                <a:latin typeface="Arial"/>
                <a:cs typeface="Arial"/>
              </a:rPr>
              <a:t> </a:t>
            </a:r>
            <a:r>
              <a:rPr lang="en-AU" sz="2000">
                <a:latin typeface="Arial"/>
                <a:cs typeface="Arial"/>
              </a:rPr>
              <a:t>making</a:t>
            </a:r>
            <a:r>
              <a:rPr lang="en-AU" sz="2000" spc="-45">
                <a:latin typeface="Arial"/>
                <a:cs typeface="Arial"/>
              </a:rPr>
              <a:t> </a:t>
            </a:r>
            <a:r>
              <a:rPr lang="en-AU" sz="2000" b="1" spc="-50">
                <a:latin typeface="Arial"/>
                <a:cs typeface="Arial"/>
              </a:rPr>
              <a:t>critical</a:t>
            </a:r>
            <a:r>
              <a:rPr lang="en-AU" sz="2000" b="1" spc="-60">
                <a:latin typeface="Arial"/>
                <a:cs typeface="Arial"/>
              </a:rPr>
              <a:t> </a:t>
            </a:r>
            <a:r>
              <a:rPr lang="en-AU" sz="2000" b="1" spc="-80">
                <a:latin typeface="Arial"/>
                <a:cs typeface="Arial"/>
              </a:rPr>
              <a:t>technical</a:t>
            </a:r>
            <a:r>
              <a:rPr lang="en-AU" sz="2000" b="1" spc="-55">
                <a:latin typeface="Arial"/>
                <a:cs typeface="Arial"/>
              </a:rPr>
              <a:t> </a:t>
            </a:r>
            <a:r>
              <a:rPr lang="en-AU" sz="2000" b="1" spc="-105">
                <a:latin typeface="Arial"/>
                <a:cs typeface="Arial"/>
              </a:rPr>
              <a:t>decisions</a:t>
            </a:r>
            <a:r>
              <a:rPr lang="en-AU" sz="2000" spc="-105">
                <a:latin typeface="Arial"/>
                <a:cs typeface="Arial"/>
              </a:rPr>
              <a:t>,</a:t>
            </a:r>
            <a:r>
              <a:rPr lang="en-AU" sz="2000" spc="-40">
                <a:latin typeface="Arial"/>
                <a:cs typeface="Arial"/>
              </a:rPr>
              <a:t> </a:t>
            </a:r>
            <a:r>
              <a:rPr lang="en-AU" sz="2000">
                <a:latin typeface="Arial"/>
                <a:cs typeface="Arial"/>
              </a:rPr>
              <a:t>and</a:t>
            </a:r>
            <a:r>
              <a:rPr lang="en-AU" sz="2000" spc="-65">
                <a:latin typeface="Arial"/>
                <a:cs typeface="Arial"/>
              </a:rPr>
              <a:t> </a:t>
            </a:r>
            <a:r>
              <a:rPr lang="en-AU" sz="2000" spc="-25">
                <a:latin typeface="Arial"/>
                <a:cs typeface="Arial"/>
              </a:rPr>
              <a:t>how </a:t>
            </a:r>
            <a:r>
              <a:rPr lang="en-AU" sz="2000">
                <a:latin typeface="Arial"/>
                <a:cs typeface="Arial"/>
              </a:rPr>
              <a:t>will</a:t>
            </a:r>
            <a:r>
              <a:rPr lang="en-AU" sz="2000" spc="-25">
                <a:latin typeface="Arial"/>
                <a:cs typeface="Arial"/>
              </a:rPr>
              <a:t> </a:t>
            </a:r>
            <a:r>
              <a:rPr lang="en-AU" sz="2000">
                <a:latin typeface="Arial"/>
                <a:cs typeface="Arial"/>
              </a:rPr>
              <a:t>these</a:t>
            </a:r>
            <a:r>
              <a:rPr lang="en-AU" sz="2000" spc="-10">
                <a:latin typeface="Arial"/>
                <a:cs typeface="Arial"/>
              </a:rPr>
              <a:t> </a:t>
            </a:r>
            <a:r>
              <a:rPr lang="en-AU" sz="2000">
                <a:latin typeface="Arial"/>
                <a:cs typeface="Arial"/>
              </a:rPr>
              <a:t>be</a:t>
            </a:r>
            <a:r>
              <a:rPr lang="en-AU" sz="2000" spc="-40">
                <a:latin typeface="Arial"/>
                <a:cs typeface="Arial"/>
              </a:rPr>
              <a:t> </a:t>
            </a:r>
            <a:r>
              <a:rPr lang="en-AU" sz="2000" spc="-10">
                <a:latin typeface="Arial"/>
                <a:cs typeface="Arial"/>
              </a:rPr>
              <a:t>made?</a:t>
            </a:r>
            <a:endParaRPr lang="en-AU" sz="2000">
              <a:latin typeface="Arial"/>
              <a:cs typeface="Arial"/>
            </a:endParaRPr>
          </a:p>
          <a:p>
            <a:pPr marL="1270000" marR="134620" indent="-342900">
              <a:lnSpc>
                <a:spcPct val="100000"/>
              </a:lnSpc>
              <a:spcBef>
                <a:spcPts val="1205"/>
              </a:spcBef>
              <a:buFont typeface="Arial"/>
              <a:buChar char="•"/>
            </a:pPr>
            <a:r>
              <a:rPr lang="en-AU" sz="2000">
                <a:latin typeface="Arial"/>
                <a:cs typeface="Arial"/>
              </a:rPr>
              <a:t>How</a:t>
            </a:r>
            <a:r>
              <a:rPr lang="en-AU" sz="2000" spc="-60">
                <a:latin typeface="Arial"/>
                <a:cs typeface="Arial"/>
              </a:rPr>
              <a:t> </a:t>
            </a:r>
            <a:r>
              <a:rPr lang="en-AU" sz="2000">
                <a:latin typeface="Arial"/>
                <a:cs typeface="Arial"/>
              </a:rPr>
              <a:t>will</a:t>
            </a:r>
            <a:r>
              <a:rPr lang="en-AU" sz="2000" spc="-40">
                <a:latin typeface="Arial"/>
                <a:cs typeface="Arial"/>
              </a:rPr>
              <a:t> </a:t>
            </a:r>
            <a:r>
              <a:rPr lang="en-AU" sz="2000" b="1" spc="-70">
                <a:latin typeface="Arial"/>
                <a:cs typeface="Arial"/>
              </a:rPr>
              <a:t>interactions</a:t>
            </a:r>
            <a:r>
              <a:rPr lang="en-AU" sz="2000" b="1" spc="-15">
                <a:latin typeface="Arial"/>
                <a:cs typeface="Arial"/>
              </a:rPr>
              <a:t> </a:t>
            </a:r>
            <a:r>
              <a:rPr lang="en-AU" sz="2000" spc="50">
                <a:latin typeface="Arial"/>
                <a:cs typeface="Arial"/>
              </a:rPr>
              <a:t>with</a:t>
            </a:r>
            <a:r>
              <a:rPr lang="en-AU" sz="2000" spc="-45">
                <a:latin typeface="Arial"/>
                <a:cs typeface="Arial"/>
              </a:rPr>
              <a:t> </a:t>
            </a:r>
            <a:r>
              <a:rPr lang="en-AU" sz="2000">
                <a:latin typeface="Arial"/>
                <a:cs typeface="Arial"/>
              </a:rPr>
              <a:t>external</a:t>
            </a:r>
            <a:r>
              <a:rPr lang="en-AU" sz="2000" spc="-35">
                <a:latin typeface="Arial"/>
                <a:cs typeface="Arial"/>
              </a:rPr>
              <a:t> </a:t>
            </a:r>
            <a:r>
              <a:rPr lang="en-AU" sz="2000">
                <a:latin typeface="Arial"/>
                <a:cs typeface="Arial"/>
              </a:rPr>
              <a:t>stakeholders</a:t>
            </a:r>
            <a:r>
              <a:rPr lang="en-AU" sz="2000" spc="-40">
                <a:latin typeface="Arial"/>
                <a:cs typeface="Arial"/>
              </a:rPr>
              <a:t> </a:t>
            </a:r>
            <a:r>
              <a:rPr lang="en-AU" sz="2000">
                <a:latin typeface="Arial"/>
                <a:cs typeface="Arial"/>
              </a:rPr>
              <a:t>and</a:t>
            </a:r>
            <a:r>
              <a:rPr lang="en-AU" sz="2000" spc="-55">
                <a:latin typeface="Arial"/>
                <a:cs typeface="Arial"/>
              </a:rPr>
              <a:t> </a:t>
            </a:r>
            <a:r>
              <a:rPr lang="en-AU" sz="2000">
                <a:latin typeface="Arial"/>
                <a:cs typeface="Arial"/>
              </a:rPr>
              <a:t>senior</a:t>
            </a:r>
            <a:r>
              <a:rPr lang="en-AU" sz="2000" spc="-35">
                <a:latin typeface="Arial"/>
                <a:cs typeface="Arial"/>
              </a:rPr>
              <a:t> </a:t>
            </a:r>
            <a:r>
              <a:rPr lang="en-AU" sz="2000" spc="-10">
                <a:latin typeface="Arial"/>
                <a:cs typeface="Arial"/>
              </a:rPr>
              <a:t>company </a:t>
            </a:r>
            <a:r>
              <a:rPr lang="en-AU" sz="2000">
                <a:latin typeface="Arial"/>
                <a:cs typeface="Arial"/>
              </a:rPr>
              <a:t>management</a:t>
            </a:r>
            <a:r>
              <a:rPr lang="en-AU" sz="2000" spc="-75">
                <a:latin typeface="Arial"/>
                <a:cs typeface="Arial"/>
              </a:rPr>
              <a:t> </a:t>
            </a:r>
            <a:r>
              <a:rPr lang="en-AU" sz="2000">
                <a:latin typeface="Arial"/>
                <a:cs typeface="Arial"/>
              </a:rPr>
              <a:t>be</a:t>
            </a:r>
            <a:r>
              <a:rPr lang="en-AU" sz="2000" spc="-70">
                <a:latin typeface="Arial"/>
                <a:cs typeface="Arial"/>
              </a:rPr>
              <a:t> </a:t>
            </a:r>
            <a:r>
              <a:rPr lang="en-AU" sz="2000" spc="-10">
                <a:latin typeface="Arial"/>
                <a:cs typeface="Arial"/>
              </a:rPr>
              <a:t>handled?</a:t>
            </a:r>
            <a:endParaRPr lang="en-AU" sz="2000">
              <a:latin typeface="Arial"/>
              <a:cs typeface="Arial"/>
            </a:endParaRPr>
          </a:p>
          <a:p>
            <a:pPr marL="1270000" marR="1668145" indent="-342900">
              <a:lnSpc>
                <a:spcPct val="141700"/>
              </a:lnSpc>
              <a:buFont typeface="Arial"/>
              <a:buChar char="•"/>
            </a:pPr>
            <a:r>
              <a:rPr lang="en-AU" sz="2000">
                <a:latin typeface="Arial"/>
                <a:cs typeface="Arial"/>
              </a:rPr>
              <a:t>How</a:t>
            </a:r>
            <a:r>
              <a:rPr lang="en-AU" sz="2000" spc="-65">
                <a:latin typeface="Arial"/>
                <a:cs typeface="Arial"/>
              </a:rPr>
              <a:t> </a:t>
            </a:r>
            <a:r>
              <a:rPr lang="en-AU" sz="2000">
                <a:latin typeface="Arial"/>
                <a:cs typeface="Arial"/>
              </a:rPr>
              <a:t>can</a:t>
            </a:r>
            <a:r>
              <a:rPr lang="en-AU" sz="2000" spc="-65">
                <a:latin typeface="Arial"/>
                <a:cs typeface="Arial"/>
              </a:rPr>
              <a:t> </a:t>
            </a:r>
            <a:r>
              <a:rPr lang="en-AU" sz="2000">
                <a:latin typeface="Arial"/>
                <a:cs typeface="Arial"/>
              </a:rPr>
              <a:t>teams</a:t>
            </a:r>
            <a:r>
              <a:rPr lang="en-AU" sz="2000" spc="-45">
                <a:latin typeface="Arial"/>
                <a:cs typeface="Arial"/>
              </a:rPr>
              <a:t> </a:t>
            </a:r>
            <a:r>
              <a:rPr lang="en-AU" sz="2000" b="1" spc="-60">
                <a:latin typeface="Arial"/>
                <a:cs typeface="Arial"/>
              </a:rPr>
              <a:t>integrate</a:t>
            </a:r>
            <a:r>
              <a:rPr lang="en-AU" sz="2000" b="1" spc="-50">
                <a:latin typeface="Arial"/>
                <a:cs typeface="Arial"/>
              </a:rPr>
              <a:t> </a:t>
            </a:r>
            <a:r>
              <a:rPr lang="en-AU" sz="2000">
                <a:latin typeface="Arial"/>
                <a:cs typeface="Arial"/>
              </a:rPr>
              <a:t>people</a:t>
            </a:r>
            <a:r>
              <a:rPr lang="en-AU" sz="2000" spc="-30">
                <a:latin typeface="Arial"/>
                <a:cs typeface="Arial"/>
              </a:rPr>
              <a:t> </a:t>
            </a:r>
            <a:r>
              <a:rPr lang="en-AU" sz="2000">
                <a:latin typeface="Arial"/>
                <a:cs typeface="Arial"/>
              </a:rPr>
              <a:t>who</a:t>
            </a:r>
            <a:r>
              <a:rPr lang="en-AU" sz="2000" spc="-55">
                <a:latin typeface="Arial"/>
                <a:cs typeface="Arial"/>
              </a:rPr>
              <a:t> </a:t>
            </a:r>
            <a:r>
              <a:rPr lang="en-AU" sz="2000" spc="-10">
                <a:latin typeface="Arial"/>
                <a:cs typeface="Arial"/>
              </a:rPr>
              <a:t>are</a:t>
            </a:r>
            <a:r>
              <a:rPr lang="en-AU" sz="2000" spc="-60">
                <a:latin typeface="Arial"/>
                <a:cs typeface="Arial"/>
              </a:rPr>
              <a:t> </a:t>
            </a:r>
            <a:r>
              <a:rPr lang="en-AU" sz="2000" b="1" spc="-65">
                <a:latin typeface="Arial"/>
                <a:cs typeface="Arial"/>
              </a:rPr>
              <a:t>not</a:t>
            </a:r>
            <a:r>
              <a:rPr lang="en-AU" sz="2000" b="1" spc="-40">
                <a:latin typeface="Arial"/>
                <a:cs typeface="Arial"/>
              </a:rPr>
              <a:t> </a:t>
            </a:r>
            <a:r>
              <a:rPr lang="en-AU" sz="2000" b="1" spc="-30">
                <a:latin typeface="Arial"/>
                <a:cs typeface="Arial"/>
              </a:rPr>
              <a:t>co-</a:t>
            </a:r>
            <a:r>
              <a:rPr lang="en-AU" sz="2000" b="1" spc="-45">
                <a:latin typeface="Arial"/>
                <a:cs typeface="Arial"/>
              </a:rPr>
              <a:t>located</a:t>
            </a:r>
            <a:r>
              <a:rPr lang="en-AU" sz="2000" spc="-45">
                <a:latin typeface="Arial"/>
                <a:cs typeface="Arial"/>
              </a:rPr>
              <a:t>? </a:t>
            </a:r>
            <a:r>
              <a:rPr lang="en-AU" sz="2000">
                <a:latin typeface="Arial"/>
                <a:cs typeface="Arial"/>
              </a:rPr>
              <a:t>How</a:t>
            </a:r>
            <a:r>
              <a:rPr lang="en-AU" sz="2000" spc="-55">
                <a:latin typeface="Arial"/>
                <a:cs typeface="Arial"/>
              </a:rPr>
              <a:t> </a:t>
            </a:r>
            <a:r>
              <a:rPr lang="en-AU" sz="2000">
                <a:latin typeface="Arial"/>
                <a:cs typeface="Arial"/>
              </a:rPr>
              <a:t>can</a:t>
            </a:r>
            <a:r>
              <a:rPr lang="en-AU" sz="2000" spc="-50">
                <a:latin typeface="Arial"/>
                <a:cs typeface="Arial"/>
              </a:rPr>
              <a:t> </a:t>
            </a:r>
            <a:r>
              <a:rPr lang="en-AU" sz="2000" b="1" spc="-85">
                <a:latin typeface="Arial"/>
                <a:cs typeface="Arial"/>
              </a:rPr>
              <a:t>knowledge</a:t>
            </a:r>
            <a:r>
              <a:rPr lang="en-AU" sz="2000" b="1" spc="-30">
                <a:latin typeface="Arial"/>
                <a:cs typeface="Arial"/>
              </a:rPr>
              <a:t> </a:t>
            </a:r>
            <a:r>
              <a:rPr lang="en-AU" sz="2000">
                <a:latin typeface="Arial"/>
                <a:cs typeface="Arial"/>
              </a:rPr>
              <a:t>be</a:t>
            </a:r>
            <a:r>
              <a:rPr lang="en-AU" sz="2000" spc="-40">
                <a:latin typeface="Arial"/>
                <a:cs typeface="Arial"/>
              </a:rPr>
              <a:t> </a:t>
            </a:r>
            <a:r>
              <a:rPr lang="en-AU" sz="2000" b="1" spc="-100">
                <a:latin typeface="Arial"/>
                <a:cs typeface="Arial"/>
              </a:rPr>
              <a:t>shared</a:t>
            </a:r>
            <a:r>
              <a:rPr lang="en-AU" sz="2000" b="1" spc="-35">
                <a:latin typeface="Arial"/>
                <a:cs typeface="Arial"/>
              </a:rPr>
              <a:t> </a:t>
            </a:r>
            <a:r>
              <a:rPr lang="en-AU" sz="2000">
                <a:latin typeface="Arial"/>
                <a:cs typeface="Arial"/>
              </a:rPr>
              <a:t>across</a:t>
            </a:r>
            <a:r>
              <a:rPr lang="en-AU" sz="2000" spc="-55">
                <a:latin typeface="Arial"/>
                <a:cs typeface="Arial"/>
              </a:rPr>
              <a:t> </a:t>
            </a:r>
            <a:r>
              <a:rPr lang="en-AU" sz="2000">
                <a:latin typeface="Arial"/>
                <a:cs typeface="Arial"/>
              </a:rPr>
              <a:t>the</a:t>
            </a:r>
            <a:r>
              <a:rPr lang="en-AU" sz="2000" spc="-40">
                <a:latin typeface="Arial"/>
                <a:cs typeface="Arial"/>
              </a:rPr>
              <a:t> </a:t>
            </a:r>
            <a:r>
              <a:rPr lang="en-AU" sz="2000" spc="-10">
                <a:latin typeface="Arial"/>
                <a:cs typeface="Arial"/>
              </a:rPr>
              <a:t>team?</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73</a:t>
            </a:fld>
            <a:endParaRPr spc="-25"/>
          </a:p>
        </p:txBody>
      </p:sp>
      <p:sp>
        <p:nvSpPr>
          <p:cNvPr id="3" name="object 3"/>
          <p:cNvSpPr txBox="1">
            <a:spLocks noGrp="1"/>
          </p:cNvSpPr>
          <p:nvPr>
            <p:ph type="title"/>
          </p:nvPr>
        </p:nvSpPr>
        <p:spPr>
          <a:xfrm>
            <a:off x="2324725" y="286254"/>
            <a:ext cx="75438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Team Organization</a:t>
            </a:r>
            <a:endParaRPr sz="4400"/>
          </a:p>
        </p:txBody>
      </p:sp>
    </p:spTree>
    <p:extLst>
      <p:ext uri="{BB962C8B-B14F-4D97-AF65-F5344CB8AC3E}">
        <p14:creationId xmlns:p14="http://schemas.microsoft.com/office/powerpoint/2010/main" val="36448969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7919" y="1461731"/>
            <a:ext cx="10975974" cy="3508653"/>
          </a:xfrm>
          <a:prstGeom prst="rect">
            <a:avLst/>
          </a:prstGeom>
        </p:spPr>
        <p:txBody>
          <a:bodyPr vert="horz" wrap="square" lIns="0" tIns="12700" rIns="0" bIns="0" rtlCol="0" anchor="t">
            <a:spAutoFit/>
          </a:bodyPr>
          <a:lstStyle/>
          <a:p>
            <a:pPr marL="485775" marR="660400" indent="-342900">
              <a:lnSpc>
                <a:spcPct val="150000"/>
              </a:lnSpc>
              <a:spcBef>
                <a:spcPts val="100"/>
              </a:spcBef>
              <a:buFont typeface="Arial"/>
              <a:buChar char="•"/>
            </a:pPr>
            <a:r>
              <a:rPr lang="en-AU" sz="2400">
                <a:latin typeface="Arial"/>
                <a:cs typeface="Arial"/>
              </a:rPr>
              <a:t>Small</a:t>
            </a:r>
            <a:r>
              <a:rPr lang="en-AU" sz="2400" spc="-55">
                <a:latin typeface="Arial"/>
                <a:cs typeface="Arial"/>
              </a:rPr>
              <a:t> </a:t>
            </a:r>
            <a:r>
              <a:rPr lang="en-AU" sz="2400">
                <a:latin typeface="Arial"/>
                <a:cs typeface="Arial"/>
              </a:rPr>
              <a:t>software</a:t>
            </a:r>
            <a:r>
              <a:rPr lang="en-AU" sz="2400" spc="-35">
                <a:latin typeface="Arial"/>
                <a:cs typeface="Arial"/>
              </a:rPr>
              <a:t> </a:t>
            </a:r>
            <a:r>
              <a:rPr lang="en-AU" sz="2400" spc="-10">
                <a:latin typeface="Arial"/>
                <a:cs typeface="Arial"/>
              </a:rPr>
              <a:t>engineering</a:t>
            </a:r>
            <a:r>
              <a:rPr lang="en-AU" sz="2400" spc="-20">
                <a:latin typeface="Arial"/>
                <a:cs typeface="Arial"/>
              </a:rPr>
              <a:t> </a:t>
            </a:r>
            <a:r>
              <a:rPr lang="en-AU" sz="2400">
                <a:latin typeface="Arial"/>
                <a:cs typeface="Arial"/>
              </a:rPr>
              <a:t>teams</a:t>
            </a:r>
            <a:r>
              <a:rPr lang="en-AU" sz="2400" spc="-60">
                <a:latin typeface="Arial"/>
                <a:cs typeface="Arial"/>
              </a:rPr>
              <a:t> </a:t>
            </a:r>
            <a:r>
              <a:rPr lang="en-AU" sz="2400">
                <a:latin typeface="Arial"/>
                <a:cs typeface="Arial"/>
              </a:rPr>
              <a:t>are</a:t>
            </a:r>
            <a:r>
              <a:rPr lang="en-AU" sz="2400" spc="-50">
                <a:latin typeface="Arial"/>
                <a:cs typeface="Arial"/>
              </a:rPr>
              <a:t> </a:t>
            </a:r>
            <a:r>
              <a:rPr lang="en-AU" sz="2400">
                <a:latin typeface="Arial"/>
                <a:cs typeface="Arial"/>
              </a:rPr>
              <a:t>usually</a:t>
            </a:r>
            <a:r>
              <a:rPr lang="en-AU" sz="2400" spc="-40">
                <a:latin typeface="Arial"/>
                <a:cs typeface="Arial"/>
              </a:rPr>
              <a:t> </a:t>
            </a:r>
            <a:r>
              <a:rPr lang="en-AU" sz="2400">
                <a:latin typeface="Arial"/>
                <a:cs typeface="Arial"/>
              </a:rPr>
              <a:t>organised</a:t>
            </a:r>
            <a:r>
              <a:rPr lang="en-AU" sz="2400" spc="-45">
                <a:latin typeface="Arial"/>
                <a:cs typeface="Arial"/>
              </a:rPr>
              <a:t> </a:t>
            </a:r>
            <a:r>
              <a:rPr lang="en-AU" sz="2400" spc="-10">
                <a:latin typeface="Arial"/>
                <a:cs typeface="Arial"/>
              </a:rPr>
              <a:t>informally </a:t>
            </a:r>
            <a:r>
              <a:rPr lang="en-AU" sz="2400">
                <a:latin typeface="Arial"/>
                <a:cs typeface="Arial"/>
              </a:rPr>
              <a:t>without</a:t>
            </a:r>
            <a:r>
              <a:rPr lang="en-AU" sz="2400" spc="75">
                <a:latin typeface="Arial"/>
                <a:cs typeface="Arial"/>
              </a:rPr>
              <a:t> </a:t>
            </a:r>
            <a:r>
              <a:rPr lang="en-AU" sz="2400">
                <a:latin typeface="Arial"/>
                <a:cs typeface="Arial"/>
              </a:rPr>
              <a:t>a</a:t>
            </a:r>
            <a:r>
              <a:rPr lang="en-AU" sz="2400" spc="40">
                <a:latin typeface="Arial"/>
                <a:cs typeface="Arial"/>
              </a:rPr>
              <a:t> </a:t>
            </a:r>
            <a:r>
              <a:rPr lang="en-AU" sz="2400">
                <a:latin typeface="Arial"/>
                <a:cs typeface="Arial"/>
              </a:rPr>
              <a:t>rigid</a:t>
            </a:r>
            <a:r>
              <a:rPr lang="en-AU" sz="2400" spc="45">
                <a:latin typeface="Arial"/>
                <a:cs typeface="Arial"/>
              </a:rPr>
              <a:t> </a:t>
            </a:r>
            <a:r>
              <a:rPr lang="en-AU" sz="2400" spc="-10">
                <a:latin typeface="Arial"/>
                <a:cs typeface="Arial"/>
              </a:rPr>
              <a:t>structure</a:t>
            </a:r>
            <a:endParaRPr lang="en-AU" sz="2400">
              <a:latin typeface="Arial"/>
              <a:cs typeface="Arial"/>
            </a:endParaRPr>
          </a:p>
          <a:p>
            <a:pPr marL="143510">
              <a:spcBef>
                <a:spcPts val="2135"/>
              </a:spcBef>
              <a:buFont typeface="Arial"/>
              <a:buChar char="•"/>
            </a:pPr>
            <a:r>
              <a:rPr lang="en-AU" sz="2400" spc="-10">
                <a:latin typeface="Arial"/>
                <a:cs typeface="Arial"/>
              </a:rPr>
              <a:t> For</a:t>
            </a:r>
            <a:r>
              <a:rPr lang="en-AU" sz="2400" spc="-80">
                <a:latin typeface="Arial"/>
                <a:cs typeface="Arial"/>
              </a:rPr>
              <a:t> </a:t>
            </a:r>
            <a:r>
              <a:rPr lang="en-AU" sz="2400" b="1" spc="-55">
                <a:latin typeface="Arial"/>
                <a:cs typeface="Arial"/>
              </a:rPr>
              <a:t>large</a:t>
            </a:r>
            <a:r>
              <a:rPr lang="en-AU" sz="2400" b="1" spc="-80">
                <a:latin typeface="Arial"/>
                <a:cs typeface="Arial"/>
              </a:rPr>
              <a:t> </a:t>
            </a:r>
            <a:r>
              <a:rPr lang="en-AU" sz="2400" b="1" spc="-85">
                <a:latin typeface="Arial"/>
                <a:cs typeface="Arial"/>
              </a:rPr>
              <a:t>projects</a:t>
            </a:r>
            <a:r>
              <a:rPr lang="en-AU" sz="2400" spc="-85">
                <a:latin typeface="Arial"/>
                <a:cs typeface="Arial"/>
              </a:rPr>
              <a:t>,</a:t>
            </a:r>
            <a:r>
              <a:rPr lang="en-AU" sz="2400" spc="-80">
                <a:latin typeface="Arial"/>
                <a:cs typeface="Arial"/>
              </a:rPr>
              <a:t> </a:t>
            </a:r>
            <a:r>
              <a:rPr lang="en-AU" sz="2400">
                <a:latin typeface="Arial"/>
                <a:cs typeface="Arial"/>
              </a:rPr>
              <a:t>there</a:t>
            </a:r>
            <a:r>
              <a:rPr lang="en-AU" sz="2400" spc="-75">
                <a:latin typeface="Arial"/>
                <a:cs typeface="Arial"/>
              </a:rPr>
              <a:t> </a:t>
            </a:r>
            <a:r>
              <a:rPr lang="en-AU" sz="2400">
                <a:latin typeface="Arial"/>
                <a:cs typeface="Arial"/>
              </a:rPr>
              <a:t>may</a:t>
            </a:r>
            <a:r>
              <a:rPr lang="en-AU" sz="2400" spc="-90">
                <a:latin typeface="Arial"/>
                <a:cs typeface="Arial"/>
              </a:rPr>
              <a:t> </a:t>
            </a:r>
            <a:r>
              <a:rPr lang="en-AU" sz="2400">
                <a:latin typeface="Arial"/>
                <a:cs typeface="Arial"/>
              </a:rPr>
              <a:t>be</a:t>
            </a:r>
            <a:r>
              <a:rPr lang="en-AU" sz="2400" spc="-80">
                <a:latin typeface="Arial"/>
                <a:cs typeface="Arial"/>
              </a:rPr>
              <a:t> </a:t>
            </a:r>
            <a:r>
              <a:rPr lang="en-AU" sz="2400">
                <a:latin typeface="Arial"/>
                <a:cs typeface="Arial"/>
              </a:rPr>
              <a:t>a</a:t>
            </a:r>
            <a:r>
              <a:rPr lang="en-AU" sz="2400" spc="-85">
                <a:latin typeface="Arial"/>
                <a:cs typeface="Arial"/>
              </a:rPr>
              <a:t> </a:t>
            </a:r>
            <a:r>
              <a:rPr lang="en-AU" sz="2400" b="1" spc="-70">
                <a:latin typeface="Arial"/>
                <a:cs typeface="Arial"/>
              </a:rPr>
              <a:t>hierarchical </a:t>
            </a:r>
            <a:r>
              <a:rPr lang="en-AU" sz="2400">
                <a:latin typeface="Arial"/>
                <a:cs typeface="Arial"/>
              </a:rPr>
              <a:t>structure</a:t>
            </a:r>
            <a:r>
              <a:rPr lang="en-AU" sz="2400" spc="-65">
                <a:latin typeface="Arial"/>
                <a:cs typeface="Arial"/>
              </a:rPr>
              <a:t> </a:t>
            </a:r>
            <a:r>
              <a:rPr lang="en-AU" sz="2400" spc="-20">
                <a:latin typeface="Arial"/>
                <a:cs typeface="Arial"/>
              </a:rPr>
              <a:t>where</a:t>
            </a:r>
            <a:r>
              <a:rPr lang="en-AU" sz="2400" spc="-90">
                <a:latin typeface="Arial"/>
                <a:cs typeface="Arial"/>
              </a:rPr>
              <a:t> </a:t>
            </a:r>
            <a:r>
              <a:rPr lang="en-AU" sz="2400" spc="-10">
                <a:latin typeface="Arial"/>
                <a:cs typeface="Arial"/>
              </a:rPr>
              <a:t>different</a:t>
            </a:r>
            <a:endParaRPr lang="en-AU" sz="2400">
              <a:latin typeface="Arial"/>
              <a:cs typeface="Arial"/>
            </a:endParaRPr>
          </a:p>
          <a:p>
            <a:pPr marL="485775">
              <a:spcBef>
                <a:spcPts val="1440"/>
              </a:spcBef>
              <a:buFont typeface="Arial"/>
              <a:buChar char="•"/>
            </a:pPr>
            <a:r>
              <a:rPr lang="en-AU" sz="2400" b="1" spc="-55">
                <a:latin typeface="Arial"/>
                <a:cs typeface="Arial"/>
              </a:rPr>
              <a:t> teams</a:t>
            </a:r>
            <a:r>
              <a:rPr lang="en-AU" sz="2400" b="1" spc="5">
                <a:latin typeface="Arial"/>
                <a:cs typeface="Arial"/>
              </a:rPr>
              <a:t> </a:t>
            </a:r>
            <a:r>
              <a:rPr lang="en-AU" sz="2400">
                <a:latin typeface="Arial"/>
                <a:cs typeface="Arial"/>
              </a:rPr>
              <a:t>are</a:t>
            </a:r>
            <a:r>
              <a:rPr lang="en-AU" sz="2400" spc="5">
                <a:latin typeface="Arial"/>
                <a:cs typeface="Arial"/>
              </a:rPr>
              <a:t> </a:t>
            </a:r>
            <a:r>
              <a:rPr lang="en-AU" sz="2400">
                <a:latin typeface="Arial"/>
                <a:cs typeface="Arial"/>
              </a:rPr>
              <a:t>responsible</a:t>
            </a:r>
            <a:r>
              <a:rPr lang="en-AU" sz="2400" spc="35">
                <a:latin typeface="Arial"/>
                <a:cs typeface="Arial"/>
              </a:rPr>
              <a:t> </a:t>
            </a:r>
            <a:r>
              <a:rPr lang="en-AU" sz="2400" spc="60">
                <a:latin typeface="Arial"/>
                <a:cs typeface="Arial"/>
              </a:rPr>
              <a:t>for</a:t>
            </a:r>
            <a:r>
              <a:rPr lang="en-AU" sz="2400" spc="15">
                <a:latin typeface="Arial"/>
                <a:cs typeface="Arial"/>
              </a:rPr>
              <a:t> </a:t>
            </a:r>
            <a:r>
              <a:rPr lang="en-AU" sz="2400">
                <a:latin typeface="Arial"/>
                <a:cs typeface="Arial"/>
              </a:rPr>
              <a:t>different</a:t>
            </a:r>
            <a:r>
              <a:rPr lang="en-AU" sz="2400" spc="-25">
                <a:latin typeface="Arial"/>
                <a:cs typeface="Arial"/>
              </a:rPr>
              <a:t> </a:t>
            </a:r>
            <a:r>
              <a:rPr lang="en-AU" sz="2400" b="1" spc="-60">
                <a:latin typeface="Arial"/>
                <a:cs typeface="Arial"/>
              </a:rPr>
              <a:t>sub-</a:t>
            </a:r>
            <a:r>
              <a:rPr lang="en-AU" sz="2400" b="1" spc="-10">
                <a:latin typeface="Arial"/>
                <a:cs typeface="Arial"/>
              </a:rPr>
              <a:t>projects</a:t>
            </a:r>
            <a:endParaRPr lang="en-AU" sz="2400">
              <a:latin typeface="Arial"/>
              <a:cs typeface="Arial"/>
            </a:endParaRPr>
          </a:p>
          <a:p>
            <a:pPr marL="143510">
              <a:spcBef>
                <a:spcPts val="2150"/>
              </a:spcBef>
              <a:buFont typeface="Arial"/>
              <a:buChar char="•"/>
            </a:pPr>
            <a:r>
              <a:rPr lang="en-AU" sz="2400" b="1" spc="-70">
                <a:latin typeface="Arial"/>
                <a:cs typeface="Arial"/>
              </a:rPr>
              <a:t> Agile</a:t>
            </a:r>
            <a:r>
              <a:rPr lang="en-AU" sz="2400" b="1" spc="-65">
                <a:latin typeface="Arial"/>
                <a:cs typeface="Arial"/>
              </a:rPr>
              <a:t> </a:t>
            </a:r>
            <a:r>
              <a:rPr lang="en-AU" sz="2400">
                <a:latin typeface="Arial"/>
                <a:cs typeface="Arial"/>
              </a:rPr>
              <a:t>development</a:t>
            </a:r>
            <a:r>
              <a:rPr lang="en-AU" sz="2400" spc="-50">
                <a:latin typeface="Arial"/>
                <a:cs typeface="Arial"/>
              </a:rPr>
              <a:t> </a:t>
            </a:r>
            <a:r>
              <a:rPr lang="en-AU" sz="2400">
                <a:latin typeface="Arial"/>
                <a:cs typeface="Arial"/>
              </a:rPr>
              <a:t>is</a:t>
            </a:r>
            <a:r>
              <a:rPr lang="en-AU" sz="2400" spc="-75">
                <a:latin typeface="Arial"/>
                <a:cs typeface="Arial"/>
              </a:rPr>
              <a:t> </a:t>
            </a:r>
            <a:r>
              <a:rPr lang="en-AU" sz="2400">
                <a:latin typeface="Arial"/>
                <a:cs typeface="Arial"/>
              </a:rPr>
              <a:t>always</a:t>
            </a:r>
            <a:r>
              <a:rPr lang="en-AU" sz="2400" spc="-90">
                <a:latin typeface="Arial"/>
                <a:cs typeface="Arial"/>
              </a:rPr>
              <a:t> </a:t>
            </a:r>
            <a:r>
              <a:rPr lang="en-AU" sz="2400">
                <a:latin typeface="Arial"/>
                <a:cs typeface="Arial"/>
              </a:rPr>
              <a:t>based</a:t>
            </a:r>
            <a:r>
              <a:rPr lang="en-AU" sz="2400" spc="-75">
                <a:latin typeface="Arial"/>
                <a:cs typeface="Arial"/>
              </a:rPr>
              <a:t> </a:t>
            </a:r>
            <a:r>
              <a:rPr lang="en-AU" sz="2400">
                <a:latin typeface="Arial"/>
                <a:cs typeface="Arial"/>
              </a:rPr>
              <a:t>around</a:t>
            </a:r>
            <a:r>
              <a:rPr lang="en-AU" sz="2400" spc="-70">
                <a:latin typeface="Arial"/>
                <a:cs typeface="Arial"/>
              </a:rPr>
              <a:t> </a:t>
            </a:r>
            <a:r>
              <a:rPr lang="en-AU" sz="2400">
                <a:latin typeface="Arial"/>
                <a:cs typeface="Arial"/>
              </a:rPr>
              <a:t>an</a:t>
            </a:r>
            <a:r>
              <a:rPr lang="en-AU" sz="2400" spc="-65">
                <a:latin typeface="Arial"/>
                <a:cs typeface="Arial"/>
              </a:rPr>
              <a:t> </a:t>
            </a:r>
            <a:r>
              <a:rPr lang="en-AU" sz="2400" b="1" spc="-65">
                <a:latin typeface="Arial"/>
                <a:cs typeface="Arial"/>
              </a:rPr>
              <a:t>informal</a:t>
            </a:r>
            <a:r>
              <a:rPr lang="en-AU" sz="2400" b="1" spc="-50">
                <a:latin typeface="Arial"/>
                <a:cs typeface="Arial"/>
              </a:rPr>
              <a:t> </a:t>
            </a:r>
            <a:r>
              <a:rPr lang="en-AU" sz="2400">
                <a:latin typeface="Arial"/>
                <a:cs typeface="Arial"/>
              </a:rPr>
              <a:t>team</a:t>
            </a:r>
            <a:r>
              <a:rPr lang="en-AU" sz="2400" spc="-85">
                <a:latin typeface="Arial"/>
                <a:cs typeface="Arial"/>
              </a:rPr>
              <a:t> </a:t>
            </a:r>
            <a:r>
              <a:rPr lang="en-AU" sz="2400">
                <a:latin typeface="Arial"/>
                <a:cs typeface="Arial"/>
              </a:rPr>
              <a:t>on</a:t>
            </a:r>
            <a:r>
              <a:rPr lang="en-AU" sz="2400" spc="-60">
                <a:latin typeface="Arial"/>
                <a:cs typeface="Arial"/>
              </a:rPr>
              <a:t> </a:t>
            </a:r>
            <a:r>
              <a:rPr lang="en-AU" sz="2400" spc="-25">
                <a:latin typeface="Arial"/>
                <a:cs typeface="Arial"/>
              </a:rPr>
              <a:t>the</a:t>
            </a:r>
            <a:endParaRPr lang="en-AU" sz="2400">
              <a:latin typeface="Arial"/>
              <a:cs typeface="Arial"/>
            </a:endParaRPr>
          </a:p>
          <a:p>
            <a:pPr marL="485775">
              <a:spcBef>
                <a:spcPts val="1440"/>
              </a:spcBef>
              <a:buFont typeface="Arial"/>
              <a:buChar char="•"/>
            </a:pPr>
            <a:r>
              <a:rPr lang="en-AU" sz="2400">
                <a:latin typeface="Arial"/>
                <a:cs typeface="Arial"/>
              </a:rPr>
              <a:t> principle</a:t>
            </a:r>
            <a:r>
              <a:rPr lang="en-AU" sz="2400" spc="85">
                <a:latin typeface="Arial"/>
                <a:cs typeface="Arial"/>
              </a:rPr>
              <a:t> </a:t>
            </a:r>
            <a:r>
              <a:rPr lang="en-AU" sz="2400">
                <a:latin typeface="Arial"/>
                <a:cs typeface="Arial"/>
              </a:rPr>
              <a:t>that</a:t>
            </a:r>
            <a:r>
              <a:rPr lang="en-AU" sz="2400" spc="85">
                <a:latin typeface="Arial"/>
                <a:cs typeface="Arial"/>
              </a:rPr>
              <a:t> </a:t>
            </a:r>
            <a:r>
              <a:rPr lang="en-AU" sz="2400">
                <a:latin typeface="Arial"/>
                <a:cs typeface="Arial"/>
              </a:rPr>
              <a:t>formal</a:t>
            </a:r>
            <a:r>
              <a:rPr lang="en-AU" sz="2400" spc="95">
                <a:latin typeface="Arial"/>
                <a:cs typeface="Arial"/>
              </a:rPr>
              <a:t> </a:t>
            </a:r>
            <a:r>
              <a:rPr lang="en-AU" sz="2400">
                <a:latin typeface="Arial"/>
                <a:cs typeface="Arial"/>
              </a:rPr>
              <a:t>structure</a:t>
            </a:r>
            <a:r>
              <a:rPr lang="en-AU" sz="2400" spc="100">
                <a:latin typeface="Arial"/>
                <a:cs typeface="Arial"/>
              </a:rPr>
              <a:t> </a:t>
            </a:r>
            <a:r>
              <a:rPr lang="en-AU" sz="2400">
                <a:latin typeface="Arial"/>
                <a:cs typeface="Arial"/>
              </a:rPr>
              <a:t>inhibits</a:t>
            </a:r>
            <a:r>
              <a:rPr lang="en-AU" sz="2400" spc="100">
                <a:latin typeface="Arial"/>
                <a:cs typeface="Arial"/>
              </a:rPr>
              <a:t> </a:t>
            </a:r>
            <a:r>
              <a:rPr lang="en-AU" sz="2400" b="1" spc="-60">
                <a:latin typeface="Arial"/>
                <a:cs typeface="Arial"/>
              </a:rPr>
              <a:t>information</a:t>
            </a:r>
            <a:r>
              <a:rPr lang="en-AU" sz="2400" b="1" spc="110">
                <a:latin typeface="Arial"/>
                <a:cs typeface="Arial"/>
              </a:rPr>
              <a:t> </a:t>
            </a:r>
            <a:r>
              <a:rPr lang="en-AU" sz="2400" b="1" spc="-10">
                <a:latin typeface="Arial"/>
                <a:cs typeface="Arial"/>
              </a:rPr>
              <a:t>exchange</a:t>
            </a:r>
            <a:endParaRPr lang="en-AU"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74</a:t>
            </a:fld>
            <a:endParaRPr spc="-25"/>
          </a:p>
        </p:txBody>
      </p:sp>
      <p:sp>
        <p:nvSpPr>
          <p:cNvPr id="3" name="object 3"/>
          <p:cNvSpPr txBox="1">
            <a:spLocks noGrp="1"/>
          </p:cNvSpPr>
          <p:nvPr>
            <p:ph type="title"/>
          </p:nvPr>
        </p:nvSpPr>
        <p:spPr>
          <a:xfrm>
            <a:off x="2012430" y="486122"/>
            <a:ext cx="75438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Team Organization</a:t>
            </a:r>
            <a:endParaRPr sz="4400"/>
          </a:p>
        </p:txBody>
      </p:sp>
    </p:spTree>
    <p:extLst>
      <p:ext uri="{BB962C8B-B14F-4D97-AF65-F5344CB8AC3E}">
        <p14:creationId xmlns:p14="http://schemas.microsoft.com/office/powerpoint/2010/main" val="787924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4880" y="1122258"/>
            <a:ext cx="10975974" cy="4621906"/>
          </a:xfrm>
          <a:prstGeom prst="rect">
            <a:avLst/>
          </a:prstGeom>
        </p:spPr>
        <p:txBody>
          <a:bodyPr vert="horz" wrap="square" lIns="0" tIns="12700" rIns="0" bIns="0" rtlCol="0" anchor="t">
            <a:spAutoFit/>
          </a:bodyPr>
          <a:lstStyle/>
          <a:p>
            <a:pPr marL="355600" marR="57785" indent="-343535">
              <a:lnSpc>
                <a:spcPct val="80000"/>
              </a:lnSpc>
              <a:spcBef>
                <a:spcPts val="820"/>
              </a:spcBef>
              <a:buFont typeface="Arial"/>
              <a:buChar char="•"/>
            </a:pPr>
            <a:r>
              <a:rPr lang="en-AU" sz="2400" spc="-20">
                <a:latin typeface="Arial"/>
                <a:cs typeface="Arial"/>
              </a:rPr>
              <a:t>The</a:t>
            </a:r>
            <a:r>
              <a:rPr lang="en-AU" sz="2400" spc="-75">
                <a:latin typeface="Arial"/>
                <a:cs typeface="Arial"/>
              </a:rPr>
              <a:t> </a:t>
            </a:r>
            <a:r>
              <a:rPr lang="en-AU" sz="2400">
                <a:latin typeface="Arial"/>
                <a:cs typeface="Arial"/>
              </a:rPr>
              <a:t>team</a:t>
            </a:r>
            <a:r>
              <a:rPr lang="en-AU" sz="2400" spc="-85">
                <a:latin typeface="Arial"/>
                <a:cs typeface="Arial"/>
              </a:rPr>
              <a:t> </a:t>
            </a:r>
            <a:r>
              <a:rPr lang="en-AU" sz="2400" spc="50">
                <a:latin typeface="Arial"/>
                <a:cs typeface="Arial"/>
              </a:rPr>
              <a:t>acts</a:t>
            </a:r>
            <a:r>
              <a:rPr lang="en-AU" sz="2400" spc="-75">
                <a:latin typeface="Arial"/>
                <a:cs typeface="Arial"/>
              </a:rPr>
              <a:t> </a:t>
            </a:r>
            <a:r>
              <a:rPr lang="en-AU" sz="2400">
                <a:latin typeface="Arial"/>
                <a:cs typeface="Arial"/>
              </a:rPr>
              <a:t>as</a:t>
            </a:r>
            <a:r>
              <a:rPr lang="en-AU" sz="2400" spc="-65">
                <a:latin typeface="Arial"/>
                <a:cs typeface="Arial"/>
              </a:rPr>
              <a:t> </a:t>
            </a:r>
            <a:r>
              <a:rPr lang="en-AU" sz="2400">
                <a:latin typeface="Arial"/>
                <a:cs typeface="Arial"/>
              </a:rPr>
              <a:t>a</a:t>
            </a:r>
            <a:r>
              <a:rPr lang="en-AU" sz="2400" spc="-70">
                <a:latin typeface="Arial"/>
                <a:cs typeface="Arial"/>
              </a:rPr>
              <a:t> </a:t>
            </a:r>
            <a:r>
              <a:rPr lang="en-AU" sz="2400">
                <a:latin typeface="Arial"/>
                <a:cs typeface="Arial"/>
              </a:rPr>
              <a:t>whole</a:t>
            </a:r>
            <a:r>
              <a:rPr lang="en-AU" sz="2400" spc="-95">
                <a:latin typeface="Arial"/>
                <a:cs typeface="Arial"/>
              </a:rPr>
              <a:t> </a:t>
            </a:r>
            <a:r>
              <a:rPr lang="en-AU" sz="2400">
                <a:latin typeface="Arial"/>
                <a:cs typeface="Arial"/>
              </a:rPr>
              <a:t>and</a:t>
            </a:r>
            <a:r>
              <a:rPr lang="en-AU" sz="2400" spc="-70">
                <a:latin typeface="Arial"/>
                <a:cs typeface="Arial"/>
              </a:rPr>
              <a:t> </a:t>
            </a:r>
            <a:r>
              <a:rPr lang="en-AU" sz="2400">
                <a:latin typeface="Arial"/>
                <a:cs typeface="Arial"/>
              </a:rPr>
              <a:t>comes</a:t>
            </a:r>
            <a:r>
              <a:rPr lang="en-AU" sz="2400" spc="-75">
                <a:latin typeface="Arial"/>
                <a:cs typeface="Arial"/>
              </a:rPr>
              <a:t> </a:t>
            </a:r>
            <a:r>
              <a:rPr lang="en-AU" sz="2400" spc="90">
                <a:latin typeface="Arial"/>
                <a:cs typeface="Arial"/>
              </a:rPr>
              <a:t>to</a:t>
            </a:r>
            <a:r>
              <a:rPr lang="en-AU" sz="2400" spc="-85">
                <a:latin typeface="Arial"/>
                <a:cs typeface="Arial"/>
              </a:rPr>
              <a:t> </a:t>
            </a:r>
            <a:r>
              <a:rPr lang="en-AU" sz="2400">
                <a:latin typeface="Arial"/>
                <a:cs typeface="Arial"/>
              </a:rPr>
              <a:t>a</a:t>
            </a:r>
            <a:r>
              <a:rPr lang="en-AU" sz="2400" spc="-70">
                <a:latin typeface="Arial"/>
                <a:cs typeface="Arial"/>
              </a:rPr>
              <a:t> </a:t>
            </a:r>
            <a:r>
              <a:rPr lang="en-AU" sz="2400" spc="-10">
                <a:latin typeface="Arial"/>
                <a:cs typeface="Arial"/>
              </a:rPr>
              <a:t>consensus </a:t>
            </a:r>
            <a:r>
              <a:rPr lang="en-AU" sz="2400">
                <a:latin typeface="Arial"/>
                <a:cs typeface="Arial"/>
              </a:rPr>
              <a:t>on</a:t>
            </a:r>
            <a:r>
              <a:rPr lang="en-AU" sz="2400" spc="-20">
                <a:latin typeface="Arial"/>
                <a:cs typeface="Arial"/>
              </a:rPr>
              <a:t> </a:t>
            </a:r>
            <a:r>
              <a:rPr lang="en-AU" sz="2400">
                <a:latin typeface="Arial"/>
                <a:cs typeface="Arial"/>
              </a:rPr>
              <a:t>decisions</a:t>
            </a:r>
            <a:r>
              <a:rPr lang="en-AU" sz="2400" spc="-50">
                <a:latin typeface="Arial"/>
                <a:cs typeface="Arial"/>
              </a:rPr>
              <a:t> </a:t>
            </a:r>
            <a:r>
              <a:rPr lang="en-AU" sz="2400" spc="60">
                <a:latin typeface="Arial"/>
                <a:cs typeface="Arial"/>
              </a:rPr>
              <a:t>affecting</a:t>
            </a:r>
            <a:r>
              <a:rPr lang="en-AU" sz="2400" spc="-50">
                <a:latin typeface="Arial"/>
                <a:cs typeface="Arial"/>
              </a:rPr>
              <a:t> </a:t>
            </a:r>
            <a:r>
              <a:rPr lang="en-AU" sz="2400">
                <a:latin typeface="Arial"/>
                <a:cs typeface="Arial"/>
              </a:rPr>
              <a:t>the</a:t>
            </a:r>
            <a:r>
              <a:rPr lang="en-AU" sz="2400" spc="-50">
                <a:latin typeface="Arial"/>
                <a:cs typeface="Arial"/>
              </a:rPr>
              <a:t> </a:t>
            </a:r>
            <a:r>
              <a:rPr lang="en-AU" sz="2400" spc="-10">
                <a:latin typeface="Arial"/>
                <a:cs typeface="Arial"/>
              </a:rPr>
              <a:t>system</a:t>
            </a:r>
            <a:endParaRPr lang="en-AU" sz="2400">
              <a:latin typeface="Arial"/>
              <a:cs typeface="Arial"/>
            </a:endParaRPr>
          </a:p>
          <a:p>
            <a:pPr marL="355600" marR="160655" indent="-343535">
              <a:lnSpc>
                <a:spcPts val="2880"/>
              </a:lnSpc>
              <a:spcBef>
                <a:spcPts val="1175"/>
              </a:spcBef>
              <a:buFont typeface="Arial"/>
              <a:buChar char="•"/>
            </a:pPr>
            <a:endParaRPr lang="en-AU" sz="2400" spc="-35">
              <a:latin typeface="Arial"/>
              <a:cs typeface="Arial"/>
            </a:endParaRPr>
          </a:p>
          <a:p>
            <a:pPr marL="355600" marR="160655" indent="-343535">
              <a:lnSpc>
                <a:spcPts val="2880"/>
              </a:lnSpc>
              <a:spcBef>
                <a:spcPts val="1175"/>
              </a:spcBef>
              <a:buFont typeface="Arial"/>
              <a:buChar char="•"/>
            </a:pPr>
            <a:r>
              <a:rPr lang="en-AU" sz="2400" spc="-35">
                <a:latin typeface="Arial"/>
                <a:cs typeface="Arial"/>
              </a:rPr>
              <a:t>The</a:t>
            </a:r>
            <a:r>
              <a:rPr lang="en-AU" sz="2400" spc="-90">
                <a:latin typeface="Arial"/>
                <a:cs typeface="Arial"/>
              </a:rPr>
              <a:t> </a:t>
            </a:r>
            <a:r>
              <a:rPr lang="en-AU" sz="2400">
                <a:latin typeface="Arial"/>
                <a:cs typeface="Arial"/>
              </a:rPr>
              <a:t>team</a:t>
            </a:r>
            <a:r>
              <a:rPr lang="en-AU" sz="2400" spc="-85">
                <a:latin typeface="Arial"/>
                <a:cs typeface="Arial"/>
              </a:rPr>
              <a:t> </a:t>
            </a:r>
            <a:r>
              <a:rPr lang="en-AU" sz="2400">
                <a:latin typeface="Arial"/>
                <a:cs typeface="Arial"/>
              </a:rPr>
              <a:t>leader</a:t>
            </a:r>
            <a:r>
              <a:rPr lang="en-AU" sz="2400" spc="-70">
                <a:latin typeface="Arial"/>
                <a:cs typeface="Arial"/>
              </a:rPr>
              <a:t> </a:t>
            </a:r>
            <a:r>
              <a:rPr lang="en-AU" sz="2400">
                <a:latin typeface="Arial"/>
                <a:cs typeface="Arial"/>
              </a:rPr>
              <a:t>serves</a:t>
            </a:r>
            <a:r>
              <a:rPr lang="en-AU" sz="2400" spc="-75">
                <a:latin typeface="Arial"/>
                <a:cs typeface="Arial"/>
              </a:rPr>
              <a:t> </a:t>
            </a:r>
            <a:r>
              <a:rPr lang="en-AU" sz="2400">
                <a:latin typeface="Arial"/>
                <a:cs typeface="Arial"/>
              </a:rPr>
              <a:t>as</a:t>
            </a:r>
            <a:r>
              <a:rPr lang="en-AU" sz="2400" spc="-65">
                <a:latin typeface="Arial"/>
                <a:cs typeface="Arial"/>
              </a:rPr>
              <a:t> </a:t>
            </a:r>
            <a:r>
              <a:rPr lang="en-AU" sz="2400">
                <a:latin typeface="Arial"/>
                <a:cs typeface="Arial"/>
              </a:rPr>
              <a:t>the</a:t>
            </a:r>
            <a:r>
              <a:rPr lang="en-AU" sz="2400" spc="-90">
                <a:latin typeface="Arial"/>
                <a:cs typeface="Arial"/>
              </a:rPr>
              <a:t> </a:t>
            </a:r>
            <a:r>
              <a:rPr lang="en-AU" sz="2400">
                <a:latin typeface="Arial"/>
                <a:cs typeface="Arial"/>
              </a:rPr>
              <a:t>external</a:t>
            </a:r>
            <a:r>
              <a:rPr lang="en-AU" sz="2400" spc="-80">
                <a:latin typeface="Arial"/>
                <a:cs typeface="Arial"/>
              </a:rPr>
              <a:t> </a:t>
            </a:r>
            <a:r>
              <a:rPr lang="en-AU" sz="2400">
                <a:latin typeface="Arial"/>
                <a:cs typeface="Arial"/>
              </a:rPr>
              <a:t>interface</a:t>
            </a:r>
            <a:r>
              <a:rPr lang="en-AU" sz="2400" spc="-114">
                <a:latin typeface="Arial"/>
                <a:cs typeface="Arial"/>
              </a:rPr>
              <a:t> </a:t>
            </a:r>
            <a:r>
              <a:rPr lang="en-AU" sz="2400" spc="95">
                <a:latin typeface="Arial"/>
                <a:cs typeface="Arial"/>
              </a:rPr>
              <a:t>of </a:t>
            </a:r>
            <a:r>
              <a:rPr lang="en-AU" sz="2400">
                <a:latin typeface="Arial"/>
                <a:cs typeface="Arial"/>
              </a:rPr>
              <a:t>the</a:t>
            </a:r>
            <a:r>
              <a:rPr lang="en-AU" sz="2400" spc="5">
                <a:latin typeface="Arial"/>
                <a:cs typeface="Arial"/>
              </a:rPr>
              <a:t> </a:t>
            </a:r>
            <a:r>
              <a:rPr lang="en-AU" sz="2400">
                <a:latin typeface="Arial"/>
                <a:cs typeface="Arial"/>
              </a:rPr>
              <a:t>team</a:t>
            </a:r>
            <a:r>
              <a:rPr lang="en-AU" sz="2400" spc="30">
                <a:latin typeface="Arial"/>
                <a:cs typeface="Arial"/>
              </a:rPr>
              <a:t> </a:t>
            </a:r>
            <a:r>
              <a:rPr lang="en-AU" sz="2400">
                <a:latin typeface="Arial"/>
                <a:cs typeface="Arial"/>
              </a:rPr>
              <a:t>but</a:t>
            </a:r>
            <a:r>
              <a:rPr lang="en-AU" sz="2400" spc="20">
                <a:latin typeface="Arial"/>
                <a:cs typeface="Arial"/>
              </a:rPr>
              <a:t> </a:t>
            </a:r>
            <a:r>
              <a:rPr lang="en-AU" sz="2400">
                <a:latin typeface="Arial"/>
                <a:cs typeface="Arial"/>
              </a:rPr>
              <a:t>does</a:t>
            </a:r>
            <a:r>
              <a:rPr lang="en-AU" sz="2400" spc="20">
                <a:latin typeface="Arial"/>
                <a:cs typeface="Arial"/>
              </a:rPr>
              <a:t> </a:t>
            </a:r>
            <a:r>
              <a:rPr lang="en-AU" sz="2400" spc="55">
                <a:latin typeface="Arial"/>
                <a:cs typeface="Arial"/>
              </a:rPr>
              <a:t>not</a:t>
            </a:r>
            <a:r>
              <a:rPr lang="en-AU" sz="2400" spc="20">
                <a:latin typeface="Arial"/>
                <a:cs typeface="Arial"/>
              </a:rPr>
              <a:t> </a:t>
            </a:r>
            <a:r>
              <a:rPr lang="en-AU" sz="2400">
                <a:latin typeface="Arial"/>
                <a:cs typeface="Arial"/>
              </a:rPr>
              <a:t>allocate</a:t>
            </a:r>
            <a:r>
              <a:rPr lang="en-AU" sz="2400" spc="5">
                <a:latin typeface="Arial"/>
                <a:cs typeface="Arial"/>
              </a:rPr>
              <a:t> </a:t>
            </a:r>
            <a:r>
              <a:rPr lang="en-AU" sz="2400">
                <a:latin typeface="Arial"/>
                <a:cs typeface="Arial"/>
              </a:rPr>
              <a:t>specific</a:t>
            </a:r>
            <a:r>
              <a:rPr lang="en-AU" sz="2400" spc="30">
                <a:latin typeface="Arial"/>
                <a:cs typeface="Arial"/>
              </a:rPr>
              <a:t> </a:t>
            </a:r>
            <a:r>
              <a:rPr lang="en-AU" sz="2400">
                <a:latin typeface="Arial"/>
                <a:cs typeface="Arial"/>
              </a:rPr>
              <a:t>work</a:t>
            </a:r>
            <a:r>
              <a:rPr lang="en-AU" sz="2400" spc="15">
                <a:latin typeface="Arial"/>
                <a:cs typeface="Arial"/>
              </a:rPr>
              <a:t> </a:t>
            </a:r>
            <a:r>
              <a:rPr lang="en-AU" sz="2400" spc="45">
                <a:latin typeface="Arial"/>
                <a:cs typeface="Arial"/>
              </a:rPr>
              <a:t>items</a:t>
            </a:r>
            <a:endParaRPr lang="en-AU" sz="2400">
              <a:latin typeface="Arial"/>
              <a:cs typeface="Arial"/>
            </a:endParaRPr>
          </a:p>
          <a:p>
            <a:pPr marL="355600" marR="5080" indent="-343535">
              <a:lnSpc>
                <a:spcPct val="80000"/>
              </a:lnSpc>
              <a:spcBef>
                <a:spcPts val="1225"/>
              </a:spcBef>
              <a:buFont typeface="Arial"/>
              <a:buChar char="•"/>
            </a:pPr>
            <a:endParaRPr lang="en-AU" sz="2400" spc="-85">
              <a:latin typeface="Arial"/>
              <a:cs typeface="Arial"/>
            </a:endParaRPr>
          </a:p>
          <a:p>
            <a:pPr marL="355600" marR="5080" indent="-343535">
              <a:lnSpc>
                <a:spcPct val="80000"/>
              </a:lnSpc>
              <a:spcBef>
                <a:spcPts val="1225"/>
              </a:spcBef>
              <a:buFont typeface="Arial"/>
              <a:buChar char="•"/>
            </a:pPr>
            <a:r>
              <a:rPr lang="en-AU" sz="2400" spc="-85">
                <a:latin typeface="Arial"/>
                <a:cs typeface="Arial"/>
              </a:rPr>
              <a:t>Rather, </a:t>
            </a:r>
            <a:r>
              <a:rPr lang="en-AU" sz="2400" b="1" spc="-114">
                <a:latin typeface="Arial"/>
                <a:cs typeface="Arial"/>
              </a:rPr>
              <a:t>work</a:t>
            </a:r>
            <a:r>
              <a:rPr lang="en-AU" sz="2400" b="1" spc="-55">
                <a:latin typeface="Arial"/>
                <a:cs typeface="Arial"/>
              </a:rPr>
              <a:t> </a:t>
            </a:r>
            <a:r>
              <a:rPr lang="en-AU" sz="2400" spc="50">
                <a:latin typeface="Arial"/>
                <a:cs typeface="Arial"/>
              </a:rPr>
              <a:t>is</a:t>
            </a:r>
            <a:r>
              <a:rPr lang="en-AU" sz="2400" spc="-50">
                <a:latin typeface="Arial"/>
                <a:cs typeface="Arial"/>
              </a:rPr>
              <a:t> </a:t>
            </a:r>
            <a:r>
              <a:rPr lang="en-AU" sz="2400">
                <a:latin typeface="Arial"/>
                <a:cs typeface="Arial"/>
              </a:rPr>
              <a:t>discussed</a:t>
            </a:r>
            <a:r>
              <a:rPr lang="en-AU" sz="2400" spc="-70">
                <a:latin typeface="Arial"/>
                <a:cs typeface="Arial"/>
              </a:rPr>
              <a:t> </a:t>
            </a:r>
            <a:r>
              <a:rPr lang="en-AU" sz="2400">
                <a:latin typeface="Arial"/>
                <a:cs typeface="Arial"/>
              </a:rPr>
              <a:t>by</a:t>
            </a:r>
            <a:r>
              <a:rPr lang="en-AU" sz="2400" spc="-55">
                <a:latin typeface="Arial"/>
                <a:cs typeface="Arial"/>
              </a:rPr>
              <a:t> </a:t>
            </a:r>
            <a:r>
              <a:rPr lang="en-AU" sz="2400">
                <a:latin typeface="Arial"/>
                <a:cs typeface="Arial"/>
              </a:rPr>
              <a:t>the</a:t>
            </a:r>
            <a:r>
              <a:rPr lang="en-AU" sz="2400" spc="-70">
                <a:latin typeface="Arial"/>
                <a:cs typeface="Arial"/>
              </a:rPr>
              <a:t> </a:t>
            </a:r>
            <a:r>
              <a:rPr lang="en-AU" sz="2400">
                <a:latin typeface="Arial"/>
                <a:cs typeface="Arial"/>
              </a:rPr>
              <a:t>team</a:t>
            </a:r>
            <a:r>
              <a:rPr lang="en-AU" sz="2400" spc="-55">
                <a:latin typeface="Arial"/>
                <a:cs typeface="Arial"/>
              </a:rPr>
              <a:t> </a:t>
            </a:r>
            <a:r>
              <a:rPr lang="en-AU" sz="2400">
                <a:latin typeface="Arial"/>
                <a:cs typeface="Arial"/>
              </a:rPr>
              <a:t>as</a:t>
            </a:r>
            <a:r>
              <a:rPr lang="en-AU" sz="2400" spc="-55">
                <a:latin typeface="Arial"/>
                <a:cs typeface="Arial"/>
              </a:rPr>
              <a:t> </a:t>
            </a:r>
            <a:r>
              <a:rPr lang="en-AU" sz="2400">
                <a:latin typeface="Arial"/>
                <a:cs typeface="Arial"/>
              </a:rPr>
              <a:t>a</a:t>
            </a:r>
            <a:r>
              <a:rPr lang="en-AU" sz="2400" spc="-50">
                <a:latin typeface="Arial"/>
                <a:cs typeface="Arial"/>
              </a:rPr>
              <a:t> </a:t>
            </a:r>
            <a:r>
              <a:rPr lang="en-AU" sz="2400">
                <a:latin typeface="Arial"/>
                <a:cs typeface="Arial"/>
              </a:rPr>
              <a:t>whole</a:t>
            </a:r>
            <a:r>
              <a:rPr lang="en-AU" sz="2400" spc="-75">
                <a:latin typeface="Arial"/>
                <a:cs typeface="Arial"/>
              </a:rPr>
              <a:t> </a:t>
            </a:r>
            <a:r>
              <a:rPr lang="en-AU" sz="2400" spc="-25">
                <a:latin typeface="Arial"/>
                <a:cs typeface="Arial"/>
              </a:rPr>
              <a:t>and </a:t>
            </a:r>
            <a:r>
              <a:rPr lang="en-AU" sz="2400">
                <a:latin typeface="Arial"/>
                <a:cs typeface="Arial"/>
              </a:rPr>
              <a:t>tasks</a:t>
            </a:r>
            <a:r>
              <a:rPr lang="en-AU" sz="2400" spc="-55">
                <a:latin typeface="Arial"/>
                <a:cs typeface="Arial"/>
              </a:rPr>
              <a:t> </a:t>
            </a:r>
            <a:r>
              <a:rPr lang="en-AU" sz="2400">
                <a:latin typeface="Arial"/>
                <a:cs typeface="Arial"/>
              </a:rPr>
              <a:t>are</a:t>
            </a:r>
            <a:r>
              <a:rPr lang="en-AU" sz="2400" spc="-70">
                <a:latin typeface="Arial"/>
                <a:cs typeface="Arial"/>
              </a:rPr>
              <a:t> </a:t>
            </a:r>
            <a:r>
              <a:rPr lang="en-AU" sz="2400" b="1" spc="-75">
                <a:latin typeface="Arial"/>
                <a:cs typeface="Arial"/>
              </a:rPr>
              <a:t>allocated</a:t>
            </a:r>
            <a:r>
              <a:rPr lang="en-AU" sz="2400" b="1" spc="-15">
                <a:latin typeface="Arial"/>
                <a:cs typeface="Arial"/>
              </a:rPr>
              <a:t> </a:t>
            </a:r>
            <a:r>
              <a:rPr lang="en-AU" sz="2400">
                <a:latin typeface="Arial"/>
                <a:cs typeface="Arial"/>
              </a:rPr>
              <a:t>according</a:t>
            </a:r>
            <a:r>
              <a:rPr lang="en-AU" sz="2400" spc="-75">
                <a:latin typeface="Arial"/>
                <a:cs typeface="Arial"/>
              </a:rPr>
              <a:t> </a:t>
            </a:r>
            <a:r>
              <a:rPr lang="en-AU" sz="2400" spc="85">
                <a:latin typeface="Arial"/>
                <a:cs typeface="Arial"/>
              </a:rPr>
              <a:t>to</a:t>
            </a:r>
            <a:r>
              <a:rPr lang="en-AU" sz="2400" spc="-60">
                <a:latin typeface="Arial"/>
                <a:cs typeface="Arial"/>
              </a:rPr>
              <a:t> </a:t>
            </a:r>
            <a:r>
              <a:rPr lang="en-AU" sz="2400" b="1" spc="-80">
                <a:latin typeface="Arial"/>
                <a:cs typeface="Arial"/>
              </a:rPr>
              <a:t>ability</a:t>
            </a:r>
            <a:r>
              <a:rPr lang="en-AU" sz="2400" b="1" spc="-40">
                <a:latin typeface="Arial"/>
                <a:cs typeface="Arial"/>
              </a:rPr>
              <a:t> </a:t>
            </a:r>
            <a:r>
              <a:rPr lang="en-AU" sz="2400" spc="-25">
                <a:latin typeface="Arial"/>
                <a:cs typeface="Arial"/>
              </a:rPr>
              <a:t>and </a:t>
            </a:r>
            <a:r>
              <a:rPr lang="en-AU" sz="2400" b="1" spc="-10">
                <a:latin typeface="Arial"/>
                <a:cs typeface="Arial"/>
              </a:rPr>
              <a:t>experience</a:t>
            </a:r>
            <a:endParaRPr lang="en-AU" sz="2400">
              <a:latin typeface="Arial"/>
              <a:cs typeface="Arial"/>
            </a:endParaRPr>
          </a:p>
          <a:p>
            <a:pPr marL="355600" marR="951865" indent="-343535">
              <a:lnSpc>
                <a:spcPts val="2880"/>
              </a:lnSpc>
              <a:spcBef>
                <a:spcPts val="1180"/>
              </a:spcBef>
              <a:buFont typeface="Arial"/>
              <a:buChar char="•"/>
            </a:pPr>
            <a:endParaRPr lang="en-AU" sz="2400">
              <a:latin typeface="Arial"/>
              <a:cs typeface="Arial"/>
            </a:endParaRPr>
          </a:p>
          <a:p>
            <a:pPr marL="355600" marR="951865" indent="-343535">
              <a:lnSpc>
                <a:spcPts val="2880"/>
              </a:lnSpc>
              <a:spcBef>
                <a:spcPts val="1180"/>
              </a:spcBef>
              <a:buFont typeface="Arial"/>
              <a:buChar char="•"/>
            </a:pPr>
            <a:r>
              <a:rPr lang="en-AU" sz="2400">
                <a:latin typeface="Arial"/>
                <a:cs typeface="Arial"/>
              </a:rPr>
              <a:t>This</a:t>
            </a:r>
            <a:r>
              <a:rPr lang="en-AU" sz="2400" spc="-35">
                <a:latin typeface="Arial"/>
                <a:cs typeface="Arial"/>
              </a:rPr>
              <a:t> </a:t>
            </a:r>
            <a:r>
              <a:rPr lang="en-AU" sz="2400">
                <a:latin typeface="Arial"/>
                <a:cs typeface="Arial"/>
              </a:rPr>
              <a:t>approach</a:t>
            </a:r>
            <a:r>
              <a:rPr lang="en-AU" sz="2400" spc="15">
                <a:latin typeface="Arial"/>
                <a:cs typeface="Arial"/>
              </a:rPr>
              <a:t> </a:t>
            </a:r>
            <a:r>
              <a:rPr lang="en-AU" sz="2400" spc="50">
                <a:latin typeface="Arial"/>
                <a:cs typeface="Arial"/>
              </a:rPr>
              <a:t>is</a:t>
            </a:r>
            <a:r>
              <a:rPr lang="en-AU" sz="2400" spc="-10">
                <a:latin typeface="Arial"/>
                <a:cs typeface="Arial"/>
              </a:rPr>
              <a:t> </a:t>
            </a:r>
            <a:r>
              <a:rPr lang="en-AU" sz="2400">
                <a:latin typeface="Arial"/>
                <a:cs typeface="Arial"/>
              </a:rPr>
              <a:t>successful</a:t>
            </a:r>
            <a:r>
              <a:rPr lang="en-AU" sz="2400" spc="-10">
                <a:latin typeface="Arial"/>
                <a:cs typeface="Arial"/>
              </a:rPr>
              <a:t> </a:t>
            </a:r>
            <a:r>
              <a:rPr lang="en-AU" sz="2400" spc="85">
                <a:latin typeface="Arial"/>
                <a:cs typeface="Arial"/>
              </a:rPr>
              <a:t>for</a:t>
            </a:r>
            <a:r>
              <a:rPr lang="en-AU" sz="2400" spc="-25">
                <a:latin typeface="Arial"/>
                <a:cs typeface="Arial"/>
              </a:rPr>
              <a:t> </a:t>
            </a:r>
            <a:r>
              <a:rPr lang="en-AU" sz="2400">
                <a:latin typeface="Arial"/>
                <a:cs typeface="Arial"/>
              </a:rPr>
              <a:t>teams</a:t>
            </a:r>
            <a:r>
              <a:rPr lang="en-AU" sz="2400" spc="-15">
                <a:latin typeface="Arial"/>
                <a:cs typeface="Arial"/>
              </a:rPr>
              <a:t> </a:t>
            </a:r>
            <a:r>
              <a:rPr lang="en-AU" sz="2400">
                <a:latin typeface="Arial"/>
                <a:cs typeface="Arial"/>
              </a:rPr>
              <a:t>where</a:t>
            </a:r>
            <a:r>
              <a:rPr lang="en-AU" sz="2400" spc="-30">
                <a:latin typeface="Arial"/>
                <a:cs typeface="Arial"/>
              </a:rPr>
              <a:t> </a:t>
            </a:r>
            <a:r>
              <a:rPr lang="en-AU" sz="2400" spc="-25">
                <a:latin typeface="Arial"/>
                <a:cs typeface="Arial"/>
              </a:rPr>
              <a:t>all </a:t>
            </a:r>
            <a:r>
              <a:rPr lang="en-AU" sz="2400">
                <a:latin typeface="Arial"/>
                <a:cs typeface="Arial"/>
              </a:rPr>
              <a:t>members</a:t>
            </a:r>
            <a:r>
              <a:rPr lang="en-AU" sz="2400" spc="-125">
                <a:latin typeface="Arial"/>
                <a:cs typeface="Arial"/>
              </a:rPr>
              <a:t> </a:t>
            </a:r>
            <a:r>
              <a:rPr lang="en-AU" sz="2400">
                <a:latin typeface="Arial"/>
                <a:cs typeface="Arial"/>
              </a:rPr>
              <a:t>are</a:t>
            </a:r>
            <a:r>
              <a:rPr lang="en-AU" sz="2400" spc="-130">
                <a:latin typeface="Arial"/>
                <a:cs typeface="Arial"/>
              </a:rPr>
              <a:t> </a:t>
            </a:r>
            <a:r>
              <a:rPr lang="en-AU" sz="2400" spc="-10">
                <a:latin typeface="Arial"/>
                <a:cs typeface="Arial"/>
              </a:rPr>
              <a:t>experienced</a:t>
            </a:r>
            <a:r>
              <a:rPr lang="en-AU" sz="2400" spc="-125">
                <a:latin typeface="Arial"/>
                <a:cs typeface="Arial"/>
              </a:rPr>
              <a:t> </a:t>
            </a:r>
            <a:r>
              <a:rPr lang="en-AU" sz="2400">
                <a:latin typeface="Arial"/>
                <a:cs typeface="Arial"/>
              </a:rPr>
              <a:t>and</a:t>
            </a:r>
            <a:r>
              <a:rPr lang="en-AU" sz="2400" spc="-135">
                <a:latin typeface="Arial"/>
                <a:cs typeface="Arial"/>
              </a:rPr>
              <a:t> </a:t>
            </a:r>
            <a:r>
              <a:rPr lang="en-AU" sz="2400" spc="-10">
                <a:latin typeface="Arial"/>
                <a:cs typeface="Arial"/>
              </a:rPr>
              <a:t>competent</a:t>
            </a:r>
            <a:endParaRPr lang="en-AU"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75</a:t>
            </a:fld>
            <a:endParaRPr spc="-25"/>
          </a:p>
        </p:txBody>
      </p:sp>
      <p:sp>
        <p:nvSpPr>
          <p:cNvPr id="3" name="object 3"/>
          <p:cNvSpPr txBox="1">
            <a:spLocks noGrp="1"/>
          </p:cNvSpPr>
          <p:nvPr>
            <p:ph type="title"/>
          </p:nvPr>
        </p:nvSpPr>
        <p:spPr>
          <a:xfrm>
            <a:off x="2324725" y="223795"/>
            <a:ext cx="7543800" cy="689932"/>
          </a:xfrm>
          <a:prstGeom prst="rect">
            <a:avLst/>
          </a:prstGeom>
        </p:spPr>
        <p:txBody>
          <a:bodyPr vert="horz" wrap="square" lIns="0" tIns="12700" rIns="0" bIns="0" rtlCol="0" anchor="t">
            <a:spAutoFit/>
          </a:bodyPr>
          <a:lstStyle/>
          <a:p>
            <a:pPr marL="12700" algn="ctr">
              <a:spcBef>
                <a:spcPts val="100"/>
              </a:spcBef>
            </a:pPr>
            <a:r>
              <a:rPr lang="en-AU" sz="4400" spc="70">
                <a:solidFill>
                  <a:srgbClr val="000000"/>
                </a:solidFill>
              </a:rPr>
              <a:t>Agile Teams</a:t>
            </a:r>
            <a:endParaRPr sz="4400"/>
          </a:p>
        </p:txBody>
      </p:sp>
    </p:spTree>
    <p:extLst>
      <p:ext uri="{BB962C8B-B14F-4D97-AF65-F5344CB8AC3E}">
        <p14:creationId xmlns:p14="http://schemas.microsoft.com/office/powerpoint/2010/main" val="42734734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7919" y="1661600"/>
            <a:ext cx="10975974" cy="3537635"/>
          </a:xfrm>
          <a:prstGeom prst="rect">
            <a:avLst/>
          </a:prstGeom>
        </p:spPr>
        <p:txBody>
          <a:bodyPr vert="horz" wrap="square" lIns="0" tIns="12700" rIns="0" bIns="0" rtlCol="0" anchor="t">
            <a:spAutoFit/>
          </a:bodyPr>
          <a:lstStyle/>
          <a:p>
            <a:pPr marL="355600" marR="5080" indent="-342900">
              <a:lnSpc>
                <a:spcPct val="150100"/>
              </a:lnSpc>
              <a:spcBef>
                <a:spcPts val="100"/>
              </a:spcBef>
            </a:pPr>
            <a:r>
              <a:rPr lang="en-AU" sz="2400" spc="-55">
                <a:solidFill>
                  <a:srgbClr val="000000"/>
                </a:solidFill>
              </a:rPr>
              <a:t>Good</a:t>
            </a:r>
            <a:r>
              <a:rPr lang="en-AU" sz="2400" spc="-114">
                <a:solidFill>
                  <a:srgbClr val="000000"/>
                </a:solidFill>
              </a:rPr>
              <a:t> </a:t>
            </a:r>
            <a:r>
              <a:rPr lang="en-AU" sz="2400" b="1" spc="-110">
                <a:solidFill>
                  <a:srgbClr val="000000"/>
                </a:solidFill>
                <a:latin typeface="Arial"/>
                <a:cs typeface="Arial"/>
              </a:rPr>
              <a:t>communications</a:t>
            </a:r>
            <a:r>
              <a:rPr lang="en-AU" sz="2400" b="1" spc="-85">
                <a:solidFill>
                  <a:srgbClr val="000000"/>
                </a:solidFill>
                <a:latin typeface="Arial"/>
                <a:cs typeface="Arial"/>
              </a:rPr>
              <a:t> </a:t>
            </a:r>
            <a:r>
              <a:rPr lang="en-AU" sz="2400">
                <a:solidFill>
                  <a:srgbClr val="000000"/>
                </a:solidFill>
              </a:rPr>
              <a:t>are</a:t>
            </a:r>
            <a:r>
              <a:rPr lang="en-AU" sz="2400" spc="-90">
                <a:solidFill>
                  <a:srgbClr val="000000"/>
                </a:solidFill>
              </a:rPr>
              <a:t> </a:t>
            </a:r>
            <a:r>
              <a:rPr lang="en-AU" sz="2400">
                <a:solidFill>
                  <a:srgbClr val="000000"/>
                </a:solidFill>
              </a:rPr>
              <a:t>essential</a:t>
            </a:r>
            <a:r>
              <a:rPr lang="en-AU" sz="2400" spc="-95">
                <a:solidFill>
                  <a:srgbClr val="000000"/>
                </a:solidFill>
              </a:rPr>
              <a:t> </a:t>
            </a:r>
            <a:r>
              <a:rPr lang="en-AU" sz="2400" spc="95">
                <a:solidFill>
                  <a:srgbClr val="000000"/>
                </a:solidFill>
              </a:rPr>
              <a:t>for</a:t>
            </a:r>
            <a:r>
              <a:rPr lang="en-AU" sz="2400" spc="-85">
                <a:solidFill>
                  <a:srgbClr val="000000"/>
                </a:solidFill>
              </a:rPr>
              <a:t> </a:t>
            </a:r>
            <a:r>
              <a:rPr lang="en-AU" sz="2400" b="1" spc="-25">
                <a:solidFill>
                  <a:srgbClr val="000000"/>
                </a:solidFill>
                <a:latin typeface="Arial"/>
                <a:cs typeface="Arial"/>
              </a:rPr>
              <a:t>effective</a:t>
            </a:r>
            <a:r>
              <a:rPr lang="en-AU" sz="2400" b="1" spc="-100">
                <a:solidFill>
                  <a:srgbClr val="000000"/>
                </a:solidFill>
                <a:latin typeface="Arial"/>
                <a:cs typeface="Arial"/>
              </a:rPr>
              <a:t> </a:t>
            </a:r>
            <a:r>
              <a:rPr lang="en-AU" sz="2400" spc="-20">
                <a:solidFill>
                  <a:srgbClr val="000000"/>
                </a:solidFill>
              </a:rPr>
              <a:t>team </a:t>
            </a:r>
            <a:r>
              <a:rPr lang="en-AU" sz="2400" spc="-10">
                <a:solidFill>
                  <a:srgbClr val="000000"/>
                </a:solidFill>
              </a:rPr>
              <a:t>working</a:t>
            </a:r>
            <a:endParaRPr lang="en-AU" sz="2400">
              <a:latin typeface="Arial"/>
              <a:cs typeface="Arial"/>
            </a:endParaRPr>
          </a:p>
          <a:p>
            <a:pPr marL="355600" marR="15875" indent="-342900">
              <a:lnSpc>
                <a:spcPct val="150100"/>
              </a:lnSpc>
              <a:spcBef>
                <a:spcPts val="690"/>
              </a:spcBef>
            </a:pPr>
            <a:r>
              <a:rPr lang="en-AU" sz="2400" spc="50">
                <a:solidFill>
                  <a:srgbClr val="000000"/>
                </a:solidFill>
              </a:rPr>
              <a:t>Information</a:t>
            </a:r>
            <a:r>
              <a:rPr lang="en-AU" sz="2400" spc="-140">
                <a:solidFill>
                  <a:srgbClr val="000000"/>
                </a:solidFill>
              </a:rPr>
              <a:t> </a:t>
            </a:r>
            <a:r>
              <a:rPr lang="en-AU" sz="2400" spc="85">
                <a:solidFill>
                  <a:srgbClr val="000000"/>
                </a:solidFill>
              </a:rPr>
              <a:t>must</a:t>
            </a:r>
            <a:r>
              <a:rPr lang="en-AU" sz="2400" spc="-130">
                <a:solidFill>
                  <a:srgbClr val="000000"/>
                </a:solidFill>
              </a:rPr>
              <a:t> </a:t>
            </a:r>
            <a:r>
              <a:rPr lang="en-AU" sz="2400">
                <a:solidFill>
                  <a:srgbClr val="000000"/>
                </a:solidFill>
              </a:rPr>
              <a:t>be</a:t>
            </a:r>
            <a:r>
              <a:rPr lang="en-AU" sz="2400" spc="-110">
                <a:solidFill>
                  <a:srgbClr val="000000"/>
                </a:solidFill>
              </a:rPr>
              <a:t> </a:t>
            </a:r>
            <a:r>
              <a:rPr lang="en-AU" sz="2400" spc="-20">
                <a:solidFill>
                  <a:srgbClr val="000000"/>
                </a:solidFill>
              </a:rPr>
              <a:t>exchanged</a:t>
            </a:r>
            <a:r>
              <a:rPr lang="en-AU" sz="2400" spc="-110">
                <a:solidFill>
                  <a:srgbClr val="000000"/>
                </a:solidFill>
              </a:rPr>
              <a:t> </a:t>
            </a:r>
            <a:r>
              <a:rPr lang="en-AU" sz="2400">
                <a:solidFill>
                  <a:srgbClr val="000000"/>
                </a:solidFill>
              </a:rPr>
              <a:t>on</a:t>
            </a:r>
            <a:r>
              <a:rPr lang="en-AU" sz="2400" spc="-130">
                <a:solidFill>
                  <a:srgbClr val="000000"/>
                </a:solidFill>
              </a:rPr>
              <a:t> </a:t>
            </a:r>
            <a:r>
              <a:rPr lang="en-AU" sz="2400">
                <a:solidFill>
                  <a:srgbClr val="000000"/>
                </a:solidFill>
              </a:rPr>
              <a:t>the</a:t>
            </a:r>
            <a:r>
              <a:rPr lang="en-AU" sz="2400" spc="-120">
                <a:solidFill>
                  <a:srgbClr val="000000"/>
                </a:solidFill>
              </a:rPr>
              <a:t> </a:t>
            </a:r>
            <a:r>
              <a:rPr lang="en-AU" sz="2400" b="1" spc="-80">
                <a:solidFill>
                  <a:srgbClr val="000000"/>
                </a:solidFill>
                <a:latin typeface="Arial"/>
                <a:cs typeface="Arial"/>
              </a:rPr>
              <a:t>status</a:t>
            </a:r>
            <a:r>
              <a:rPr lang="en-AU" sz="2400" b="1" spc="-95">
                <a:solidFill>
                  <a:srgbClr val="000000"/>
                </a:solidFill>
                <a:latin typeface="Arial"/>
                <a:cs typeface="Arial"/>
              </a:rPr>
              <a:t> </a:t>
            </a:r>
            <a:r>
              <a:rPr lang="en-AU" sz="2400" b="1">
                <a:solidFill>
                  <a:srgbClr val="000000"/>
                </a:solidFill>
                <a:latin typeface="Arial"/>
                <a:cs typeface="Arial"/>
              </a:rPr>
              <a:t>of</a:t>
            </a:r>
            <a:r>
              <a:rPr lang="en-AU" sz="2400" b="1" spc="-105">
                <a:solidFill>
                  <a:srgbClr val="000000"/>
                </a:solidFill>
                <a:latin typeface="Arial"/>
                <a:cs typeface="Arial"/>
              </a:rPr>
              <a:t> </a:t>
            </a:r>
            <a:r>
              <a:rPr lang="en-AU" sz="2400" b="1" spc="-10">
                <a:solidFill>
                  <a:srgbClr val="000000"/>
                </a:solidFill>
                <a:latin typeface="Arial"/>
                <a:cs typeface="Arial"/>
              </a:rPr>
              <a:t>work</a:t>
            </a:r>
            <a:r>
              <a:rPr lang="en-AU" sz="2400" spc="-10">
                <a:solidFill>
                  <a:srgbClr val="000000"/>
                </a:solidFill>
              </a:rPr>
              <a:t>, </a:t>
            </a:r>
            <a:r>
              <a:rPr lang="en-AU" sz="2400" b="1" spc="-120">
                <a:solidFill>
                  <a:srgbClr val="000000"/>
                </a:solidFill>
                <a:latin typeface="Arial"/>
                <a:cs typeface="Arial"/>
              </a:rPr>
              <a:t>design</a:t>
            </a:r>
            <a:r>
              <a:rPr lang="en-AU" sz="2400" b="1" spc="-85">
                <a:solidFill>
                  <a:srgbClr val="000000"/>
                </a:solidFill>
                <a:latin typeface="Arial"/>
                <a:cs typeface="Arial"/>
              </a:rPr>
              <a:t> </a:t>
            </a:r>
            <a:r>
              <a:rPr lang="en-AU" sz="2400" b="1" spc="-135">
                <a:solidFill>
                  <a:srgbClr val="000000"/>
                </a:solidFill>
                <a:latin typeface="Arial"/>
                <a:cs typeface="Arial"/>
              </a:rPr>
              <a:t>decisions</a:t>
            </a:r>
            <a:r>
              <a:rPr lang="en-AU" sz="2400" spc="-135">
                <a:solidFill>
                  <a:srgbClr val="000000"/>
                </a:solidFill>
              </a:rPr>
              <a:t>,</a:t>
            </a:r>
            <a:r>
              <a:rPr lang="en-AU" sz="2400" spc="-90">
                <a:solidFill>
                  <a:srgbClr val="000000"/>
                </a:solidFill>
              </a:rPr>
              <a:t> </a:t>
            </a:r>
            <a:r>
              <a:rPr lang="en-AU" sz="2400">
                <a:solidFill>
                  <a:srgbClr val="000000"/>
                </a:solidFill>
              </a:rPr>
              <a:t>and</a:t>
            </a:r>
            <a:r>
              <a:rPr lang="en-AU" sz="2400" spc="-110">
                <a:solidFill>
                  <a:srgbClr val="000000"/>
                </a:solidFill>
              </a:rPr>
              <a:t> </a:t>
            </a:r>
            <a:r>
              <a:rPr lang="en-AU" sz="2400" b="1" spc="-125">
                <a:solidFill>
                  <a:srgbClr val="000000"/>
                </a:solidFill>
                <a:latin typeface="Arial"/>
                <a:cs typeface="Arial"/>
              </a:rPr>
              <a:t>changes</a:t>
            </a:r>
            <a:r>
              <a:rPr lang="en-AU" sz="2400" b="1" spc="-110">
                <a:solidFill>
                  <a:srgbClr val="000000"/>
                </a:solidFill>
                <a:latin typeface="Arial"/>
                <a:cs typeface="Arial"/>
              </a:rPr>
              <a:t> </a:t>
            </a:r>
            <a:r>
              <a:rPr lang="en-AU" sz="2400" spc="90">
                <a:solidFill>
                  <a:srgbClr val="000000"/>
                </a:solidFill>
              </a:rPr>
              <a:t>to</a:t>
            </a:r>
            <a:r>
              <a:rPr lang="en-AU" sz="2400" spc="-90">
                <a:solidFill>
                  <a:srgbClr val="000000"/>
                </a:solidFill>
              </a:rPr>
              <a:t> </a:t>
            </a:r>
            <a:r>
              <a:rPr lang="en-AU" sz="2400">
                <a:solidFill>
                  <a:srgbClr val="000000"/>
                </a:solidFill>
              </a:rPr>
              <a:t>previous</a:t>
            </a:r>
            <a:r>
              <a:rPr lang="en-AU" sz="2400" spc="-85">
                <a:solidFill>
                  <a:srgbClr val="000000"/>
                </a:solidFill>
              </a:rPr>
              <a:t> </a:t>
            </a:r>
            <a:r>
              <a:rPr lang="en-AU" sz="2400" spc="-10">
                <a:solidFill>
                  <a:srgbClr val="000000"/>
                </a:solidFill>
              </a:rPr>
              <a:t>decisions</a:t>
            </a:r>
          </a:p>
          <a:p>
            <a:pPr marL="355600" marR="15875" indent="-342900">
              <a:lnSpc>
                <a:spcPct val="150100"/>
              </a:lnSpc>
              <a:spcBef>
                <a:spcPts val="690"/>
              </a:spcBef>
            </a:pPr>
            <a:r>
              <a:rPr lang="en-AU" sz="2400" spc="-50">
                <a:latin typeface="Arial"/>
                <a:cs typeface="Arial"/>
              </a:rPr>
              <a:t>Good</a:t>
            </a:r>
            <a:r>
              <a:rPr lang="en-AU" sz="2400" spc="-25">
                <a:latin typeface="Arial"/>
                <a:cs typeface="Arial"/>
              </a:rPr>
              <a:t> </a:t>
            </a:r>
            <a:r>
              <a:rPr lang="en-AU" sz="2400" b="1" spc="-120">
                <a:latin typeface="Arial"/>
                <a:cs typeface="Arial"/>
              </a:rPr>
              <a:t>communications</a:t>
            </a:r>
            <a:r>
              <a:rPr lang="en-AU" sz="2400" b="1">
                <a:latin typeface="Arial"/>
                <a:cs typeface="Arial"/>
              </a:rPr>
              <a:t> </a:t>
            </a:r>
            <a:r>
              <a:rPr lang="en-AU" sz="2400">
                <a:latin typeface="Arial"/>
                <a:cs typeface="Arial"/>
              </a:rPr>
              <a:t>also</a:t>
            </a:r>
            <a:r>
              <a:rPr lang="en-AU" sz="2400" spc="-20">
                <a:latin typeface="Arial"/>
                <a:cs typeface="Arial"/>
              </a:rPr>
              <a:t> </a:t>
            </a:r>
            <a:r>
              <a:rPr lang="en-AU" sz="2400">
                <a:latin typeface="Arial"/>
                <a:cs typeface="Arial"/>
              </a:rPr>
              <a:t>strengthens</a:t>
            </a:r>
            <a:r>
              <a:rPr lang="en-AU" sz="2400" spc="30">
                <a:latin typeface="Arial"/>
                <a:cs typeface="Arial"/>
              </a:rPr>
              <a:t> </a:t>
            </a:r>
            <a:r>
              <a:rPr lang="en-AU" sz="2400">
                <a:latin typeface="Arial"/>
                <a:cs typeface="Arial"/>
              </a:rPr>
              <a:t>team</a:t>
            </a:r>
            <a:r>
              <a:rPr lang="en-AU" sz="2400" spc="15">
                <a:latin typeface="Arial"/>
                <a:cs typeface="Arial"/>
              </a:rPr>
              <a:t> </a:t>
            </a:r>
            <a:r>
              <a:rPr lang="en-AU" sz="2400" b="1" spc="-55">
                <a:latin typeface="Arial"/>
                <a:cs typeface="Arial"/>
              </a:rPr>
              <a:t>cohesion </a:t>
            </a:r>
            <a:r>
              <a:rPr lang="en-AU" sz="2400">
                <a:latin typeface="Arial"/>
                <a:cs typeface="Arial"/>
              </a:rPr>
              <a:t>as</a:t>
            </a:r>
            <a:r>
              <a:rPr lang="en-AU" sz="2400" spc="5">
                <a:latin typeface="Arial"/>
                <a:cs typeface="Arial"/>
              </a:rPr>
              <a:t> </a:t>
            </a:r>
            <a:r>
              <a:rPr lang="en-AU" sz="2400" spc="110">
                <a:latin typeface="Arial"/>
                <a:cs typeface="Arial"/>
              </a:rPr>
              <a:t>it</a:t>
            </a:r>
            <a:r>
              <a:rPr lang="en-AU" sz="2400" spc="20">
                <a:latin typeface="Arial"/>
                <a:cs typeface="Arial"/>
              </a:rPr>
              <a:t> </a:t>
            </a:r>
            <a:r>
              <a:rPr lang="en-AU" sz="2400">
                <a:latin typeface="Arial"/>
                <a:cs typeface="Arial"/>
              </a:rPr>
              <a:t>promotes</a:t>
            </a:r>
            <a:r>
              <a:rPr lang="en-AU" sz="2400" spc="25">
                <a:latin typeface="Arial"/>
                <a:cs typeface="Arial"/>
              </a:rPr>
              <a:t> </a:t>
            </a:r>
            <a:r>
              <a:rPr lang="en-AU" sz="2400" spc="-10">
                <a:latin typeface="Arial"/>
                <a:cs typeface="Arial"/>
              </a:rPr>
              <a:t>understanding</a:t>
            </a:r>
            <a:endParaRPr lang="en-AU" sz="2400">
              <a:latin typeface="Arial"/>
              <a:cs typeface="Arial"/>
            </a:endParaRPr>
          </a:p>
          <a:p>
            <a:pPr marL="355600" marR="15875" indent="-342900">
              <a:lnSpc>
                <a:spcPct val="150100"/>
              </a:lnSpc>
              <a:spcBef>
                <a:spcPts val="690"/>
              </a:spcBef>
            </a:pPr>
            <a:endParaRPr lang="en-AU"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76</a:t>
            </a:fld>
            <a:endParaRPr spc="-25"/>
          </a:p>
        </p:txBody>
      </p:sp>
      <p:sp>
        <p:nvSpPr>
          <p:cNvPr id="3" name="object 3"/>
          <p:cNvSpPr txBox="1">
            <a:spLocks noGrp="1"/>
          </p:cNvSpPr>
          <p:nvPr>
            <p:ph type="title"/>
          </p:nvPr>
        </p:nvSpPr>
        <p:spPr>
          <a:xfrm>
            <a:off x="2324725" y="511106"/>
            <a:ext cx="75438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Team Communications</a:t>
            </a:r>
            <a:endParaRPr sz="4400"/>
          </a:p>
        </p:txBody>
      </p:sp>
    </p:spTree>
    <p:extLst>
      <p:ext uri="{BB962C8B-B14F-4D97-AF65-F5344CB8AC3E}">
        <p14:creationId xmlns:p14="http://schemas.microsoft.com/office/powerpoint/2010/main" val="234924944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07853" y="1111961"/>
            <a:ext cx="10975974" cy="4049827"/>
          </a:xfrm>
          <a:prstGeom prst="rect">
            <a:avLst/>
          </a:prstGeom>
        </p:spPr>
        <p:txBody>
          <a:bodyPr vert="horz" wrap="square" lIns="0" tIns="12700" rIns="0" bIns="0" rtlCol="0" anchor="t">
            <a:spAutoFit/>
          </a:bodyPr>
          <a:lstStyle/>
          <a:p>
            <a:pPr marL="355600" indent="-342900">
              <a:lnSpc>
                <a:spcPct val="100000"/>
              </a:lnSpc>
              <a:spcBef>
                <a:spcPts val="320"/>
              </a:spcBef>
              <a:buFont typeface="Arial"/>
              <a:buChar char="•"/>
            </a:pPr>
            <a:r>
              <a:rPr lang="en-AU" sz="2400">
                <a:latin typeface="Arial"/>
                <a:cs typeface="Arial"/>
              </a:rPr>
              <a:t>Team</a:t>
            </a:r>
            <a:r>
              <a:rPr lang="en-AU" sz="2400" spc="-140">
                <a:latin typeface="Arial"/>
                <a:cs typeface="Arial"/>
              </a:rPr>
              <a:t> </a:t>
            </a:r>
            <a:r>
              <a:rPr lang="en-AU" sz="2400" b="1" spc="-20">
                <a:latin typeface="Arial"/>
                <a:cs typeface="Arial"/>
              </a:rPr>
              <a:t>size</a:t>
            </a:r>
            <a:endParaRPr lang="en-AU" sz="2400" b="1">
              <a:latin typeface="Arial"/>
              <a:cs typeface="Arial"/>
            </a:endParaRPr>
          </a:p>
          <a:p>
            <a:pPr marL="812165" marR="559435" indent="-342900">
              <a:lnSpc>
                <a:spcPts val="2810"/>
              </a:lnSpc>
              <a:spcBef>
                <a:spcPts val="625"/>
              </a:spcBef>
              <a:buFont typeface="Arial"/>
              <a:buChar char="•"/>
            </a:pPr>
            <a:r>
              <a:rPr lang="en-AU" sz="2400" spc="-25">
                <a:latin typeface="Arial"/>
                <a:cs typeface="Arial"/>
              </a:rPr>
              <a:t>The</a:t>
            </a:r>
            <a:r>
              <a:rPr lang="en-AU" sz="2400" spc="-95">
                <a:latin typeface="Arial"/>
                <a:cs typeface="Arial"/>
              </a:rPr>
              <a:t> </a:t>
            </a:r>
            <a:r>
              <a:rPr lang="en-AU" sz="2400">
                <a:latin typeface="Arial"/>
                <a:cs typeface="Arial"/>
              </a:rPr>
              <a:t>larger</a:t>
            </a:r>
            <a:r>
              <a:rPr lang="en-AU" sz="2400" spc="-125">
                <a:latin typeface="Arial"/>
                <a:cs typeface="Arial"/>
              </a:rPr>
              <a:t> </a:t>
            </a:r>
            <a:r>
              <a:rPr lang="en-AU" sz="2400">
                <a:latin typeface="Arial"/>
                <a:cs typeface="Arial"/>
              </a:rPr>
              <a:t>the</a:t>
            </a:r>
            <a:r>
              <a:rPr lang="en-AU" sz="2400" spc="-105">
                <a:latin typeface="Arial"/>
                <a:cs typeface="Arial"/>
              </a:rPr>
              <a:t> </a:t>
            </a:r>
            <a:r>
              <a:rPr lang="en-AU" sz="2400" spc="-20">
                <a:latin typeface="Arial"/>
                <a:cs typeface="Arial"/>
              </a:rPr>
              <a:t>group,</a:t>
            </a:r>
            <a:r>
              <a:rPr lang="en-AU" sz="2400" spc="-100">
                <a:latin typeface="Arial"/>
                <a:cs typeface="Arial"/>
              </a:rPr>
              <a:t> </a:t>
            </a:r>
            <a:r>
              <a:rPr lang="en-AU" sz="2400">
                <a:latin typeface="Arial"/>
                <a:cs typeface="Arial"/>
              </a:rPr>
              <a:t>the</a:t>
            </a:r>
            <a:r>
              <a:rPr lang="en-AU" sz="2400" spc="-90">
                <a:latin typeface="Arial"/>
                <a:cs typeface="Arial"/>
              </a:rPr>
              <a:t> </a:t>
            </a:r>
            <a:r>
              <a:rPr lang="en-AU" sz="2400" spc="-20">
                <a:latin typeface="Arial"/>
                <a:cs typeface="Arial"/>
              </a:rPr>
              <a:t>harder</a:t>
            </a:r>
            <a:r>
              <a:rPr lang="en-AU" sz="2400" spc="-114">
                <a:latin typeface="Arial"/>
                <a:cs typeface="Arial"/>
              </a:rPr>
              <a:t> </a:t>
            </a:r>
            <a:r>
              <a:rPr lang="en-AU" sz="2400" spc="90">
                <a:latin typeface="Arial"/>
                <a:cs typeface="Arial"/>
              </a:rPr>
              <a:t>it</a:t>
            </a:r>
            <a:r>
              <a:rPr lang="en-AU" sz="2400" spc="-105">
                <a:latin typeface="Arial"/>
                <a:cs typeface="Arial"/>
              </a:rPr>
              <a:t> </a:t>
            </a:r>
            <a:r>
              <a:rPr lang="en-AU" sz="2400">
                <a:latin typeface="Arial"/>
                <a:cs typeface="Arial"/>
              </a:rPr>
              <a:t>is</a:t>
            </a:r>
            <a:r>
              <a:rPr lang="en-AU" sz="2400" spc="-114">
                <a:latin typeface="Arial"/>
                <a:cs typeface="Arial"/>
              </a:rPr>
              <a:t> </a:t>
            </a:r>
            <a:r>
              <a:rPr lang="en-AU" sz="2400" spc="65">
                <a:latin typeface="Arial"/>
                <a:cs typeface="Arial"/>
              </a:rPr>
              <a:t>for</a:t>
            </a:r>
            <a:r>
              <a:rPr lang="en-AU" sz="2400" spc="-105">
                <a:latin typeface="Arial"/>
                <a:cs typeface="Arial"/>
              </a:rPr>
              <a:t> </a:t>
            </a:r>
            <a:r>
              <a:rPr lang="en-AU" sz="2400">
                <a:latin typeface="Arial"/>
                <a:cs typeface="Arial"/>
              </a:rPr>
              <a:t>people</a:t>
            </a:r>
            <a:r>
              <a:rPr lang="en-AU" sz="2400" spc="-100">
                <a:latin typeface="Arial"/>
                <a:cs typeface="Arial"/>
              </a:rPr>
              <a:t> </a:t>
            </a:r>
            <a:r>
              <a:rPr lang="en-AU" sz="2400" spc="70">
                <a:latin typeface="Arial"/>
                <a:cs typeface="Arial"/>
              </a:rPr>
              <a:t>to</a:t>
            </a:r>
            <a:r>
              <a:rPr lang="en-AU" sz="2400" spc="-105">
                <a:latin typeface="Arial"/>
                <a:cs typeface="Arial"/>
              </a:rPr>
              <a:t> </a:t>
            </a:r>
            <a:r>
              <a:rPr lang="en-AU" sz="2400" spc="-10">
                <a:latin typeface="Arial"/>
                <a:cs typeface="Arial"/>
              </a:rPr>
              <a:t>communicate </a:t>
            </a:r>
            <a:r>
              <a:rPr lang="en-AU" sz="2400" spc="55">
                <a:latin typeface="Arial"/>
                <a:cs typeface="Arial"/>
              </a:rPr>
              <a:t>with</a:t>
            </a:r>
            <a:r>
              <a:rPr lang="en-AU" sz="2400" spc="-95">
                <a:latin typeface="Arial"/>
                <a:cs typeface="Arial"/>
              </a:rPr>
              <a:t> </a:t>
            </a:r>
            <a:r>
              <a:rPr lang="en-AU" sz="2400">
                <a:latin typeface="Arial"/>
                <a:cs typeface="Arial"/>
              </a:rPr>
              <a:t>other</a:t>
            </a:r>
            <a:r>
              <a:rPr lang="en-AU" sz="2400" spc="-85">
                <a:latin typeface="Arial"/>
                <a:cs typeface="Arial"/>
              </a:rPr>
              <a:t> </a:t>
            </a:r>
            <a:r>
              <a:rPr lang="en-AU" sz="2400">
                <a:latin typeface="Arial"/>
                <a:cs typeface="Arial"/>
              </a:rPr>
              <a:t>group</a:t>
            </a:r>
            <a:r>
              <a:rPr lang="en-AU" sz="2400" spc="-80">
                <a:latin typeface="Arial"/>
                <a:cs typeface="Arial"/>
              </a:rPr>
              <a:t> </a:t>
            </a:r>
            <a:r>
              <a:rPr lang="en-AU" sz="2400" spc="-10">
                <a:latin typeface="Arial"/>
                <a:cs typeface="Arial"/>
              </a:rPr>
              <a:t>members</a:t>
            </a:r>
            <a:endParaRPr lang="en-AU" sz="2400">
              <a:latin typeface="Arial"/>
              <a:cs typeface="Arial"/>
            </a:endParaRPr>
          </a:p>
          <a:p>
            <a:pPr marL="355600" indent="-342900">
              <a:lnSpc>
                <a:spcPct val="100000"/>
              </a:lnSpc>
              <a:spcBef>
                <a:spcPts val="415"/>
              </a:spcBef>
              <a:buFont typeface="Arial"/>
              <a:buChar char="•"/>
            </a:pPr>
            <a:r>
              <a:rPr lang="en-AU" sz="2400">
                <a:latin typeface="Arial"/>
                <a:cs typeface="Arial"/>
              </a:rPr>
              <a:t>Team</a:t>
            </a:r>
            <a:r>
              <a:rPr lang="en-AU" sz="2400" spc="-140">
                <a:latin typeface="Arial"/>
                <a:cs typeface="Arial"/>
              </a:rPr>
              <a:t> </a:t>
            </a:r>
            <a:r>
              <a:rPr lang="en-AU" sz="2400" b="1" spc="-10">
                <a:latin typeface="Arial"/>
                <a:cs typeface="Arial"/>
              </a:rPr>
              <a:t>structure</a:t>
            </a:r>
            <a:endParaRPr lang="en-AU" sz="2400" b="1">
              <a:latin typeface="Arial"/>
              <a:cs typeface="Arial"/>
            </a:endParaRPr>
          </a:p>
          <a:p>
            <a:pPr marL="812165" marR="539115" indent="-342900">
              <a:lnSpc>
                <a:spcPts val="2810"/>
              </a:lnSpc>
              <a:spcBef>
                <a:spcPts val="615"/>
              </a:spcBef>
              <a:buFont typeface="Arial"/>
              <a:buChar char="•"/>
            </a:pPr>
            <a:r>
              <a:rPr lang="en-AU" sz="2400">
                <a:latin typeface="Arial"/>
                <a:cs typeface="Arial"/>
              </a:rPr>
              <a:t>Communication</a:t>
            </a:r>
            <a:r>
              <a:rPr lang="en-AU" sz="2400" spc="5">
                <a:latin typeface="Arial"/>
                <a:cs typeface="Arial"/>
              </a:rPr>
              <a:t> </a:t>
            </a:r>
            <a:r>
              <a:rPr lang="en-AU" sz="2400">
                <a:latin typeface="Arial"/>
                <a:cs typeface="Arial"/>
              </a:rPr>
              <a:t>is</a:t>
            </a:r>
            <a:r>
              <a:rPr lang="en-AU" sz="2400" spc="55">
                <a:latin typeface="Arial"/>
                <a:cs typeface="Arial"/>
              </a:rPr>
              <a:t> </a:t>
            </a:r>
            <a:r>
              <a:rPr lang="en-AU" sz="2400">
                <a:latin typeface="Arial"/>
                <a:cs typeface="Arial"/>
              </a:rPr>
              <a:t>better</a:t>
            </a:r>
            <a:r>
              <a:rPr lang="en-AU" sz="2400" spc="50">
                <a:latin typeface="Arial"/>
                <a:cs typeface="Arial"/>
              </a:rPr>
              <a:t> </a:t>
            </a:r>
            <a:r>
              <a:rPr lang="en-AU" sz="2400">
                <a:latin typeface="Arial"/>
                <a:cs typeface="Arial"/>
              </a:rPr>
              <a:t>in</a:t>
            </a:r>
            <a:r>
              <a:rPr lang="en-AU" sz="2400" spc="55">
                <a:latin typeface="Arial"/>
                <a:cs typeface="Arial"/>
              </a:rPr>
              <a:t> </a:t>
            </a:r>
            <a:r>
              <a:rPr lang="en-AU" sz="2400">
                <a:latin typeface="Arial"/>
                <a:cs typeface="Arial"/>
              </a:rPr>
              <a:t>informally structured</a:t>
            </a:r>
            <a:r>
              <a:rPr lang="en-AU" sz="2400" spc="35">
                <a:latin typeface="Arial"/>
                <a:cs typeface="Arial"/>
              </a:rPr>
              <a:t> </a:t>
            </a:r>
            <a:r>
              <a:rPr lang="en-AU" sz="2400">
                <a:latin typeface="Arial"/>
                <a:cs typeface="Arial"/>
              </a:rPr>
              <a:t>groups</a:t>
            </a:r>
            <a:r>
              <a:rPr lang="en-AU" sz="2400" spc="55">
                <a:latin typeface="Arial"/>
                <a:cs typeface="Arial"/>
              </a:rPr>
              <a:t> </a:t>
            </a:r>
            <a:r>
              <a:rPr lang="en-AU" sz="2400">
                <a:latin typeface="Arial"/>
                <a:cs typeface="Arial"/>
              </a:rPr>
              <a:t>than</a:t>
            </a:r>
            <a:r>
              <a:rPr lang="en-AU" sz="2400" spc="60">
                <a:latin typeface="Arial"/>
                <a:cs typeface="Arial"/>
              </a:rPr>
              <a:t> </a:t>
            </a:r>
            <a:r>
              <a:rPr lang="en-AU" sz="2400" spc="-25">
                <a:latin typeface="Arial"/>
                <a:cs typeface="Arial"/>
              </a:rPr>
              <a:t>in </a:t>
            </a:r>
            <a:r>
              <a:rPr lang="en-AU" sz="2400">
                <a:latin typeface="Arial"/>
                <a:cs typeface="Arial"/>
              </a:rPr>
              <a:t>hierarchically</a:t>
            </a:r>
            <a:r>
              <a:rPr lang="en-AU" sz="2400" spc="20">
                <a:latin typeface="Arial"/>
                <a:cs typeface="Arial"/>
              </a:rPr>
              <a:t> </a:t>
            </a:r>
            <a:r>
              <a:rPr lang="en-AU" sz="2400">
                <a:latin typeface="Arial"/>
                <a:cs typeface="Arial"/>
              </a:rPr>
              <a:t>structured</a:t>
            </a:r>
            <a:r>
              <a:rPr lang="en-AU" sz="2400" spc="40">
                <a:latin typeface="Arial"/>
                <a:cs typeface="Arial"/>
              </a:rPr>
              <a:t> </a:t>
            </a:r>
            <a:r>
              <a:rPr lang="en-AU" sz="2400" spc="-10">
                <a:latin typeface="Arial"/>
                <a:cs typeface="Arial"/>
              </a:rPr>
              <a:t>groups</a:t>
            </a:r>
            <a:endParaRPr lang="en-AU" sz="2400">
              <a:latin typeface="Arial"/>
              <a:cs typeface="Arial"/>
            </a:endParaRPr>
          </a:p>
          <a:p>
            <a:pPr marL="355600" indent="-342900">
              <a:lnSpc>
                <a:spcPct val="100000"/>
              </a:lnSpc>
              <a:spcBef>
                <a:spcPts val="415"/>
              </a:spcBef>
              <a:buFont typeface="Arial"/>
              <a:buChar char="•"/>
            </a:pPr>
            <a:r>
              <a:rPr lang="en-AU" sz="2400">
                <a:latin typeface="Arial"/>
                <a:cs typeface="Arial"/>
              </a:rPr>
              <a:t>Team</a:t>
            </a:r>
            <a:r>
              <a:rPr lang="en-AU" sz="2400" spc="-140">
                <a:latin typeface="Arial"/>
                <a:cs typeface="Arial"/>
              </a:rPr>
              <a:t> </a:t>
            </a:r>
            <a:r>
              <a:rPr lang="en-AU" sz="2400" b="1" spc="-10">
                <a:latin typeface="Arial"/>
                <a:cs typeface="Arial"/>
              </a:rPr>
              <a:t>composition</a:t>
            </a:r>
            <a:endParaRPr lang="en-AU" sz="2400" b="1">
              <a:latin typeface="Arial"/>
              <a:cs typeface="Arial"/>
            </a:endParaRPr>
          </a:p>
          <a:p>
            <a:pPr marL="812800" indent="-342900">
              <a:lnSpc>
                <a:spcPct val="100000"/>
              </a:lnSpc>
              <a:spcBef>
                <a:spcPts val="275"/>
              </a:spcBef>
              <a:buFont typeface="Arial"/>
              <a:buChar char="•"/>
            </a:pPr>
            <a:r>
              <a:rPr lang="en-AU" sz="2400">
                <a:latin typeface="Arial"/>
                <a:cs typeface="Arial"/>
              </a:rPr>
              <a:t>Communication</a:t>
            </a:r>
            <a:r>
              <a:rPr lang="en-AU" sz="2400" spc="-45">
                <a:latin typeface="Arial"/>
                <a:cs typeface="Arial"/>
              </a:rPr>
              <a:t> </a:t>
            </a:r>
            <a:r>
              <a:rPr lang="en-AU" sz="2400">
                <a:latin typeface="Arial"/>
                <a:cs typeface="Arial"/>
              </a:rPr>
              <a:t>is better when</a:t>
            </a:r>
            <a:r>
              <a:rPr lang="en-AU" sz="2400" spc="5">
                <a:latin typeface="Arial"/>
                <a:cs typeface="Arial"/>
              </a:rPr>
              <a:t> </a:t>
            </a:r>
            <a:r>
              <a:rPr lang="en-AU" sz="2400">
                <a:latin typeface="Arial"/>
                <a:cs typeface="Arial"/>
              </a:rPr>
              <a:t>there</a:t>
            </a:r>
            <a:r>
              <a:rPr lang="en-AU" sz="2400" spc="-5">
                <a:latin typeface="Arial"/>
                <a:cs typeface="Arial"/>
              </a:rPr>
              <a:t> </a:t>
            </a:r>
            <a:r>
              <a:rPr lang="en-AU" sz="2400" spc="-20">
                <a:latin typeface="Arial"/>
                <a:cs typeface="Arial"/>
              </a:rPr>
              <a:t>are</a:t>
            </a:r>
            <a:r>
              <a:rPr lang="en-AU" sz="2400" spc="-10">
                <a:latin typeface="Arial"/>
                <a:cs typeface="Arial"/>
              </a:rPr>
              <a:t> </a:t>
            </a:r>
            <a:r>
              <a:rPr lang="en-AU" sz="2400">
                <a:latin typeface="Arial"/>
                <a:cs typeface="Arial"/>
              </a:rPr>
              <a:t>different</a:t>
            </a:r>
            <a:r>
              <a:rPr lang="en-AU" sz="2400" spc="-15">
                <a:latin typeface="Arial"/>
                <a:cs typeface="Arial"/>
              </a:rPr>
              <a:t> </a:t>
            </a:r>
            <a:r>
              <a:rPr lang="en-AU" sz="2400">
                <a:latin typeface="Arial"/>
                <a:cs typeface="Arial"/>
              </a:rPr>
              <a:t>personality</a:t>
            </a:r>
            <a:r>
              <a:rPr lang="en-AU" sz="2400" spc="-35">
                <a:latin typeface="Arial"/>
                <a:cs typeface="Arial"/>
              </a:rPr>
              <a:t> </a:t>
            </a:r>
            <a:r>
              <a:rPr lang="en-AU" sz="2400" spc="-10">
                <a:latin typeface="Arial"/>
                <a:cs typeface="Arial"/>
              </a:rPr>
              <a:t>types</a:t>
            </a:r>
            <a:endParaRPr lang="en-AU" sz="2400">
              <a:latin typeface="Arial"/>
              <a:cs typeface="Arial"/>
            </a:endParaRPr>
          </a:p>
          <a:p>
            <a:pPr marL="355600" indent="-342900">
              <a:lnSpc>
                <a:spcPct val="100000"/>
              </a:lnSpc>
              <a:spcBef>
                <a:spcPts val="445"/>
              </a:spcBef>
              <a:buFont typeface="Arial"/>
              <a:buChar char="•"/>
            </a:pPr>
            <a:r>
              <a:rPr lang="en-AU" sz="2400" spc="-20">
                <a:latin typeface="Arial"/>
                <a:cs typeface="Arial"/>
              </a:rPr>
              <a:t>The</a:t>
            </a:r>
            <a:r>
              <a:rPr lang="en-AU" sz="2400" spc="-40">
                <a:latin typeface="Arial"/>
                <a:cs typeface="Arial"/>
              </a:rPr>
              <a:t> </a:t>
            </a:r>
            <a:r>
              <a:rPr lang="en-AU" sz="2400" b="1">
                <a:latin typeface="Arial"/>
                <a:cs typeface="Arial"/>
              </a:rPr>
              <a:t>physical</a:t>
            </a:r>
            <a:r>
              <a:rPr lang="en-AU" sz="2400" b="1" spc="-25">
                <a:latin typeface="Arial"/>
                <a:cs typeface="Arial"/>
              </a:rPr>
              <a:t> </a:t>
            </a:r>
            <a:r>
              <a:rPr lang="en-AU" sz="2400" b="1">
                <a:latin typeface="Arial"/>
                <a:cs typeface="Arial"/>
              </a:rPr>
              <a:t>work</a:t>
            </a:r>
            <a:r>
              <a:rPr lang="en-AU" sz="2400" b="1" spc="-35">
                <a:latin typeface="Arial"/>
                <a:cs typeface="Arial"/>
              </a:rPr>
              <a:t> </a:t>
            </a:r>
            <a:r>
              <a:rPr lang="en-AU" sz="2400" b="1" spc="-10">
                <a:latin typeface="Arial"/>
                <a:cs typeface="Arial"/>
              </a:rPr>
              <a:t>environment</a:t>
            </a:r>
            <a:endParaRPr lang="en-AU" sz="2400" b="1">
              <a:latin typeface="Arial"/>
              <a:cs typeface="Arial"/>
            </a:endParaRPr>
          </a:p>
          <a:p>
            <a:pPr marL="812800" indent="-342900">
              <a:lnSpc>
                <a:spcPct val="100000"/>
              </a:lnSpc>
              <a:spcBef>
                <a:spcPts val="275"/>
              </a:spcBef>
              <a:buFont typeface="Arial"/>
              <a:buChar char="•"/>
            </a:pPr>
            <a:r>
              <a:rPr lang="en-AU" sz="2400" spc="-35">
                <a:latin typeface="Arial"/>
                <a:cs typeface="Arial"/>
              </a:rPr>
              <a:t>Good</a:t>
            </a:r>
            <a:r>
              <a:rPr lang="en-AU" sz="2400" spc="-50">
                <a:latin typeface="Arial"/>
                <a:cs typeface="Arial"/>
              </a:rPr>
              <a:t> </a:t>
            </a:r>
            <a:r>
              <a:rPr lang="en-AU" sz="2400">
                <a:latin typeface="Arial"/>
                <a:cs typeface="Arial"/>
              </a:rPr>
              <a:t>workplace</a:t>
            </a:r>
            <a:r>
              <a:rPr lang="en-AU" sz="2400" spc="-75">
                <a:latin typeface="Arial"/>
                <a:cs typeface="Arial"/>
              </a:rPr>
              <a:t> </a:t>
            </a:r>
            <a:r>
              <a:rPr lang="en-AU" sz="2400">
                <a:latin typeface="Arial"/>
                <a:cs typeface="Arial"/>
              </a:rPr>
              <a:t>organisation</a:t>
            </a:r>
            <a:r>
              <a:rPr lang="en-AU" sz="2400" spc="-70">
                <a:latin typeface="Arial"/>
                <a:cs typeface="Arial"/>
              </a:rPr>
              <a:t> </a:t>
            </a:r>
            <a:r>
              <a:rPr lang="en-AU" sz="2400">
                <a:latin typeface="Arial"/>
                <a:cs typeface="Arial"/>
              </a:rPr>
              <a:t>can</a:t>
            </a:r>
            <a:r>
              <a:rPr lang="en-AU" sz="2400" spc="-45">
                <a:latin typeface="Arial"/>
                <a:cs typeface="Arial"/>
              </a:rPr>
              <a:t> </a:t>
            </a:r>
            <a:r>
              <a:rPr lang="en-AU" sz="2400">
                <a:latin typeface="Arial"/>
                <a:cs typeface="Arial"/>
              </a:rPr>
              <a:t>help</a:t>
            </a:r>
            <a:r>
              <a:rPr lang="en-AU" sz="2400" spc="-60">
                <a:latin typeface="Arial"/>
                <a:cs typeface="Arial"/>
              </a:rPr>
              <a:t> </a:t>
            </a:r>
            <a:r>
              <a:rPr lang="en-AU" sz="2400" spc="-20">
                <a:latin typeface="Arial"/>
                <a:cs typeface="Arial"/>
              </a:rPr>
              <a:t>encourage</a:t>
            </a:r>
            <a:r>
              <a:rPr lang="en-AU" sz="2400" spc="-65">
                <a:latin typeface="Arial"/>
                <a:cs typeface="Arial"/>
              </a:rPr>
              <a:t> </a:t>
            </a:r>
            <a:r>
              <a:rPr lang="en-AU" sz="2400" spc="-10">
                <a:latin typeface="Arial"/>
                <a:cs typeface="Arial"/>
              </a:rPr>
              <a:t>communications</a:t>
            </a:r>
            <a:endParaRPr lang="en-AU"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77</a:t>
            </a:fld>
            <a:endParaRPr spc="-25"/>
          </a:p>
        </p:txBody>
      </p:sp>
      <p:sp>
        <p:nvSpPr>
          <p:cNvPr id="3" name="object 3"/>
          <p:cNvSpPr txBox="1">
            <a:spLocks noGrp="1"/>
          </p:cNvSpPr>
          <p:nvPr>
            <p:ph type="title"/>
          </p:nvPr>
        </p:nvSpPr>
        <p:spPr>
          <a:xfrm>
            <a:off x="2324725" y="261270"/>
            <a:ext cx="75438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Team Communications</a:t>
            </a:r>
            <a:endParaRPr sz="4400"/>
          </a:p>
        </p:txBody>
      </p:sp>
    </p:spTree>
    <p:extLst>
      <p:ext uri="{BB962C8B-B14F-4D97-AF65-F5344CB8AC3E}">
        <p14:creationId xmlns:p14="http://schemas.microsoft.com/office/powerpoint/2010/main" val="20764160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20279" y="1524190"/>
            <a:ext cx="10975974" cy="3320909"/>
          </a:xfrm>
          <a:prstGeom prst="rect">
            <a:avLst/>
          </a:prstGeom>
        </p:spPr>
        <p:txBody>
          <a:bodyPr vert="horz" wrap="square" lIns="0" tIns="12700" rIns="0" bIns="0" rtlCol="0" anchor="t">
            <a:spAutoFit/>
          </a:bodyPr>
          <a:lstStyle/>
          <a:p>
            <a:pPr marL="239395" marR="5080" indent="-226695" algn="l">
              <a:lnSpc>
                <a:spcPct val="90100"/>
              </a:lnSpc>
              <a:spcBef>
                <a:spcPts val="385"/>
              </a:spcBef>
              <a:buFont typeface="Arial"/>
              <a:buChar char="•"/>
              <a:tabLst>
                <a:tab pos="240665" algn="l"/>
              </a:tabLst>
            </a:pPr>
            <a:r>
              <a:rPr lang="en-AU" sz="2400" b="1">
                <a:latin typeface="Arial"/>
                <a:cs typeface="Arial"/>
              </a:rPr>
              <a:t>Conflict</a:t>
            </a:r>
            <a:r>
              <a:rPr lang="en-AU" sz="2400" b="1" spc="20">
                <a:latin typeface="Arial"/>
                <a:cs typeface="Arial"/>
              </a:rPr>
              <a:t> </a:t>
            </a:r>
            <a:r>
              <a:rPr lang="en-AU" sz="2400">
                <a:latin typeface="Arial"/>
                <a:cs typeface="Arial"/>
              </a:rPr>
              <a:t>is</a:t>
            </a:r>
            <a:r>
              <a:rPr lang="en-AU" sz="2400" spc="-10">
                <a:latin typeface="Arial"/>
                <a:cs typeface="Arial"/>
              </a:rPr>
              <a:t> </a:t>
            </a:r>
            <a:r>
              <a:rPr lang="en-AU" sz="2400">
                <a:latin typeface="Arial"/>
                <a:cs typeface="Arial"/>
              </a:rPr>
              <a:t>a</a:t>
            </a:r>
            <a:r>
              <a:rPr lang="en-AU" sz="2400" spc="-20">
                <a:latin typeface="Arial"/>
                <a:cs typeface="Arial"/>
              </a:rPr>
              <a:t> </a:t>
            </a:r>
            <a:r>
              <a:rPr lang="en-AU" sz="2400" spc="65">
                <a:latin typeface="Arial"/>
                <a:cs typeface="Arial"/>
              </a:rPr>
              <a:t>form</a:t>
            </a:r>
            <a:r>
              <a:rPr lang="en-AU" sz="2400" spc="5">
                <a:latin typeface="Arial"/>
                <a:cs typeface="Arial"/>
              </a:rPr>
              <a:t> </a:t>
            </a:r>
            <a:r>
              <a:rPr lang="en-AU" sz="2400" spc="95">
                <a:latin typeface="Arial"/>
                <a:cs typeface="Arial"/>
              </a:rPr>
              <a:t>of</a:t>
            </a:r>
            <a:r>
              <a:rPr lang="en-AU" sz="2400" spc="5">
                <a:latin typeface="Arial"/>
                <a:cs typeface="Arial"/>
              </a:rPr>
              <a:t> </a:t>
            </a:r>
            <a:r>
              <a:rPr lang="en-AU" sz="2400">
                <a:latin typeface="Arial"/>
                <a:cs typeface="Arial"/>
              </a:rPr>
              <a:t>relating</a:t>
            </a:r>
            <a:r>
              <a:rPr lang="en-AU" sz="2400" spc="-15">
                <a:latin typeface="Arial"/>
                <a:cs typeface="Arial"/>
              </a:rPr>
              <a:t> </a:t>
            </a:r>
            <a:r>
              <a:rPr lang="en-AU" sz="2400">
                <a:latin typeface="Arial"/>
                <a:cs typeface="Arial"/>
              </a:rPr>
              <a:t>or</a:t>
            </a:r>
            <a:r>
              <a:rPr lang="en-AU" sz="2400" spc="5">
                <a:latin typeface="Arial"/>
                <a:cs typeface="Arial"/>
              </a:rPr>
              <a:t> </a:t>
            </a:r>
            <a:r>
              <a:rPr lang="en-AU" sz="2400">
                <a:latin typeface="Arial"/>
                <a:cs typeface="Arial"/>
              </a:rPr>
              <a:t>interacting</a:t>
            </a:r>
            <a:r>
              <a:rPr lang="en-AU" sz="2400" spc="5">
                <a:latin typeface="Arial"/>
                <a:cs typeface="Arial"/>
              </a:rPr>
              <a:t> </a:t>
            </a:r>
            <a:r>
              <a:rPr lang="en-AU" sz="2400" spc="-10">
                <a:latin typeface="Arial"/>
                <a:cs typeface="Arial"/>
              </a:rPr>
              <a:t>where </a:t>
            </a:r>
            <a:r>
              <a:rPr lang="en-AU" sz="2400">
                <a:latin typeface="Arial"/>
                <a:cs typeface="Arial"/>
              </a:rPr>
              <a:t>we find</a:t>
            </a:r>
            <a:r>
              <a:rPr lang="en-AU" sz="2400" spc="-15">
                <a:latin typeface="Arial"/>
                <a:cs typeface="Arial"/>
              </a:rPr>
              <a:t> </a:t>
            </a:r>
            <a:r>
              <a:rPr lang="en-AU" sz="2400" spc="-10">
                <a:latin typeface="Arial"/>
                <a:cs typeface="Arial"/>
              </a:rPr>
              <a:t>ourselves </a:t>
            </a:r>
            <a:r>
              <a:rPr lang="en-AU" sz="2400">
                <a:latin typeface="Arial"/>
                <a:cs typeface="Arial"/>
              </a:rPr>
              <a:t>(either</a:t>
            </a:r>
            <a:r>
              <a:rPr lang="en-AU" sz="2400" spc="-40">
                <a:latin typeface="Arial"/>
                <a:cs typeface="Arial"/>
              </a:rPr>
              <a:t> </a:t>
            </a:r>
            <a:r>
              <a:rPr lang="en-AU" sz="2400">
                <a:latin typeface="Arial"/>
                <a:cs typeface="Arial"/>
              </a:rPr>
              <a:t>as</a:t>
            </a:r>
            <a:r>
              <a:rPr lang="en-AU" sz="2400" spc="-65">
                <a:latin typeface="Arial"/>
                <a:cs typeface="Arial"/>
              </a:rPr>
              <a:t> </a:t>
            </a:r>
            <a:r>
              <a:rPr lang="en-AU" sz="2400">
                <a:latin typeface="Arial"/>
                <a:cs typeface="Arial"/>
              </a:rPr>
              <a:t>individual</a:t>
            </a:r>
            <a:r>
              <a:rPr lang="en-AU" sz="2400" spc="-65">
                <a:latin typeface="Arial"/>
                <a:cs typeface="Arial"/>
              </a:rPr>
              <a:t> </a:t>
            </a:r>
            <a:r>
              <a:rPr lang="en-AU" sz="2400">
                <a:latin typeface="Arial"/>
                <a:cs typeface="Arial"/>
              </a:rPr>
              <a:t>or</a:t>
            </a:r>
            <a:r>
              <a:rPr lang="en-AU" sz="2400" spc="-45">
                <a:latin typeface="Arial"/>
                <a:cs typeface="Arial"/>
              </a:rPr>
              <a:t> </a:t>
            </a:r>
            <a:r>
              <a:rPr lang="en-AU" sz="2400">
                <a:latin typeface="Arial"/>
                <a:cs typeface="Arial"/>
              </a:rPr>
              <a:t>groups)</a:t>
            </a:r>
            <a:r>
              <a:rPr lang="en-AU" sz="2400" spc="-45">
                <a:latin typeface="Arial"/>
                <a:cs typeface="Arial"/>
              </a:rPr>
              <a:t> </a:t>
            </a:r>
            <a:r>
              <a:rPr lang="en-AU" sz="2400">
                <a:latin typeface="Arial"/>
                <a:cs typeface="Arial"/>
              </a:rPr>
              <a:t>under</a:t>
            </a:r>
            <a:r>
              <a:rPr lang="en-AU" sz="2400" spc="-45">
                <a:latin typeface="Arial"/>
                <a:cs typeface="Arial"/>
              </a:rPr>
              <a:t> </a:t>
            </a:r>
            <a:r>
              <a:rPr lang="en-AU" sz="2400">
                <a:latin typeface="Arial"/>
                <a:cs typeface="Arial"/>
              </a:rPr>
              <a:t>some</a:t>
            </a:r>
            <a:r>
              <a:rPr lang="en-AU" sz="2400" spc="-70">
                <a:latin typeface="Arial"/>
                <a:cs typeface="Arial"/>
              </a:rPr>
              <a:t> </a:t>
            </a:r>
            <a:r>
              <a:rPr lang="en-AU" sz="2400" spc="50">
                <a:latin typeface="Arial"/>
                <a:cs typeface="Arial"/>
              </a:rPr>
              <a:t>sort</a:t>
            </a:r>
            <a:r>
              <a:rPr lang="en-AU" sz="2400" spc="-35">
                <a:latin typeface="Arial"/>
                <a:cs typeface="Arial"/>
              </a:rPr>
              <a:t> </a:t>
            </a:r>
            <a:r>
              <a:rPr lang="en-AU" sz="2400" spc="95">
                <a:latin typeface="Arial"/>
                <a:cs typeface="Arial"/>
              </a:rPr>
              <a:t>of</a:t>
            </a:r>
            <a:r>
              <a:rPr lang="en-AU" sz="2400" spc="-40">
                <a:latin typeface="Arial"/>
                <a:cs typeface="Arial"/>
              </a:rPr>
              <a:t> </a:t>
            </a:r>
            <a:r>
              <a:rPr lang="en-AU" sz="2400" b="1" spc="-10">
                <a:latin typeface="Arial"/>
                <a:cs typeface="Arial"/>
              </a:rPr>
              <a:t>perceived </a:t>
            </a:r>
            <a:r>
              <a:rPr lang="en-AU" sz="2400" b="1" spc="-35">
                <a:latin typeface="Arial"/>
                <a:cs typeface="Arial"/>
              </a:rPr>
              <a:t>threat</a:t>
            </a:r>
            <a:r>
              <a:rPr lang="en-AU" sz="2400" b="1" spc="-80">
                <a:latin typeface="Arial"/>
                <a:cs typeface="Arial"/>
              </a:rPr>
              <a:t> </a:t>
            </a:r>
            <a:r>
              <a:rPr lang="en-AU" sz="2400" spc="65">
                <a:latin typeface="Arial"/>
                <a:cs typeface="Arial"/>
              </a:rPr>
              <a:t>to</a:t>
            </a:r>
            <a:r>
              <a:rPr lang="en-AU" sz="2400" spc="-65">
                <a:latin typeface="Arial"/>
                <a:cs typeface="Arial"/>
              </a:rPr>
              <a:t> </a:t>
            </a:r>
            <a:r>
              <a:rPr lang="en-AU" sz="2400">
                <a:latin typeface="Arial"/>
                <a:cs typeface="Arial"/>
              </a:rPr>
              <a:t>our</a:t>
            </a:r>
            <a:r>
              <a:rPr lang="en-AU" sz="2400" spc="-75">
                <a:latin typeface="Arial"/>
                <a:cs typeface="Arial"/>
              </a:rPr>
              <a:t> </a:t>
            </a:r>
            <a:r>
              <a:rPr lang="en-AU" sz="2400" b="1" spc="-100">
                <a:latin typeface="Arial"/>
                <a:cs typeface="Arial"/>
              </a:rPr>
              <a:t>persona</a:t>
            </a:r>
            <a:r>
              <a:rPr lang="en-AU" sz="2400" b="1" spc="-50">
                <a:latin typeface="Arial"/>
                <a:cs typeface="Arial"/>
              </a:rPr>
              <a:t> </a:t>
            </a:r>
            <a:r>
              <a:rPr lang="en-AU" sz="2400">
                <a:latin typeface="Arial"/>
                <a:cs typeface="Arial"/>
              </a:rPr>
              <a:t>or</a:t>
            </a:r>
            <a:r>
              <a:rPr lang="en-AU" sz="2400" spc="-75">
                <a:latin typeface="Arial"/>
                <a:cs typeface="Arial"/>
              </a:rPr>
              <a:t> </a:t>
            </a:r>
            <a:r>
              <a:rPr lang="en-AU" sz="2400" b="1" spc="-60">
                <a:latin typeface="Arial"/>
                <a:cs typeface="Arial"/>
              </a:rPr>
              <a:t>collective</a:t>
            </a:r>
            <a:r>
              <a:rPr lang="en-AU" sz="2400" b="1" spc="-55">
                <a:latin typeface="Arial"/>
                <a:cs typeface="Arial"/>
              </a:rPr>
              <a:t> </a:t>
            </a:r>
            <a:r>
              <a:rPr lang="en-AU" sz="2400" b="1" spc="-90">
                <a:latin typeface="Arial"/>
                <a:cs typeface="Arial"/>
              </a:rPr>
              <a:t>goals</a:t>
            </a:r>
            <a:r>
              <a:rPr lang="en-AU" sz="2400" b="1" spc="-65">
                <a:latin typeface="Arial"/>
                <a:cs typeface="Arial"/>
              </a:rPr>
              <a:t> </a:t>
            </a:r>
            <a:r>
              <a:rPr lang="en-AU" sz="2400">
                <a:latin typeface="Arial"/>
                <a:cs typeface="Arial"/>
              </a:rPr>
              <a:t>(</a:t>
            </a:r>
            <a:r>
              <a:rPr lang="en-AU" sz="2400" err="1">
                <a:latin typeface="Arial"/>
                <a:cs typeface="Arial"/>
              </a:rPr>
              <a:t>Condliffe</a:t>
            </a:r>
            <a:r>
              <a:rPr lang="en-AU" sz="2400" spc="-10">
                <a:latin typeface="Arial"/>
                <a:cs typeface="Arial"/>
              </a:rPr>
              <a:t>)</a:t>
            </a:r>
            <a:endParaRPr lang="en-AU" sz="2400">
              <a:latin typeface="Arial"/>
              <a:cs typeface="Arial"/>
            </a:endParaRPr>
          </a:p>
          <a:p>
            <a:pPr algn="l">
              <a:lnSpc>
                <a:spcPct val="100000"/>
              </a:lnSpc>
              <a:spcBef>
                <a:spcPts val="1545"/>
              </a:spcBef>
              <a:buFont typeface="Arial"/>
              <a:buChar char="•"/>
            </a:pPr>
            <a:endParaRPr lang="en-AU" sz="2400">
              <a:latin typeface="Arial"/>
              <a:cs typeface="Arial"/>
            </a:endParaRPr>
          </a:p>
          <a:p>
            <a:pPr marL="239395" indent="-226695" algn="l">
              <a:lnSpc>
                <a:spcPts val="2735"/>
              </a:lnSpc>
              <a:buChar char="•"/>
              <a:tabLst>
                <a:tab pos="240029" algn="l"/>
              </a:tabLst>
            </a:pPr>
            <a:r>
              <a:rPr lang="en-AU" sz="2400">
                <a:latin typeface="Arial"/>
                <a:cs typeface="Arial"/>
              </a:rPr>
              <a:t>According</a:t>
            </a:r>
            <a:r>
              <a:rPr lang="en-AU" sz="2400" spc="-20">
                <a:latin typeface="Arial"/>
                <a:cs typeface="Arial"/>
              </a:rPr>
              <a:t> </a:t>
            </a:r>
            <a:r>
              <a:rPr lang="en-AU" sz="2400" spc="65">
                <a:latin typeface="Arial"/>
                <a:cs typeface="Arial"/>
              </a:rPr>
              <a:t>to</a:t>
            </a:r>
            <a:r>
              <a:rPr lang="en-AU" sz="2400">
                <a:latin typeface="Arial"/>
                <a:cs typeface="Arial"/>
              </a:rPr>
              <a:t> </a:t>
            </a:r>
            <a:r>
              <a:rPr lang="en-AU" sz="2400" spc="-20">
                <a:latin typeface="Arial"/>
                <a:cs typeface="Arial"/>
              </a:rPr>
              <a:t>Davidson</a:t>
            </a:r>
            <a:r>
              <a:rPr lang="en-AU" sz="2400" spc="-30">
                <a:latin typeface="Arial"/>
                <a:cs typeface="Arial"/>
              </a:rPr>
              <a:t> </a:t>
            </a:r>
            <a:r>
              <a:rPr lang="en-AU" sz="2400">
                <a:latin typeface="Arial"/>
                <a:cs typeface="Arial"/>
              </a:rPr>
              <a:t>et</a:t>
            </a:r>
            <a:r>
              <a:rPr lang="en-AU" sz="2400" spc="-25">
                <a:latin typeface="Arial"/>
                <a:cs typeface="Arial"/>
              </a:rPr>
              <a:t> </a:t>
            </a:r>
            <a:r>
              <a:rPr lang="en-AU" sz="2400">
                <a:latin typeface="Arial"/>
                <a:cs typeface="Arial"/>
              </a:rPr>
              <a:t>al.</a:t>
            </a:r>
            <a:r>
              <a:rPr lang="en-AU" sz="2400" spc="-10">
                <a:latin typeface="Arial"/>
                <a:cs typeface="Arial"/>
              </a:rPr>
              <a:t> </a:t>
            </a:r>
            <a:r>
              <a:rPr lang="en-AU" sz="2400" spc="55">
                <a:latin typeface="Arial"/>
                <a:cs typeface="Arial"/>
              </a:rPr>
              <a:t>conflict</a:t>
            </a:r>
            <a:r>
              <a:rPr lang="en-AU" sz="2400" spc="20">
                <a:latin typeface="Arial"/>
                <a:cs typeface="Arial"/>
              </a:rPr>
              <a:t> </a:t>
            </a:r>
            <a:r>
              <a:rPr lang="en-AU" sz="2400">
                <a:latin typeface="Arial"/>
                <a:cs typeface="Arial"/>
              </a:rPr>
              <a:t>manifests</a:t>
            </a:r>
            <a:r>
              <a:rPr lang="en-AU" sz="2400" spc="5">
                <a:latin typeface="Arial"/>
                <a:cs typeface="Arial"/>
              </a:rPr>
              <a:t> </a:t>
            </a:r>
            <a:r>
              <a:rPr lang="en-AU" sz="2400" spc="50">
                <a:latin typeface="Arial"/>
                <a:cs typeface="Arial"/>
              </a:rPr>
              <a:t>itself</a:t>
            </a:r>
            <a:r>
              <a:rPr lang="en-AU" sz="2400" spc="-10">
                <a:latin typeface="Arial"/>
                <a:cs typeface="Arial"/>
              </a:rPr>
              <a:t> </a:t>
            </a:r>
            <a:r>
              <a:rPr lang="en-AU" sz="2400">
                <a:latin typeface="Arial"/>
                <a:cs typeface="Arial"/>
              </a:rPr>
              <a:t>in</a:t>
            </a:r>
            <a:r>
              <a:rPr lang="en-AU" sz="2400" spc="-10">
                <a:latin typeface="Arial"/>
                <a:cs typeface="Arial"/>
              </a:rPr>
              <a:t> </a:t>
            </a:r>
            <a:r>
              <a:rPr lang="en-AU" sz="2400" spc="-50">
                <a:latin typeface="Arial"/>
                <a:cs typeface="Arial"/>
              </a:rPr>
              <a:t>a </a:t>
            </a:r>
            <a:r>
              <a:rPr lang="en-AU" sz="2400">
                <a:latin typeface="Arial"/>
                <a:cs typeface="Arial"/>
              </a:rPr>
              <a:t>variety</a:t>
            </a:r>
            <a:r>
              <a:rPr lang="en-AU" sz="2400" spc="-110">
                <a:latin typeface="Arial"/>
                <a:cs typeface="Arial"/>
              </a:rPr>
              <a:t> </a:t>
            </a:r>
            <a:r>
              <a:rPr lang="en-AU" sz="2400" spc="95">
                <a:latin typeface="Arial"/>
                <a:cs typeface="Arial"/>
              </a:rPr>
              <a:t>of</a:t>
            </a:r>
            <a:r>
              <a:rPr lang="en-AU" sz="2400" spc="-105">
                <a:latin typeface="Arial"/>
                <a:cs typeface="Arial"/>
              </a:rPr>
              <a:t> </a:t>
            </a:r>
            <a:r>
              <a:rPr lang="en-AU" sz="2400" spc="-10">
                <a:latin typeface="Arial"/>
                <a:cs typeface="Arial"/>
              </a:rPr>
              <a:t>ways:</a:t>
            </a:r>
            <a:endParaRPr lang="en-AU" sz="2400">
              <a:latin typeface="Arial"/>
              <a:cs typeface="Arial"/>
            </a:endParaRPr>
          </a:p>
          <a:p>
            <a:pPr marL="697230" lvl="1" indent="-227965" algn="l">
              <a:lnSpc>
                <a:spcPct val="100000"/>
              </a:lnSpc>
              <a:spcBef>
                <a:spcPts val="1935"/>
              </a:spcBef>
              <a:buChar char="•"/>
              <a:tabLst>
                <a:tab pos="697230" algn="l"/>
              </a:tabLst>
            </a:pPr>
            <a:r>
              <a:rPr lang="en-AU" sz="2400">
                <a:latin typeface="Arial"/>
                <a:cs typeface="Arial"/>
              </a:rPr>
              <a:t>people</a:t>
            </a:r>
            <a:r>
              <a:rPr lang="en-AU" sz="2400" spc="-95">
                <a:latin typeface="Arial"/>
                <a:cs typeface="Arial"/>
              </a:rPr>
              <a:t> </a:t>
            </a:r>
            <a:r>
              <a:rPr lang="en-AU" sz="2400" b="1" spc="-65">
                <a:latin typeface="Arial"/>
                <a:cs typeface="Arial"/>
              </a:rPr>
              <a:t>compete</a:t>
            </a:r>
            <a:r>
              <a:rPr lang="en-AU" sz="2400" b="1" spc="-100">
                <a:latin typeface="Arial"/>
                <a:cs typeface="Arial"/>
              </a:rPr>
              <a:t> </a:t>
            </a:r>
            <a:r>
              <a:rPr lang="en-AU" sz="2400" spc="50">
                <a:latin typeface="Arial"/>
                <a:cs typeface="Arial"/>
              </a:rPr>
              <a:t>with</a:t>
            </a:r>
            <a:r>
              <a:rPr lang="en-AU" sz="2400" spc="-110">
                <a:latin typeface="Arial"/>
                <a:cs typeface="Arial"/>
              </a:rPr>
              <a:t> </a:t>
            </a:r>
            <a:r>
              <a:rPr lang="en-AU" sz="2400">
                <a:latin typeface="Arial"/>
                <a:cs typeface="Arial"/>
              </a:rPr>
              <a:t>one</a:t>
            </a:r>
            <a:r>
              <a:rPr lang="en-AU" sz="2400" spc="-110">
                <a:latin typeface="Arial"/>
                <a:cs typeface="Arial"/>
              </a:rPr>
              <a:t> </a:t>
            </a:r>
            <a:r>
              <a:rPr lang="en-AU" sz="2400" spc="-10">
                <a:latin typeface="Arial"/>
                <a:cs typeface="Arial"/>
              </a:rPr>
              <a:t>another</a:t>
            </a:r>
            <a:endParaRPr lang="en-AU" sz="2400">
              <a:latin typeface="Arial"/>
              <a:cs typeface="Arial"/>
            </a:endParaRPr>
          </a:p>
          <a:p>
            <a:pPr marL="697230" lvl="1" indent="-227965" algn="l">
              <a:lnSpc>
                <a:spcPct val="100000"/>
              </a:lnSpc>
              <a:spcBef>
                <a:spcPts val="215"/>
              </a:spcBef>
              <a:buChar char="•"/>
              <a:tabLst>
                <a:tab pos="697230" algn="l"/>
              </a:tabLst>
            </a:pPr>
            <a:r>
              <a:rPr lang="en-AU" sz="2400">
                <a:latin typeface="Arial"/>
                <a:cs typeface="Arial"/>
              </a:rPr>
              <a:t>people</a:t>
            </a:r>
            <a:r>
              <a:rPr lang="en-AU" sz="2400" spc="-75">
                <a:latin typeface="Arial"/>
                <a:cs typeface="Arial"/>
              </a:rPr>
              <a:t> </a:t>
            </a:r>
            <a:r>
              <a:rPr lang="en-AU" sz="2400" b="1" spc="-60">
                <a:latin typeface="Arial"/>
                <a:cs typeface="Arial"/>
              </a:rPr>
              <a:t>glare</a:t>
            </a:r>
            <a:r>
              <a:rPr lang="en-AU" sz="2400" b="1" spc="-90">
                <a:latin typeface="Arial"/>
                <a:cs typeface="Arial"/>
              </a:rPr>
              <a:t> </a:t>
            </a:r>
            <a:r>
              <a:rPr lang="en-AU" sz="2400">
                <a:latin typeface="Arial"/>
                <a:cs typeface="Arial"/>
              </a:rPr>
              <a:t>at</a:t>
            </a:r>
            <a:r>
              <a:rPr lang="en-AU" sz="2400" spc="-100">
                <a:latin typeface="Arial"/>
                <a:cs typeface="Arial"/>
              </a:rPr>
              <a:t> </a:t>
            </a:r>
            <a:r>
              <a:rPr lang="en-AU" sz="2400">
                <a:latin typeface="Arial"/>
                <a:cs typeface="Arial"/>
              </a:rPr>
              <a:t>one</a:t>
            </a:r>
            <a:r>
              <a:rPr lang="en-AU" sz="2400" spc="-80">
                <a:latin typeface="Arial"/>
                <a:cs typeface="Arial"/>
              </a:rPr>
              <a:t> </a:t>
            </a:r>
            <a:r>
              <a:rPr lang="en-AU" sz="2400" spc="-10">
                <a:latin typeface="Arial"/>
                <a:cs typeface="Arial"/>
              </a:rPr>
              <a:t>another</a:t>
            </a:r>
            <a:endParaRPr lang="en-AU" sz="2400">
              <a:latin typeface="Arial"/>
              <a:cs typeface="Arial"/>
            </a:endParaRPr>
          </a:p>
          <a:p>
            <a:pPr marL="697230" lvl="1" indent="-227965" algn="l">
              <a:lnSpc>
                <a:spcPct val="100000"/>
              </a:lnSpc>
              <a:spcBef>
                <a:spcPts val="220"/>
              </a:spcBef>
              <a:buChar char="•"/>
              <a:tabLst>
                <a:tab pos="697230" algn="l"/>
              </a:tabLst>
            </a:pPr>
            <a:r>
              <a:rPr lang="en-AU" sz="2400">
                <a:latin typeface="Arial"/>
                <a:cs typeface="Arial"/>
              </a:rPr>
              <a:t>people</a:t>
            </a:r>
            <a:r>
              <a:rPr lang="en-AU" sz="2400" spc="-60">
                <a:latin typeface="Arial"/>
                <a:cs typeface="Arial"/>
              </a:rPr>
              <a:t> </a:t>
            </a:r>
            <a:r>
              <a:rPr lang="en-AU" sz="2400" b="1" spc="-95">
                <a:latin typeface="Arial"/>
                <a:cs typeface="Arial"/>
              </a:rPr>
              <a:t>shout</a:t>
            </a:r>
            <a:r>
              <a:rPr lang="en-AU" sz="2400" b="1" spc="-75">
                <a:latin typeface="Arial"/>
                <a:cs typeface="Arial"/>
              </a:rPr>
              <a:t> </a:t>
            </a:r>
            <a:r>
              <a:rPr lang="en-AU" sz="2400">
                <a:latin typeface="Arial"/>
                <a:cs typeface="Arial"/>
              </a:rPr>
              <a:t>or</a:t>
            </a:r>
            <a:r>
              <a:rPr lang="en-AU" sz="2400" spc="-55">
                <a:latin typeface="Arial"/>
                <a:cs typeface="Arial"/>
              </a:rPr>
              <a:t> </a:t>
            </a:r>
            <a:r>
              <a:rPr lang="en-AU" sz="2400" b="1" spc="-10">
                <a:latin typeface="Arial"/>
                <a:cs typeface="Arial"/>
              </a:rPr>
              <a:t>withdraw</a:t>
            </a:r>
            <a:endParaRPr lang="en-AU"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78</a:t>
            </a:fld>
            <a:endParaRPr spc="-25"/>
          </a:p>
        </p:txBody>
      </p:sp>
      <p:sp>
        <p:nvSpPr>
          <p:cNvPr id="3" name="object 3"/>
          <p:cNvSpPr txBox="1">
            <a:spLocks noGrp="1"/>
          </p:cNvSpPr>
          <p:nvPr>
            <p:ph type="title"/>
          </p:nvPr>
        </p:nvSpPr>
        <p:spPr>
          <a:xfrm>
            <a:off x="2174823" y="398680"/>
            <a:ext cx="7543800" cy="689932"/>
          </a:xfrm>
          <a:prstGeom prst="rect">
            <a:avLst/>
          </a:prstGeom>
        </p:spPr>
        <p:txBody>
          <a:bodyPr vert="horz" wrap="square" lIns="0" tIns="12700" rIns="0" bIns="0" rtlCol="0" anchor="t">
            <a:spAutoFit/>
          </a:bodyPr>
          <a:lstStyle/>
          <a:p>
            <a:pPr marL="12700" algn="ctr">
              <a:spcBef>
                <a:spcPts val="100"/>
              </a:spcBef>
            </a:pPr>
            <a:r>
              <a:rPr lang="en-AU" sz="4400" spc="70">
                <a:solidFill>
                  <a:srgbClr val="000000"/>
                </a:solidFill>
              </a:rPr>
              <a:t>Team Conflicts</a:t>
            </a:r>
            <a:endParaRPr sz="4400"/>
          </a:p>
        </p:txBody>
      </p:sp>
    </p:spTree>
    <p:extLst>
      <p:ext uri="{BB962C8B-B14F-4D97-AF65-F5344CB8AC3E}">
        <p14:creationId xmlns:p14="http://schemas.microsoft.com/office/powerpoint/2010/main" val="14878451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79</a:t>
            </a:fld>
            <a:endParaRPr spc="-25"/>
          </a:p>
        </p:txBody>
      </p:sp>
      <p:sp>
        <p:nvSpPr>
          <p:cNvPr id="3" name="object 3"/>
          <p:cNvSpPr txBox="1">
            <a:spLocks noGrp="1"/>
          </p:cNvSpPr>
          <p:nvPr>
            <p:ph type="title"/>
          </p:nvPr>
        </p:nvSpPr>
        <p:spPr>
          <a:xfrm>
            <a:off x="2362200" y="148844"/>
            <a:ext cx="75438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Conflict Intensity</a:t>
            </a:r>
            <a:endParaRPr sz="4400"/>
          </a:p>
        </p:txBody>
      </p:sp>
      <p:pic>
        <p:nvPicPr>
          <p:cNvPr id="5" name="object 10">
            <a:extLst>
              <a:ext uri="{FF2B5EF4-FFF2-40B4-BE49-F238E27FC236}">
                <a16:creationId xmlns:a16="http://schemas.microsoft.com/office/drawing/2014/main" id="{036AFD7B-7781-FD16-255B-3759B75F4A30}"/>
              </a:ext>
            </a:extLst>
          </p:cNvPr>
          <p:cNvPicPr/>
          <p:nvPr/>
        </p:nvPicPr>
        <p:blipFill>
          <a:blip r:embed="rId2" cstate="print"/>
          <a:stretch>
            <a:fillRect/>
          </a:stretch>
        </p:blipFill>
        <p:spPr>
          <a:xfrm>
            <a:off x="1219200" y="904494"/>
            <a:ext cx="9648444" cy="5049012"/>
          </a:xfrm>
          <a:prstGeom prst="rect">
            <a:avLst/>
          </a:prstGeom>
        </p:spPr>
      </p:pic>
    </p:spTree>
    <p:extLst>
      <p:ext uri="{BB962C8B-B14F-4D97-AF65-F5344CB8AC3E}">
        <p14:creationId xmlns:p14="http://schemas.microsoft.com/office/powerpoint/2010/main" val="36462585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80</a:t>
            </a:fld>
            <a:endParaRPr spc="-25"/>
          </a:p>
        </p:txBody>
      </p:sp>
      <p:sp>
        <p:nvSpPr>
          <p:cNvPr id="3" name="object 3"/>
          <p:cNvSpPr txBox="1">
            <a:spLocks noGrp="1"/>
          </p:cNvSpPr>
          <p:nvPr>
            <p:ph type="title"/>
          </p:nvPr>
        </p:nvSpPr>
        <p:spPr>
          <a:xfrm>
            <a:off x="2362200" y="148844"/>
            <a:ext cx="75438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Process of Conflict</a:t>
            </a:r>
            <a:endParaRPr sz="4400"/>
          </a:p>
        </p:txBody>
      </p:sp>
      <p:pic>
        <p:nvPicPr>
          <p:cNvPr id="2" name="object 10">
            <a:extLst>
              <a:ext uri="{FF2B5EF4-FFF2-40B4-BE49-F238E27FC236}">
                <a16:creationId xmlns:a16="http://schemas.microsoft.com/office/drawing/2014/main" id="{8E310EC8-9FEE-341A-B850-3ED779152E28}"/>
              </a:ext>
            </a:extLst>
          </p:cNvPr>
          <p:cNvPicPr/>
          <p:nvPr/>
        </p:nvPicPr>
        <p:blipFill>
          <a:blip r:embed="rId3" cstate="print"/>
          <a:stretch>
            <a:fillRect/>
          </a:stretch>
        </p:blipFill>
        <p:spPr>
          <a:xfrm>
            <a:off x="7620" y="1507236"/>
            <a:ext cx="12184380" cy="3774948"/>
          </a:xfrm>
          <a:prstGeom prst="rect">
            <a:avLst/>
          </a:prstGeom>
        </p:spPr>
      </p:pic>
    </p:spTree>
    <p:extLst>
      <p:ext uri="{BB962C8B-B14F-4D97-AF65-F5344CB8AC3E}">
        <p14:creationId xmlns:p14="http://schemas.microsoft.com/office/powerpoint/2010/main" val="57310448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07853" y="1111961"/>
            <a:ext cx="10975974" cy="4326313"/>
          </a:xfrm>
          <a:prstGeom prst="rect">
            <a:avLst/>
          </a:prstGeom>
        </p:spPr>
        <p:txBody>
          <a:bodyPr vert="horz" wrap="square" lIns="0" tIns="12700" rIns="0" bIns="0" rtlCol="0" anchor="t">
            <a:spAutoFit/>
          </a:bodyPr>
          <a:lstStyle/>
          <a:p>
            <a:pPr marL="239395" marR="5080" indent="-227329" algn="l">
              <a:lnSpc>
                <a:spcPct val="90100"/>
              </a:lnSpc>
              <a:spcBef>
                <a:spcPts val="385"/>
              </a:spcBef>
              <a:buFont typeface="Arial"/>
              <a:buChar char="•"/>
              <a:tabLst>
                <a:tab pos="240665" algn="l"/>
              </a:tabLst>
            </a:pPr>
            <a:r>
              <a:rPr lang="en-AU" sz="2400">
                <a:solidFill>
                  <a:srgbClr val="000000"/>
                </a:solidFill>
              </a:rPr>
              <a:t>Pinto</a:t>
            </a:r>
            <a:r>
              <a:rPr lang="en-AU" sz="2400" spc="-40">
                <a:solidFill>
                  <a:srgbClr val="000000"/>
                </a:solidFill>
              </a:rPr>
              <a:t> </a:t>
            </a:r>
            <a:r>
              <a:rPr lang="en-AU" sz="2400">
                <a:solidFill>
                  <a:srgbClr val="000000"/>
                </a:solidFill>
              </a:rPr>
              <a:t>(2010)</a:t>
            </a:r>
            <a:r>
              <a:rPr lang="en-AU" sz="2400" spc="-45">
                <a:solidFill>
                  <a:srgbClr val="000000"/>
                </a:solidFill>
              </a:rPr>
              <a:t> </a:t>
            </a:r>
            <a:r>
              <a:rPr lang="en-AU" sz="2400">
                <a:solidFill>
                  <a:srgbClr val="000000"/>
                </a:solidFill>
              </a:rPr>
              <a:t>suggests</a:t>
            </a:r>
            <a:r>
              <a:rPr lang="en-AU" sz="2400" spc="-55">
                <a:solidFill>
                  <a:srgbClr val="000000"/>
                </a:solidFill>
              </a:rPr>
              <a:t> </a:t>
            </a:r>
            <a:r>
              <a:rPr lang="en-AU" sz="2400">
                <a:solidFill>
                  <a:srgbClr val="000000"/>
                </a:solidFill>
              </a:rPr>
              <a:t>three</a:t>
            </a:r>
            <a:r>
              <a:rPr lang="en-AU" sz="2400" spc="-50">
                <a:solidFill>
                  <a:srgbClr val="000000"/>
                </a:solidFill>
              </a:rPr>
              <a:t> </a:t>
            </a:r>
            <a:r>
              <a:rPr lang="en-AU" sz="2400">
                <a:solidFill>
                  <a:srgbClr val="000000"/>
                </a:solidFill>
              </a:rPr>
              <a:t>categories</a:t>
            </a:r>
            <a:r>
              <a:rPr lang="en-AU" sz="2400" spc="-50">
                <a:solidFill>
                  <a:srgbClr val="000000"/>
                </a:solidFill>
              </a:rPr>
              <a:t> </a:t>
            </a:r>
            <a:r>
              <a:rPr lang="en-AU" sz="2400">
                <a:solidFill>
                  <a:srgbClr val="000000"/>
                </a:solidFill>
              </a:rPr>
              <a:t>of</a:t>
            </a:r>
            <a:r>
              <a:rPr lang="en-AU" sz="2400" spc="-35">
                <a:solidFill>
                  <a:srgbClr val="000000"/>
                </a:solidFill>
              </a:rPr>
              <a:t> </a:t>
            </a:r>
            <a:r>
              <a:rPr lang="en-AU" sz="2400" spc="-10">
                <a:solidFill>
                  <a:srgbClr val="000000"/>
                </a:solidFill>
              </a:rPr>
              <a:t>conflicts:</a:t>
            </a:r>
          </a:p>
          <a:p>
            <a:pPr marL="239395" marR="5080" indent="-227329" algn="l">
              <a:lnSpc>
                <a:spcPct val="90100"/>
              </a:lnSpc>
              <a:spcBef>
                <a:spcPts val="385"/>
              </a:spcBef>
              <a:buFont typeface="Arial"/>
              <a:buChar char="•"/>
              <a:tabLst>
                <a:tab pos="240665" algn="l"/>
              </a:tabLst>
            </a:pPr>
            <a:endParaRPr lang="en-AU" sz="2400" spc="-10">
              <a:solidFill>
                <a:srgbClr val="000000"/>
              </a:solidFill>
              <a:latin typeface="Arial"/>
              <a:cs typeface="Arial"/>
            </a:endParaRPr>
          </a:p>
          <a:p>
            <a:pPr marL="299085" marR="172085" indent="-287020">
              <a:lnSpc>
                <a:spcPct val="100000"/>
              </a:lnSpc>
              <a:spcBef>
                <a:spcPts val="95"/>
              </a:spcBef>
            </a:pPr>
            <a:r>
              <a:rPr lang="en-AU" sz="2400" b="1" spc="-25">
                <a:latin typeface="Arial"/>
                <a:cs typeface="Arial"/>
              </a:rPr>
              <a:t>Goal-</a:t>
            </a:r>
            <a:r>
              <a:rPr lang="en-AU" sz="2400" b="1">
                <a:latin typeface="Arial"/>
                <a:cs typeface="Arial"/>
              </a:rPr>
              <a:t>oriented</a:t>
            </a:r>
            <a:r>
              <a:rPr lang="en-AU" sz="2400" b="1" spc="-40">
                <a:latin typeface="Arial"/>
                <a:cs typeface="Arial"/>
              </a:rPr>
              <a:t> </a:t>
            </a:r>
            <a:r>
              <a:rPr lang="en-AU" sz="2400">
                <a:latin typeface="Arial"/>
                <a:cs typeface="Arial"/>
              </a:rPr>
              <a:t>conflict:</a:t>
            </a:r>
            <a:r>
              <a:rPr lang="en-AU" sz="2400" spc="-70">
                <a:latin typeface="Arial"/>
                <a:cs typeface="Arial"/>
              </a:rPr>
              <a:t> </a:t>
            </a:r>
            <a:r>
              <a:rPr lang="en-AU" sz="2400">
                <a:latin typeface="Arial"/>
                <a:cs typeface="Arial"/>
              </a:rPr>
              <a:t>this</a:t>
            </a:r>
            <a:r>
              <a:rPr lang="en-AU" sz="2400" spc="-65">
                <a:latin typeface="Arial"/>
                <a:cs typeface="Arial"/>
              </a:rPr>
              <a:t> </a:t>
            </a:r>
            <a:r>
              <a:rPr lang="en-AU" sz="2400">
                <a:latin typeface="Arial"/>
                <a:cs typeface="Arial"/>
              </a:rPr>
              <a:t>is</a:t>
            </a:r>
            <a:r>
              <a:rPr lang="en-AU" sz="2400" spc="-70">
                <a:latin typeface="Arial"/>
                <a:cs typeface="Arial"/>
              </a:rPr>
              <a:t> </a:t>
            </a:r>
            <a:r>
              <a:rPr lang="en-AU" sz="2400">
                <a:latin typeface="Arial"/>
                <a:cs typeface="Arial"/>
              </a:rPr>
              <a:t>associated</a:t>
            </a:r>
            <a:r>
              <a:rPr lang="en-AU" sz="2400" spc="-70">
                <a:latin typeface="Arial"/>
                <a:cs typeface="Arial"/>
              </a:rPr>
              <a:t> </a:t>
            </a:r>
            <a:r>
              <a:rPr lang="en-AU" sz="2400" spc="-20">
                <a:latin typeface="Arial"/>
                <a:cs typeface="Arial"/>
              </a:rPr>
              <a:t>with </a:t>
            </a:r>
            <a:r>
              <a:rPr lang="en-AU" sz="2400" b="1">
                <a:latin typeface="Arial"/>
                <a:cs typeface="Arial"/>
              </a:rPr>
              <a:t>disagreements</a:t>
            </a:r>
            <a:r>
              <a:rPr lang="en-AU" sz="2400" b="1" spc="-80">
                <a:latin typeface="Arial"/>
                <a:cs typeface="Arial"/>
              </a:rPr>
              <a:t> </a:t>
            </a:r>
            <a:r>
              <a:rPr lang="en-AU" sz="2400">
                <a:latin typeface="Arial"/>
                <a:cs typeface="Arial"/>
              </a:rPr>
              <a:t>regarding</a:t>
            </a:r>
            <a:r>
              <a:rPr lang="en-AU" sz="2400" spc="-110">
                <a:latin typeface="Arial"/>
                <a:cs typeface="Arial"/>
              </a:rPr>
              <a:t> </a:t>
            </a:r>
            <a:r>
              <a:rPr lang="en-AU" sz="2400">
                <a:latin typeface="Arial"/>
                <a:cs typeface="Arial"/>
              </a:rPr>
              <a:t>results,</a:t>
            </a:r>
            <a:r>
              <a:rPr lang="en-AU" sz="2400" spc="-145">
                <a:latin typeface="Arial"/>
                <a:cs typeface="Arial"/>
              </a:rPr>
              <a:t> </a:t>
            </a:r>
            <a:r>
              <a:rPr lang="en-AU" sz="2400">
                <a:latin typeface="Arial"/>
                <a:cs typeface="Arial"/>
              </a:rPr>
              <a:t>project</a:t>
            </a:r>
            <a:r>
              <a:rPr lang="en-AU" sz="2400" spc="-130">
                <a:latin typeface="Arial"/>
                <a:cs typeface="Arial"/>
              </a:rPr>
              <a:t> </a:t>
            </a:r>
            <a:r>
              <a:rPr lang="en-AU" sz="2400" spc="-10">
                <a:latin typeface="Arial"/>
                <a:cs typeface="Arial"/>
              </a:rPr>
              <a:t>scope </a:t>
            </a:r>
            <a:r>
              <a:rPr lang="en-AU" sz="2400">
                <a:latin typeface="Arial"/>
                <a:cs typeface="Arial"/>
              </a:rPr>
              <a:t>outcomes,</a:t>
            </a:r>
            <a:r>
              <a:rPr lang="en-AU" sz="2400" spc="-105">
                <a:latin typeface="Arial"/>
                <a:cs typeface="Arial"/>
              </a:rPr>
              <a:t> </a:t>
            </a:r>
            <a:r>
              <a:rPr lang="en-AU" sz="2400">
                <a:latin typeface="Arial"/>
                <a:cs typeface="Arial"/>
              </a:rPr>
              <a:t>performance</a:t>
            </a:r>
            <a:r>
              <a:rPr lang="en-AU" sz="2400" spc="-100">
                <a:latin typeface="Arial"/>
                <a:cs typeface="Arial"/>
              </a:rPr>
              <a:t> </a:t>
            </a:r>
            <a:r>
              <a:rPr lang="en-AU" sz="2400">
                <a:latin typeface="Arial"/>
                <a:cs typeface="Arial"/>
              </a:rPr>
              <a:t>specifications</a:t>
            </a:r>
            <a:r>
              <a:rPr lang="en-AU" sz="2400" spc="-110">
                <a:latin typeface="Arial"/>
                <a:cs typeface="Arial"/>
              </a:rPr>
              <a:t> </a:t>
            </a:r>
            <a:r>
              <a:rPr lang="en-AU" sz="2400">
                <a:latin typeface="Arial"/>
                <a:cs typeface="Arial"/>
              </a:rPr>
              <a:t>and</a:t>
            </a:r>
            <a:r>
              <a:rPr lang="en-AU" sz="2400" spc="-114">
                <a:latin typeface="Arial"/>
                <a:cs typeface="Arial"/>
              </a:rPr>
              <a:t> </a:t>
            </a:r>
            <a:r>
              <a:rPr lang="en-AU" sz="2400">
                <a:latin typeface="Arial"/>
                <a:cs typeface="Arial"/>
              </a:rPr>
              <a:t>criteria,</a:t>
            </a:r>
            <a:r>
              <a:rPr lang="en-AU" sz="2400" spc="-110">
                <a:latin typeface="Arial"/>
                <a:cs typeface="Arial"/>
              </a:rPr>
              <a:t> </a:t>
            </a:r>
            <a:r>
              <a:rPr lang="en-AU" sz="2400" spc="-25">
                <a:latin typeface="Arial"/>
                <a:cs typeface="Arial"/>
              </a:rPr>
              <a:t>and </a:t>
            </a:r>
            <a:r>
              <a:rPr lang="en-AU" sz="2400">
                <a:latin typeface="Arial"/>
                <a:cs typeface="Arial"/>
              </a:rPr>
              <a:t>project</a:t>
            </a:r>
            <a:r>
              <a:rPr lang="en-AU" sz="2400" spc="-75">
                <a:latin typeface="Arial"/>
                <a:cs typeface="Arial"/>
              </a:rPr>
              <a:t> </a:t>
            </a:r>
            <a:r>
              <a:rPr lang="en-AU" sz="2400">
                <a:latin typeface="Arial"/>
                <a:cs typeface="Arial"/>
              </a:rPr>
              <a:t>priorities</a:t>
            </a:r>
            <a:r>
              <a:rPr lang="en-AU" sz="2400" spc="-65">
                <a:latin typeface="Arial"/>
                <a:cs typeface="Arial"/>
              </a:rPr>
              <a:t> </a:t>
            </a:r>
            <a:r>
              <a:rPr lang="en-AU" sz="2400">
                <a:latin typeface="Arial"/>
                <a:cs typeface="Arial"/>
              </a:rPr>
              <a:t>and</a:t>
            </a:r>
            <a:r>
              <a:rPr lang="en-AU" sz="2400" spc="-75">
                <a:latin typeface="Arial"/>
                <a:cs typeface="Arial"/>
              </a:rPr>
              <a:t> </a:t>
            </a:r>
            <a:r>
              <a:rPr lang="en-AU" sz="2400" spc="-10">
                <a:latin typeface="Arial"/>
                <a:cs typeface="Arial"/>
              </a:rPr>
              <a:t>objectives</a:t>
            </a:r>
            <a:endParaRPr lang="en-AU" sz="2400">
              <a:latin typeface="Arial"/>
              <a:cs typeface="Arial"/>
            </a:endParaRPr>
          </a:p>
          <a:p>
            <a:pPr marL="299085" marR="5080" indent="-287020">
              <a:lnSpc>
                <a:spcPct val="100000"/>
              </a:lnSpc>
              <a:spcBef>
                <a:spcPts val="2400"/>
              </a:spcBef>
            </a:pPr>
            <a:r>
              <a:rPr lang="en-AU" sz="2400" b="1">
                <a:latin typeface="Arial"/>
                <a:cs typeface="Arial"/>
              </a:rPr>
              <a:t>Administrative</a:t>
            </a:r>
            <a:r>
              <a:rPr lang="en-AU" sz="2400" b="1" spc="-65">
                <a:latin typeface="Arial"/>
                <a:cs typeface="Arial"/>
              </a:rPr>
              <a:t> </a:t>
            </a:r>
            <a:r>
              <a:rPr lang="en-AU" sz="2400">
                <a:latin typeface="Arial"/>
                <a:cs typeface="Arial"/>
              </a:rPr>
              <a:t>conflict:</a:t>
            </a:r>
            <a:r>
              <a:rPr lang="en-AU" sz="2400" spc="-114">
                <a:latin typeface="Arial"/>
                <a:cs typeface="Arial"/>
              </a:rPr>
              <a:t> </a:t>
            </a:r>
            <a:r>
              <a:rPr lang="en-AU" sz="2400">
                <a:latin typeface="Arial"/>
                <a:cs typeface="Arial"/>
              </a:rPr>
              <a:t>this</a:t>
            </a:r>
            <a:r>
              <a:rPr lang="en-AU" sz="2400" spc="-105">
                <a:latin typeface="Arial"/>
                <a:cs typeface="Arial"/>
              </a:rPr>
              <a:t> </a:t>
            </a:r>
            <a:r>
              <a:rPr lang="en-AU" sz="2400">
                <a:latin typeface="Arial"/>
                <a:cs typeface="Arial"/>
              </a:rPr>
              <a:t>arises</a:t>
            </a:r>
            <a:r>
              <a:rPr lang="en-AU" sz="2400" spc="-110">
                <a:latin typeface="Arial"/>
                <a:cs typeface="Arial"/>
              </a:rPr>
              <a:t> </a:t>
            </a:r>
            <a:r>
              <a:rPr lang="en-AU" sz="2400">
                <a:latin typeface="Arial"/>
                <a:cs typeface="Arial"/>
              </a:rPr>
              <a:t>through</a:t>
            </a:r>
            <a:r>
              <a:rPr lang="en-AU" sz="2400" spc="-50">
                <a:latin typeface="Arial"/>
                <a:cs typeface="Arial"/>
              </a:rPr>
              <a:t> </a:t>
            </a:r>
            <a:r>
              <a:rPr lang="en-AU" sz="2400" b="1" spc="-10">
                <a:latin typeface="Arial"/>
                <a:cs typeface="Arial"/>
              </a:rPr>
              <a:t>management </a:t>
            </a:r>
            <a:r>
              <a:rPr lang="en-AU" sz="2400" b="1">
                <a:latin typeface="Arial"/>
                <a:cs typeface="Arial"/>
              </a:rPr>
              <a:t>hierarchy</a:t>
            </a:r>
            <a:r>
              <a:rPr lang="en-AU" sz="2400">
                <a:latin typeface="Arial"/>
                <a:cs typeface="Arial"/>
              </a:rPr>
              <a:t>,</a:t>
            </a:r>
            <a:r>
              <a:rPr lang="en-AU" sz="2400" spc="-110">
                <a:latin typeface="Arial"/>
                <a:cs typeface="Arial"/>
              </a:rPr>
              <a:t> </a:t>
            </a:r>
            <a:r>
              <a:rPr lang="en-AU" sz="2400">
                <a:latin typeface="Arial"/>
                <a:cs typeface="Arial"/>
              </a:rPr>
              <a:t>organisational</a:t>
            </a:r>
            <a:r>
              <a:rPr lang="en-AU" sz="2400" spc="-95">
                <a:latin typeface="Arial"/>
                <a:cs typeface="Arial"/>
              </a:rPr>
              <a:t> </a:t>
            </a:r>
            <a:r>
              <a:rPr lang="en-AU" sz="2400" b="1">
                <a:latin typeface="Arial"/>
                <a:cs typeface="Arial"/>
              </a:rPr>
              <a:t>structure</a:t>
            </a:r>
            <a:r>
              <a:rPr lang="en-AU" sz="2400">
                <a:latin typeface="Arial"/>
                <a:cs typeface="Arial"/>
              </a:rPr>
              <a:t>,</a:t>
            </a:r>
            <a:r>
              <a:rPr lang="en-AU" sz="2400" spc="-125">
                <a:latin typeface="Arial"/>
                <a:cs typeface="Arial"/>
              </a:rPr>
              <a:t> </a:t>
            </a:r>
            <a:r>
              <a:rPr lang="en-AU" sz="2400">
                <a:latin typeface="Arial"/>
                <a:cs typeface="Arial"/>
              </a:rPr>
              <a:t>or</a:t>
            </a:r>
            <a:r>
              <a:rPr lang="en-AU" sz="2400" spc="-130">
                <a:latin typeface="Arial"/>
                <a:cs typeface="Arial"/>
              </a:rPr>
              <a:t> </a:t>
            </a:r>
            <a:r>
              <a:rPr lang="en-AU" sz="2400" spc="-10">
                <a:latin typeface="Arial"/>
                <a:cs typeface="Arial"/>
              </a:rPr>
              <a:t>company </a:t>
            </a:r>
            <a:r>
              <a:rPr lang="en-AU" sz="2400" b="1" spc="-10">
                <a:latin typeface="Arial"/>
                <a:cs typeface="Arial"/>
              </a:rPr>
              <a:t>philosophy</a:t>
            </a:r>
            <a:endParaRPr lang="en-AU" sz="2400">
              <a:latin typeface="Arial"/>
              <a:cs typeface="Arial"/>
            </a:endParaRPr>
          </a:p>
          <a:p>
            <a:pPr marL="299085" marR="995044" indent="-287020">
              <a:lnSpc>
                <a:spcPct val="100000"/>
              </a:lnSpc>
              <a:spcBef>
                <a:spcPts val="2405"/>
              </a:spcBef>
            </a:pPr>
            <a:r>
              <a:rPr lang="en-AU" sz="2400" b="1">
                <a:latin typeface="Arial"/>
                <a:cs typeface="Arial"/>
              </a:rPr>
              <a:t>Interpersonal</a:t>
            </a:r>
            <a:r>
              <a:rPr lang="en-AU" sz="2400" b="1" spc="-55">
                <a:latin typeface="Arial"/>
                <a:cs typeface="Arial"/>
              </a:rPr>
              <a:t> </a:t>
            </a:r>
            <a:r>
              <a:rPr lang="en-AU" sz="2400">
                <a:latin typeface="Arial"/>
                <a:cs typeface="Arial"/>
              </a:rPr>
              <a:t>conflict:</a:t>
            </a:r>
            <a:r>
              <a:rPr lang="en-AU" sz="2400" spc="-110">
                <a:latin typeface="Arial"/>
                <a:cs typeface="Arial"/>
              </a:rPr>
              <a:t> </a:t>
            </a:r>
            <a:r>
              <a:rPr lang="en-AU" sz="2400">
                <a:latin typeface="Arial"/>
                <a:cs typeface="Arial"/>
              </a:rPr>
              <a:t>this</a:t>
            </a:r>
            <a:r>
              <a:rPr lang="en-AU" sz="2400" spc="-95">
                <a:latin typeface="Arial"/>
                <a:cs typeface="Arial"/>
              </a:rPr>
              <a:t> </a:t>
            </a:r>
            <a:r>
              <a:rPr lang="en-AU" sz="2400">
                <a:latin typeface="Arial"/>
                <a:cs typeface="Arial"/>
              </a:rPr>
              <a:t>occurs</a:t>
            </a:r>
            <a:r>
              <a:rPr lang="en-AU" sz="2400" spc="-95">
                <a:latin typeface="Arial"/>
                <a:cs typeface="Arial"/>
              </a:rPr>
              <a:t> </a:t>
            </a:r>
            <a:r>
              <a:rPr lang="en-AU" sz="2400">
                <a:latin typeface="Arial"/>
                <a:cs typeface="Arial"/>
              </a:rPr>
              <a:t>with</a:t>
            </a:r>
            <a:r>
              <a:rPr lang="en-AU" sz="2400" spc="-50">
                <a:latin typeface="Arial"/>
                <a:cs typeface="Arial"/>
              </a:rPr>
              <a:t> </a:t>
            </a:r>
            <a:r>
              <a:rPr lang="en-AU" sz="2400" b="1" spc="-10">
                <a:latin typeface="Arial"/>
                <a:cs typeface="Arial"/>
              </a:rPr>
              <a:t>personality </a:t>
            </a:r>
            <a:r>
              <a:rPr lang="en-AU" sz="2400" b="1">
                <a:latin typeface="Arial"/>
                <a:cs typeface="Arial"/>
              </a:rPr>
              <a:t>differences</a:t>
            </a:r>
            <a:r>
              <a:rPr lang="en-AU" sz="2400" b="1" spc="-70">
                <a:latin typeface="Arial"/>
                <a:cs typeface="Arial"/>
              </a:rPr>
              <a:t> </a:t>
            </a:r>
            <a:r>
              <a:rPr lang="en-AU" sz="2400">
                <a:latin typeface="Arial"/>
                <a:cs typeface="Arial"/>
              </a:rPr>
              <a:t>between</a:t>
            </a:r>
            <a:r>
              <a:rPr lang="en-AU" sz="2400" spc="-114">
                <a:latin typeface="Arial"/>
                <a:cs typeface="Arial"/>
              </a:rPr>
              <a:t> </a:t>
            </a:r>
            <a:r>
              <a:rPr lang="en-AU" sz="2400">
                <a:latin typeface="Arial"/>
                <a:cs typeface="Arial"/>
              </a:rPr>
              <a:t>project</a:t>
            </a:r>
            <a:r>
              <a:rPr lang="en-AU" sz="2400" spc="-110">
                <a:latin typeface="Arial"/>
                <a:cs typeface="Arial"/>
              </a:rPr>
              <a:t> </a:t>
            </a:r>
            <a:r>
              <a:rPr lang="en-AU" sz="2400">
                <a:latin typeface="Arial"/>
                <a:cs typeface="Arial"/>
              </a:rPr>
              <a:t>team</a:t>
            </a:r>
            <a:r>
              <a:rPr lang="en-AU" sz="2400" spc="-95">
                <a:latin typeface="Arial"/>
                <a:cs typeface="Arial"/>
              </a:rPr>
              <a:t> </a:t>
            </a:r>
            <a:r>
              <a:rPr lang="en-AU" sz="2400">
                <a:latin typeface="Arial"/>
                <a:cs typeface="Arial"/>
              </a:rPr>
              <a:t>members</a:t>
            </a:r>
            <a:r>
              <a:rPr lang="en-AU" sz="2400" spc="-95">
                <a:latin typeface="Arial"/>
                <a:cs typeface="Arial"/>
              </a:rPr>
              <a:t> </a:t>
            </a:r>
            <a:r>
              <a:rPr lang="en-AU" sz="2400" spc="-25">
                <a:latin typeface="Arial"/>
                <a:cs typeface="Arial"/>
              </a:rPr>
              <a:t>and </a:t>
            </a:r>
            <a:r>
              <a:rPr lang="en-AU" sz="2400">
                <a:latin typeface="Arial"/>
                <a:cs typeface="Arial"/>
              </a:rPr>
              <a:t>important</a:t>
            </a:r>
            <a:r>
              <a:rPr lang="en-AU" sz="2400" spc="-85">
                <a:latin typeface="Arial"/>
                <a:cs typeface="Arial"/>
              </a:rPr>
              <a:t> </a:t>
            </a:r>
            <a:r>
              <a:rPr lang="en-AU" sz="2400">
                <a:latin typeface="Arial"/>
                <a:cs typeface="Arial"/>
              </a:rPr>
              <a:t>project</a:t>
            </a:r>
            <a:r>
              <a:rPr lang="en-AU" sz="2400" spc="-95">
                <a:latin typeface="Arial"/>
                <a:cs typeface="Arial"/>
              </a:rPr>
              <a:t> </a:t>
            </a:r>
            <a:r>
              <a:rPr lang="en-AU" sz="2400" spc="-10">
                <a:latin typeface="Arial"/>
                <a:cs typeface="Arial"/>
              </a:rPr>
              <a:t>stakeholders</a:t>
            </a:r>
            <a:endParaRPr lang="en-AU" sz="2400">
              <a:latin typeface="Arial"/>
              <a:cs typeface="Arial"/>
            </a:endParaRPr>
          </a:p>
          <a:p>
            <a:pPr marL="239395" marR="5080" indent="-227329" algn="l">
              <a:lnSpc>
                <a:spcPct val="90100"/>
              </a:lnSpc>
              <a:spcBef>
                <a:spcPts val="385"/>
              </a:spcBef>
              <a:buFont typeface="Arial"/>
              <a:buChar char="•"/>
              <a:tabLst>
                <a:tab pos="240665" algn="l"/>
              </a:tabLst>
            </a:pPr>
            <a:endParaRPr lang="en-AU"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81</a:t>
            </a:fld>
            <a:endParaRPr spc="-25"/>
          </a:p>
        </p:txBody>
      </p:sp>
      <p:sp>
        <p:nvSpPr>
          <p:cNvPr id="3" name="object 3"/>
          <p:cNvSpPr txBox="1">
            <a:spLocks noGrp="1"/>
          </p:cNvSpPr>
          <p:nvPr>
            <p:ph type="title"/>
          </p:nvPr>
        </p:nvSpPr>
        <p:spPr>
          <a:xfrm>
            <a:off x="2362200" y="148844"/>
            <a:ext cx="75438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Types of Conflict</a:t>
            </a:r>
            <a:endParaRPr sz="4400"/>
          </a:p>
        </p:txBody>
      </p:sp>
    </p:spTree>
    <p:extLst>
      <p:ext uri="{BB962C8B-B14F-4D97-AF65-F5344CB8AC3E}">
        <p14:creationId xmlns:p14="http://schemas.microsoft.com/office/powerpoint/2010/main" val="312722020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07853" y="1111961"/>
            <a:ext cx="10975974" cy="4144596"/>
          </a:xfrm>
          <a:prstGeom prst="rect">
            <a:avLst/>
          </a:prstGeom>
        </p:spPr>
        <p:txBody>
          <a:bodyPr vert="horz" wrap="square" lIns="0" tIns="12700" rIns="0" bIns="0" rtlCol="0" anchor="t">
            <a:spAutoFit/>
          </a:bodyPr>
          <a:lstStyle/>
          <a:p>
            <a:pPr marL="12700">
              <a:lnSpc>
                <a:spcPct val="100000"/>
              </a:lnSpc>
              <a:spcBef>
                <a:spcPts val="105"/>
              </a:spcBef>
            </a:pPr>
            <a:r>
              <a:rPr lang="en-AU" sz="2400">
                <a:latin typeface="Arial"/>
                <a:cs typeface="Arial"/>
              </a:rPr>
              <a:t>There</a:t>
            </a:r>
            <a:r>
              <a:rPr lang="en-AU" sz="2400" spc="-40">
                <a:latin typeface="Arial"/>
                <a:cs typeface="Arial"/>
              </a:rPr>
              <a:t> </a:t>
            </a:r>
            <a:r>
              <a:rPr lang="en-AU" sz="2400">
                <a:latin typeface="Arial"/>
                <a:cs typeface="Arial"/>
              </a:rPr>
              <a:t>are</a:t>
            </a:r>
            <a:r>
              <a:rPr lang="en-AU" sz="2400" spc="-15">
                <a:latin typeface="Arial"/>
                <a:cs typeface="Arial"/>
              </a:rPr>
              <a:t> </a:t>
            </a:r>
            <a:r>
              <a:rPr lang="en-AU" sz="2400">
                <a:latin typeface="Arial"/>
                <a:cs typeface="Arial"/>
              </a:rPr>
              <a:t>numerous</a:t>
            </a:r>
            <a:r>
              <a:rPr lang="en-AU" sz="2400" spc="-40">
                <a:latin typeface="Arial"/>
                <a:cs typeface="Arial"/>
              </a:rPr>
              <a:t> </a:t>
            </a:r>
            <a:r>
              <a:rPr lang="en-AU" sz="2400">
                <a:latin typeface="Arial"/>
                <a:cs typeface="Arial"/>
              </a:rPr>
              <a:t>potential</a:t>
            </a:r>
            <a:r>
              <a:rPr lang="en-AU" sz="2400" spc="-20">
                <a:latin typeface="Arial"/>
                <a:cs typeface="Arial"/>
              </a:rPr>
              <a:t> </a:t>
            </a:r>
            <a:r>
              <a:rPr lang="en-AU" sz="2400">
                <a:latin typeface="Arial"/>
                <a:cs typeface="Arial"/>
              </a:rPr>
              <a:t>sources</a:t>
            </a:r>
            <a:r>
              <a:rPr lang="en-AU" sz="2400" spc="-40">
                <a:latin typeface="Arial"/>
                <a:cs typeface="Arial"/>
              </a:rPr>
              <a:t> </a:t>
            </a:r>
            <a:r>
              <a:rPr lang="en-AU" sz="2400">
                <a:latin typeface="Arial"/>
                <a:cs typeface="Arial"/>
              </a:rPr>
              <a:t>of</a:t>
            </a:r>
            <a:r>
              <a:rPr lang="en-AU" sz="2400" spc="-15">
                <a:latin typeface="Arial"/>
                <a:cs typeface="Arial"/>
              </a:rPr>
              <a:t> </a:t>
            </a:r>
            <a:r>
              <a:rPr lang="en-AU" sz="2400">
                <a:latin typeface="Arial"/>
                <a:cs typeface="Arial"/>
              </a:rPr>
              <a:t>conflict</a:t>
            </a:r>
            <a:r>
              <a:rPr lang="en-AU" sz="2400" spc="-35">
                <a:latin typeface="Arial"/>
                <a:cs typeface="Arial"/>
              </a:rPr>
              <a:t> </a:t>
            </a:r>
            <a:r>
              <a:rPr lang="en-AU" sz="2400">
                <a:latin typeface="Arial"/>
                <a:cs typeface="Arial"/>
              </a:rPr>
              <a:t>in</a:t>
            </a:r>
            <a:r>
              <a:rPr lang="en-AU" sz="2400" spc="-20">
                <a:latin typeface="Arial"/>
                <a:cs typeface="Arial"/>
              </a:rPr>
              <a:t> </a:t>
            </a:r>
            <a:r>
              <a:rPr lang="en-AU" sz="2400" spc="-10">
                <a:latin typeface="Arial"/>
                <a:cs typeface="Arial"/>
              </a:rPr>
              <a:t>projects.</a:t>
            </a:r>
            <a:endParaRPr lang="en-AU" sz="2400">
              <a:latin typeface="Arial"/>
              <a:cs typeface="Arial"/>
            </a:endParaRPr>
          </a:p>
          <a:p>
            <a:pPr marL="469900" marR="1347470" indent="-457200">
              <a:lnSpc>
                <a:spcPct val="109200"/>
              </a:lnSpc>
              <a:spcBef>
                <a:spcPts val="2105"/>
              </a:spcBef>
            </a:pPr>
            <a:r>
              <a:rPr lang="en-AU" sz="2400">
                <a:latin typeface="Arial"/>
                <a:cs typeface="Arial"/>
              </a:rPr>
              <a:t>Common</a:t>
            </a:r>
            <a:r>
              <a:rPr lang="en-AU" sz="2400" spc="-55">
                <a:latin typeface="Arial"/>
                <a:cs typeface="Arial"/>
              </a:rPr>
              <a:t> </a:t>
            </a:r>
            <a:r>
              <a:rPr lang="en-AU" sz="2400">
                <a:latin typeface="Arial"/>
                <a:cs typeface="Arial"/>
              </a:rPr>
              <a:t>sources</a:t>
            </a:r>
            <a:r>
              <a:rPr lang="en-AU" sz="2400" spc="-60">
                <a:latin typeface="Arial"/>
                <a:cs typeface="Arial"/>
              </a:rPr>
              <a:t> </a:t>
            </a:r>
            <a:r>
              <a:rPr lang="en-AU" sz="2400">
                <a:latin typeface="Arial"/>
                <a:cs typeface="Arial"/>
              </a:rPr>
              <a:t>of</a:t>
            </a:r>
            <a:r>
              <a:rPr lang="en-AU" sz="2400" spc="-5">
                <a:latin typeface="Arial"/>
                <a:cs typeface="Arial"/>
              </a:rPr>
              <a:t> </a:t>
            </a:r>
            <a:r>
              <a:rPr lang="en-AU" sz="2400" b="1">
                <a:latin typeface="Arial"/>
                <a:cs typeface="Arial"/>
              </a:rPr>
              <a:t>organisational</a:t>
            </a:r>
            <a:r>
              <a:rPr lang="en-AU" sz="2400" b="1" spc="-45">
                <a:latin typeface="Arial"/>
                <a:cs typeface="Arial"/>
              </a:rPr>
              <a:t> </a:t>
            </a:r>
            <a:r>
              <a:rPr lang="en-AU" sz="2400">
                <a:latin typeface="Arial"/>
                <a:cs typeface="Arial"/>
              </a:rPr>
              <a:t>conflict</a:t>
            </a:r>
            <a:r>
              <a:rPr lang="en-AU" sz="2400" spc="-45">
                <a:latin typeface="Arial"/>
                <a:cs typeface="Arial"/>
              </a:rPr>
              <a:t> </a:t>
            </a:r>
            <a:r>
              <a:rPr lang="en-AU" sz="2400" spc="-10">
                <a:latin typeface="Arial"/>
                <a:cs typeface="Arial"/>
              </a:rPr>
              <a:t>include </a:t>
            </a:r>
            <a:r>
              <a:rPr lang="en-AU" sz="2400">
                <a:latin typeface="Arial"/>
                <a:cs typeface="Arial"/>
              </a:rPr>
              <a:t>reward</a:t>
            </a:r>
            <a:r>
              <a:rPr lang="en-AU" sz="2400" spc="-30">
                <a:latin typeface="Arial"/>
                <a:cs typeface="Arial"/>
              </a:rPr>
              <a:t> </a:t>
            </a:r>
            <a:r>
              <a:rPr lang="en-AU" sz="2400" spc="-10">
                <a:latin typeface="Arial"/>
                <a:cs typeface="Arial"/>
              </a:rPr>
              <a:t>systems</a:t>
            </a:r>
            <a:endParaRPr lang="en-AU" sz="2400">
              <a:latin typeface="Arial"/>
              <a:cs typeface="Arial"/>
            </a:endParaRPr>
          </a:p>
          <a:p>
            <a:pPr marL="812800" indent="-342900">
              <a:lnSpc>
                <a:spcPct val="100000"/>
              </a:lnSpc>
              <a:spcBef>
                <a:spcPts val="285"/>
              </a:spcBef>
              <a:buFont typeface="Arial"/>
              <a:buChar char="•"/>
            </a:pPr>
            <a:r>
              <a:rPr lang="en-AU" sz="2400">
                <a:latin typeface="Arial"/>
                <a:cs typeface="Arial"/>
              </a:rPr>
              <a:t>scarce</a:t>
            </a:r>
            <a:r>
              <a:rPr lang="en-AU" sz="2400" spc="-40">
                <a:latin typeface="Arial"/>
                <a:cs typeface="Arial"/>
              </a:rPr>
              <a:t> </a:t>
            </a:r>
            <a:r>
              <a:rPr lang="en-AU" sz="2400" spc="-10">
                <a:latin typeface="Arial"/>
                <a:cs typeface="Arial"/>
              </a:rPr>
              <a:t>resources</a:t>
            </a:r>
            <a:endParaRPr lang="en-AU" sz="2400">
              <a:latin typeface="Arial"/>
              <a:cs typeface="Arial"/>
            </a:endParaRPr>
          </a:p>
          <a:p>
            <a:pPr marL="812800" indent="-342900">
              <a:lnSpc>
                <a:spcPct val="100000"/>
              </a:lnSpc>
              <a:spcBef>
                <a:spcPts val="290"/>
              </a:spcBef>
              <a:buFont typeface="Arial"/>
              <a:buChar char="•"/>
            </a:pPr>
            <a:r>
              <a:rPr lang="en-AU" sz="2400">
                <a:latin typeface="Arial"/>
                <a:cs typeface="Arial"/>
              </a:rPr>
              <a:t>uncertainty</a:t>
            </a:r>
            <a:r>
              <a:rPr lang="en-AU" sz="2400" spc="-60">
                <a:latin typeface="Arial"/>
                <a:cs typeface="Arial"/>
              </a:rPr>
              <a:t> </a:t>
            </a:r>
            <a:r>
              <a:rPr lang="en-AU" sz="2400">
                <a:latin typeface="Arial"/>
                <a:cs typeface="Arial"/>
              </a:rPr>
              <a:t>and</a:t>
            </a:r>
            <a:r>
              <a:rPr lang="en-AU" sz="2400" spc="-40">
                <a:latin typeface="Arial"/>
                <a:cs typeface="Arial"/>
              </a:rPr>
              <a:t> </a:t>
            </a:r>
            <a:r>
              <a:rPr lang="en-AU" sz="2400" spc="-10">
                <a:latin typeface="Arial"/>
                <a:cs typeface="Arial"/>
              </a:rPr>
              <a:t>differentiation</a:t>
            </a:r>
            <a:endParaRPr lang="en-AU" sz="2400">
              <a:latin typeface="Arial"/>
              <a:cs typeface="Arial"/>
            </a:endParaRPr>
          </a:p>
          <a:p>
            <a:pPr marL="12700">
              <a:lnSpc>
                <a:spcPct val="100000"/>
              </a:lnSpc>
              <a:spcBef>
                <a:spcPts val="2390"/>
              </a:spcBef>
            </a:pPr>
            <a:r>
              <a:rPr lang="en-AU" sz="2400">
                <a:latin typeface="Arial"/>
                <a:cs typeface="Arial"/>
              </a:rPr>
              <a:t>Common</a:t>
            </a:r>
            <a:r>
              <a:rPr lang="en-AU" sz="2400" spc="-55">
                <a:latin typeface="Arial"/>
                <a:cs typeface="Arial"/>
              </a:rPr>
              <a:t> </a:t>
            </a:r>
            <a:r>
              <a:rPr lang="en-AU" sz="2400">
                <a:latin typeface="Arial"/>
                <a:cs typeface="Arial"/>
              </a:rPr>
              <a:t>causes</a:t>
            </a:r>
            <a:r>
              <a:rPr lang="en-AU" sz="2400" spc="-45">
                <a:latin typeface="Arial"/>
                <a:cs typeface="Arial"/>
              </a:rPr>
              <a:t> </a:t>
            </a:r>
            <a:r>
              <a:rPr lang="en-AU" sz="2400">
                <a:latin typeface="Arial"/>
                <a:cs typeface="Arial"/>
              </a:rPr>
              <a:t>of</a:t>
            </a:r>
            <a:r>
              <a:rPr lang="en-AU" sz="2400" spc="-20">
                <a:latin typeface="Arial"/>
                <a:cs typeface="Arial"/>
              </a:rPr>
              <a:t> </a:t>
            </a:r>
            <a:r>
              <a:rPr lang="en-AU" sz="2400" b="1">
                <a:latin typeface="Arial"/>
                <a:cs typeface="Arial"/>
              </a:rPr>
              <a:t>interpersonal</a:t>
            </a:r>
            <a:r>
              <a:rPr lang="en-AU" sz="2400" b="1" spc="-45">
                <a:latin typeface="Arial"/>
                <a:cs typeface="Arial"/>
              </a:rPr>
              <a:t> </a:t>
            </a:r>
            <a:r>
              <a:rPr lang="en-AU" sz="2400">
                <a:latin typeface="Arial"/>
                <a:cs typeface="Arial"/>
              </a:rPr>
              <a:t>conflict</a:t>
            </a:r>
            <a:r>
              <a:rPr lang="en-AU" sz="2400" spc="-40">
                <a:latin typeface="Arial"/>
                <a:cs typeface="Arial"/>
              </a:rPr>
              <a:t> </a:t>
            </a:r>
            <a:r>
              <a:rPr lang="en-AU" sz="2400" spc="-10">
                <a:latin typeface="Arial"/>
                <a:cs typeface="Arial"/>
              </a:rPr>
              <a:t>include:</a:t>
            </a:r>
            <a:endParaRPr lang="en-AU" sz="2400">
              <a:latin typeface="Arial"/>
              <a:cs typeface="Arial"/>
            </a:endParaRPr>
          </a:p>
          <a:p>
            <a:pPr marL="812165" marR="5080" indent="-342900">
              <a:lnSpc>
                <a:spcPts val="2810"/>
              </a:lnSpc>
              <a:spcBef>
                <a:spcPts val="640"/>
              </a:spcBef>
              <a:buFont typeface="Arial"/>
              <a:buChar char="•"/>
            </a:pPr>
            <a:r>
              <a:rPr lang="en-AU" sz="2400">
                <a:latin typeface="Arial"/>
                <a:cs typeface="Arial"/>
              </a:rPr>
              <a:t>faulty</a:t>
            </a:r>
            <a:r>
              <a:rPr lang="en-AU" sz="2400" spc="-75">
                <a:latin typeface="Arial"/>
                <a:cs typeface="Arial"/>
              </a:rPr>
              <a:t> </a:t>
            </a:r>
            <a:r>
              <a:rPr lang="en-AU" sz="2400">
                <a:latin typeface="Arial"/>
                <a:cs typeface="Arial"/>
              </a:rPr>
              <a:t>attributions</a:t>
            </a:r>
            <a:r>
              <a:rPr lang="en-AU" sz="2400" spc="-65">
                <a:latin typeface="Arial"/>
                <a:cs typeface="Arial"/>
              </a:rPr>
              <a:t> </a:t>
            </a:r>
            <a:r>
              <a:rPr lang="en-AU" sz="2400">
                <a:latin typeface="Arial"/>
                <a:cs typeface="Arial"/>
              </a:rPr>
              <a:t>(i.e.,</a:t>
            </a:r>
            <a:r>
              <a:rPr lang="en-AU" sz="2400" spc="-70">
                <a:latin typeface="Arial"/>
                <a:cs typeface="Arial"/>
              </a:rPr>
              <a:t> </a:t>
            </a:r>
            <a:r>
              <a:rPr lang="en-AU" sz="2400">
                <a:latin typeface="Arial"/>
                <a:cs typeface="Arial"/>
              </a:rPr>
              <a:t>misconceptions</a:t>
            </a:r>
            <a:r>
              <a:rPr lang="en-AU" sz="2400" spc="-70">
                <a:latin typeface="Arial"/>
                <a:cs typeface="Arial"/>
              </a:rPr>
              <a:t> </a:t>
            </a:r>
            <a:r>
              <a:rPr lang="en-AU" sz="2400">
                <a:latin typeface="Arial"/>
                <a:cs typeface="Arial"/>
              </a:rPr>
              <a:t>around</a:t>
            </a:r>
            <a:r>
              <a:rPr lang="en-AU" sz="2400" spc="-105">
                <a:latin typeface="Arial"/>
                <a:cs typeface="Arial"/>
              </a:rPr>
              <a:t> </a:t>
            </a:r>
            <a:r>
              <a:rPr lang="en-AU" sz="2400">
                <a:latin typeface="Arial"/>
                <a:cs typeface="Arial"/>
              </a:rPr>
              <a:t>the</a:t>
            </a:r>
            <a:r>
              <a:rPr lang="en-AU" sz="2400" spc="-60">
                <a:latin typeface="Arial"/>
                <a:cs typeface="Arial"/>
              </a:rPr>
              <a:t> </a:t>
            </a:r>
            <a:r>
              <a:rPr lang="en-AU" sz="2400" spc="-10">
                <a:latin typeface="Arial"/>
                <a:cs typeface="Arial"/>
              </a:rPr>
              <a:t>reasons </a:t>
            </a:r>
            <a:r>
              <a:rPr lang="en-AU" sz="2400">
                <a:latin typeface="Arial"/>
                <a:cs typeface="Arial"/>
              </a:rPr>
              <a:t>behind</a:t>
            </a:r>
            <a:r>
              <a:rPr lang="en-AU" sz="2400" spc="-110">
                <a:latin typeface="Arial"/>
                <a:cs typeface="Arial"/>
              </a:rPr>
              <a:t> </a:t>
            </a:r>
            <a:r>
              <a:rPr lang="en-AU" sz="2400">
                <a:latin typeface="Arial"/>
                <a:cs typeface="Arial"/>
              </a:rPr>
              <a:t>another’s</a:t>
            </a:r>
            <a:r>
              <a:rPr lang="en-AU" sz="2400" spc="-100">
                <a:latin typeface="Arial"/>
                <a:cs typeface="Arial"/>
              </a:rPr>
              <a:t> </a:t>
            </a:r>
            <a:r>
              <a:rPr lang="en-AU" sz="2400" spc="-10">
                <a:latin typeface="Arial"/>
                <a:cs typeface="Arial"/>
              </a:rPr>
              <a:t>behaviour)</a:t>
            </a:r>
            <a:endParaRPr lang="en-AU" sz="2400">
              <a:latin typeface="Arial"/>
              <a:cs typeface="Arial"/>
            </a:endParaRPr>
          </a:p>
          <a:p>
            <a:pPr marL="812800" indent="-342900">
              <a:lnSpc>
                <a:spcPct val="100000"/>
              </a:lnSpc>
              <a:spcBef>
                <a:spcPts val="245"/>
              </a:spcBef>
              <a:buFont typeface="Arial"/>
              <a:buChar char="•"/>
            </a:pPr>
            <a:r>
              <a:rPr lang="en-AU" sz="2400">
                <a:latin typeface="Arial"/>
                <a:cs typeface="Arial"/>
              </a:rPr>
              <a:t>poor</a:t>
            </a:r>
            <a:r>
              <a:rPr lang="en-AU" sz="2400" spc="-35">
                <a:latin typeface="Arial"/>
                <a:cs typeface="Arial"/>
              </a:rPr>
              <a:t> </a:t>
            </a:r>
            <a:r>
              <a:rPr lang="en-AU" sz="2400" spc="-10">
                <a:latin typeface="Arial"/>
                <a:cs typeface="Arial"/>
              </a:rPr>
              <a:t>communication</a:t>
            </a:r>
            <a:endParaRPr lang="en-AU" sz="2400">
              <a:latin typeface="Arial"/>
              <a:cs typeface="Arial"/>
            </a:endParaRPr>
          </a:p>
          <a:p>
            <a:pPr marL="812800" indent="-342900">
              <a:spcBef>
                <a:spcPts val="290"/>
              </a:spcBef>
              <a:buFont typeface="Arial"/>
              <a:buChar char="•"/>
            </a:pPr>
            <a:r>
              <a:rPr lang="en-AU" sz="2400">
                <a:latin typeface="Arial"/>
                <a:cs typeface="Arial"/>
              </a:rPr>
              <a:t>holding</a:t>
            </a:r>
            <a:r>
              <a:rPr lang="en-AU" sz="2400" spc="-60">
                <a:latin typeface="Arial"/>
                <a:cs typeface="Arial"/>
              </a:rPr>
              <a:t> </a:t>
            </a:r>
            <a:r>
              <a:rPr lang="en-AU" sz="2400">
                <a:latin typeface="Arial"/>
                <a:cs typeface="Arial"/>
              </a:rPr>
              <a:t>personal</a:t>
            </a:r>
            <a:r>
              <a:rPr lang="en-AU" sz="2400" spc="-65">
                <a:latin typeface="Arial"/>
                <a:cs typeface="Arial"/>
              </a:rPr>
              <a:t> </a:t>
            </a:r>
            <a:r>
              <a:rPr lang="en-AU" sz="2400">
                <a:latin typeface="Arial"/>
                <a:cs typeface="Arial"/>
              </a:rPr>
              <a:t>grudges</a:t>
            </a:r>
            <a:r>
              <a:rPr lang="en-AU" sz="2400" spc="-60">
                <a:latin typeface="Arial"/>
                <a:cs typeface="Arial"/>
              </a:rPr>
              <a:t> </a:t>
            </a:r>
            <a:r>
              <a:rPr lang="en-AU" sz="2400">
                <a:latin typeface="Arial"/>
                <a:cs typeface="Arial"/>
              </a:rPr>
              <a:t>(Pinto,</a:t>
            </a:r>
            <a:r>
              <a:rPr lang="en-AU" sz="2400" spc="-50">
                <a:latin typeface="Arial"/>
                <a:cs typeface="Arial"/>
              </a:rPr>
              <a:t> </a:t>
            </a:r>
            <a:r>
              <a:rPr lang="en-AU" sz="2400" spc="-10">
                <a:latin typeface="Arial"/>
                <a:cs typeface="Arial"/>
              </a:rPr>
              <a:t>2010)</a:t>
            </a:r>
            <a:endParaRPr lang="en-AU" sz="2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82</a:t>
            </a:fld>
            <a:endParaRPr spc="-25"/>
          </a:p>
        </p:txBody>
      </p:sp>
      <p:sp>
        <p:nvSpPr>
          <p:cNvPr id="3" name="object 3"/>
          <p:cNvSpPr txBox="1">
            <a:spLocks noGrp="1"/>
          </p:cNvSpPr>
          <p:nvPr>
            <p:ph type="title"/>
          </p:nvPr>
        </p:nvSpPr>
        <p:spPr>
          <a:xfrm>
            <a:off x="2362200" y="148844"/>
            <a:ext cx="75438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Sources of Conflict</a:t>
            </a:r>
            <a:endParaRPr sz="4400"/>
          </a:p>
        </p:txBody>
      </p:sp>
    </p:spTree>
    <p:extLst>
      <p:ext uri="{BB962C8B-B14F-4D97-AF65-F5344CB8AC3E}">
        <p14:creationId xmlns:p14="http://schemas.microsoft.com/office/powerpoint/2010/main" val="368751547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83</a:t>
            </a:fld>
            <a:endParaRPr spc="-25"/>
          </a:p>
        </p:txBody>
      </p:sp>
      <p:sp>
        <p:nvSpPr>
          <p:cNvPr id="3" name="object 3"/>
          <p:cNvSpPr txBox="1">
            <a:spLocks noGrp="1"/>
          </p:cNvSpPr>
          <p:nvPr>
            <p:ph type="title"/>
          </p:nvPr>
        </p:nvSpPr>
        <p:spPr>
          <a:xfrm>
            <a:off x="2362200" y="148844"/>
            <a:ext cx="75438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Sources of Conflict</a:t>
            </a:r>
            <a:endParaRPr sz="4400"/>
          </a:p>
        </p:txBody>
      </p:sp>
      <p:pic>
        <p:nvPicPr>
          <p:cNvPr id="2" name="object 6">
            <a:extLst>
              <a:ext uri="{FF2B5EF4-FFF2-40B4-BE49-F238E27FC236}">
                <a16:creationId xmlns:a16="http://schemas.microsoft.com/office/drawing/2014/main" id="{B22652C1-4D10-E7BC-BA1B-9CB8C36F4462}"/>
              </a:ext>
            </a:extLst>
          </p:cNvPr>
          <p:cNvPicPr/>
          <p:nvPr/>
        </p:nvPicPr>
        <p:blipFill>
          <a:blip r:embed="rId2" cstate="print"/>
          <a:stretch>
            <a:fillRect/>
          </a:stretch>
        </p:blipFill>
        <p:spPr>
          <a:xfrm>
            <a:off x="4572" y="1178052"/>
            <a:ext cx="12187428" cy="4053840"/>
          </a:xfrm>
          <a:prstGeom prst="rect">
            <a:avLst/>
          </a:prstGeom>
        </p:spPr>
      </p:pic>
    </p:spTree>
    <p:extLst>
      <p:ext uri="{BB962C8B-B14F-4D97-AF65-F5344CB8AC3E}">
        <p14:creationId xmlns:p14="http://schemas.microsoft.com/office/powerpoint/2010/main" val="210891780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9967" y="994110"/>
            <a:ext cx="11463724" cy="936154"/>
          </a:xfrm>
          <a:prstGeom prst="rect">
            <a:avLst/>
          </a:prstGeom>
        </p:spPr>
        <p:txBody>
          <a:bodyPr vert="horz" wrap="square" lIns="0" tIns="12700" rIns="0" bIns="0" rtlCol="0" anchor="t">
            <a:spAutoFit/>
          </a:bodyPr>
          <a:lstStyle/>
          <a:p>
            <a:pPr marL="354965" marR="701675" indent="-342900">
              <a:lnSpc>
                <a:spcPts val="2400"/>
              </a:lnSpc>
              <a:spcBef>
                <a:spcPts val="675"/>
              </a:spcBef>
            </a:pPr>
            <a:r>
              <a:rPr lang="en-AU" sz="2200" b="1">
                <a:latin typeface="Arial"/>
                <a:cs typeface="Arial"/>
              </a:rPr>
              <a:t>Methods for resolving</a:t>
            </a:r>
            <a:r>
              <a:rPr lang="en-AU" sz="2200" b="1" spc="-40">
                <a:latin typeface="Arial"/>
                <a:cs typeface="Arial"/>
              </a:rPr>
              <a:t> </a:t>
            </a:r>
            <a:r>
              <a:rPr lang="en-AU" sz="2200" b="1">
                <a:latin typeface="Arial"/>
                <a:cs typeface="Arial"/>
              </a:rPr>
              <a:t>group</a:t>
            </a:r>
            <a:r>
              <a:rPr lang="en-AU" sz="2200" b="1" spc="-40">
                <a:latin typeface="Arial"/>
                <a:cs typeface="Arial"/>
              </a:rPr>
              <a:t> </a:t>
            </a:r>
            <a:r>
              <a:rPr lang="en-AU" sz="2200" b="1">
                <a:latin typeface="Arial"/>
                <a:cs typeface="Arial"/>
              </a:rPr>
              <a:t>conflict</a:t>
            </a:r>
            <a:r>
              <a:rPr lang="en-AU" sz="2200" spc="-25">
                <a:latin typeface="Arial"/>
                <a:cs typeface="Arial"/>
              </a:rPr>
              <a:t> is </a:t>
            </a:r>
            <a:r>
              <a:rPr lang="en-AU" sz="2200">
                <a:latin typeface="Arial"/>
                <a:cs typeface="Arial"/>
              </a:rPr>
              <a:t>at</a:t>
            </a:r>
            <a:r>
              <a:rPr lang="en-AU" sz="2200" spc="-30">
                <a:latin typeface="Arial"/>
                <a:cs typeface="Arial"/>
              </a:rPr>
              <a:t> </a:t>
            </a:r>
            <a:r>
              <a:rPr lang="en-AU" sz="2200" spc="-25">
                <a:latin typeface="Arial"/>
                <a:cs typeface="Arial"/>
              </a:rPr>
              <a:t>the </a:t>
            </a:r>
            <a:r>
              <a:rPr lang="en-AU" sz="2200">
                <a:latin typeface="Arial"/>
                <a:cs typeface="Arial"/>
              </a:rPr>
              <a:t>project</a:t>
            </a:r>
            <a:r>
              <a:rPr lang="en-AU" sz="2200" spc="-55">
                <a:latin typeface="Arial"/>
                <a:cs typeface="Arial"/>
              </a:rPr>
              <a:t> </a:t>
            </a:r>
            <a:r>
              <a:rPr lang="en-AU" sz="2200">
                <a:latin typeface="Arial"/>
                <a:cs typeface="Arial"/>
              </a:rPr>
              <a:t>leader’s</a:t>
            </a:r>
            <a:r>
              <a:rPr lang="en-AU" sz="2200" spc="-65">
                <a:latin typeface="Arial"/>
                <a:cs typeface="Arial"/>
              </a:rPr>
              <a:t> </a:t>
            </a:r>
            <a:r>
              <a:rPr lang="en-AU" sz="2200" spc="-10">
                <a:latin typeface="Arial"/>
                <a:cs typeface="Arial"/>
              </a:rPr>
              <a:t>priorities – should </a:t>
            </a:r>
            <a:r>
              <a:rPr lang="en-AU" sz="2200">
                <a:latin typeface="Arial"/>
                <a:cs typeface="Arial"/>
              </a:rPr>
              <a:t>consider</a:t>
            </a:r>
            <a:r>
              <a:rPr lang="en-AU" sz="2200" spc="-45">
                <a:latin typeface="Arial"/>
                <a:cs typeface="Arial"/>
              </a:rPr>
              <a:t> </a:t>
            </a:r>
            <a:r>
              <a:rPr lang="en-AU" sz="2200">
                <a:latin typeface="Arial"/>
                <a:cs typeface="Arial"/>
              </a:rPr>
              <a:t>several</a:t>
            </a:r>
            <a:r>
              <a:rPr lang="en-AU" sz="2200" spc="-40">
                <a:latin typeface="Arial"/>
                <a:cs typeface="Arial"/>
              </a:rPr>
              <a:t> </a:t>
            </a:r>
            <a:r>
              <a:rPr lang="en-AU" sz="2200">
                <a:latin typeface="Arial"/>
                <a:cs typeface="Arial"/>
              </a:rPr>
              <a:t>issues</a:t>
            </a:r>
            <a:r>
              <a:rPr lang="en-AU" sz="2200" spc="-40">
                <a:latin typeface="Arial"/>
                <a:cs typeface="Arial"/>
              </a:rPr>
              <a:t> before</a:t>
            </a:r>
            <a:r>
              <a:rPr lang="en-AU" sz="2200" spc="-25">
                <a:latin typeface="Arial"/>
                <a:cs typeface="Arial"/>
              </a:rPr>
              <a:t> </a:t>
            </a:r>
            <a:r>
              <a:rPr lang="en-AU" sz="2200" spc="-10">
                <a:latin typeface="Arial"/>
                <a:cs typeface="Arial"/>
              </a:rPr>
              <a:t>deciding </a:t>
            </a:r>
            <a:r>
              <a:rPr lang="en-AU" sz="2200">
                <a:latin typeface="Arial"/>
                <a:cs typeface="Arial"/>
              </a:rPr>
              <a:t>on</a:t>
            </a:r>
            <a:r>
              <a:rPr lang="en-AU" sz="2200" spc="-40">
                <a:latin typeface="Arial"/>
                <a:cs typeface="Arial"/>
              </a:rPr>
              <a:t> </a:t>
            </a:r>
            <a:r>
              <a:rPr lang="en-AU" sz="2200">
                <a:latin typeface="Arial"/>
                <a:cs typeface="Arial"/>
              </a:rPr>
              <a:t>an</a:t>
            </a:r>
            <a:r>
              <a:rPr lang="en-AU" sz="2200" spc="-40">
                <a:latin typeface="Arial"/>
                <a:cs typeface="Arial"/>
              </a:rPr>
              <a:t> </a:t>
            </a:r>
            <a:r>
              <a:rPr lang="en-AU" sz="2200">
                <a:latin typeface="Arial"/>
                <a:cs typeface="Arial"/>
              </a:rPr>
              <a:t>approach,</a:t>
            </a:r>
            <a:r>
              <a:rPr lang="en-AU" sz="2200" spc="-30">
                <a:latin typeface="Arial"/>
                <a:cs typeface="Arial"/>
              </a:rPr>
              <a:t> </a:t>
            </a:r>
            <a:r>
              <a:rPr lang="en-AU" sz="2200">
                <a:latin typeface="Arial"/>
                <a:cs typeface="Arial"/>
              </a:rPr>
              <a:t>e.g.,</a:t>
            </a:r>
            <a:r>
              <a:rPr lang="en-AU" sz="2200" spc="-25">
                <a:latin typeface="Arial"/>
                <a:cs typeface="Arial"/>
              </a:rPr>
              <a:t> </a:t>
            </a:r>
            <a:r>
              <a:rPr lang="en-AU" sz="2200">
                <a:latin typeface="Arial"/>
                <a:cs typeface="Arial"/>
              </a:rPr>
              <a:t>is</a:t>
            </a:r>
            <a:r>
              <a:rPr lang="en-AU" sz="2200" spc="-30">
                <a:latin typeface="Arial"/>
                <a:cs typeface="Arial"/>
              </a:rPr>
              <a:t> </a:t>
            </a:r>
            <a:r>
              <a:rPr lang="en-AU" sz="2200">
                <a:latin typeface="Arial"/>
                <a:cs typeface="Arial"/>
              </a:rPr>
              <a:t>the</a:t>
            </a:r>
            <a:r>
              <a:rPr lang="en-AU" sz="2200" spc="-35">
                <a:latin typeface="Arial"/>
                <a:cs typeface="Arial"/>
              </a:rPr>
              <a:t> </a:t>
            </a:r>
            <a:r>
              <a:rPr lang="en-AU" sz="2200">
                <a:latin typeface="Arial"/>
                <a:cs typeface="Arial"/>
              </a:rPr>
              <a:t>conflict</a:t>
            </a:r>
            <a:r>
              <a:rPr lang="en-AU" sz="2200" spc="-30">
                <a:latin typeface="Arial"/>
                <a:cs typeface="Arial"/>
              </a:rPr>
              <a:t> </a:t>
            </a:r>
            <a:r>
              <a:rPr lang="en-AU" sz="2200">
                <a:latin typeface="Arial"/>
                <a:cs typeface="Arial"/>
              </a:rPr>
              <a:t>professional</a:t>
            </a:r>
            <a:r>
              <a:rPr lang="en-AU" sz="2200" spc="-45">
                <a:latin typeface="Arial"/>
                <a:cs typeface="Arial"/>
              </a:rPr>
              <a:t> </a:t>
            </a:r>
            <a:r>
              <a:rPr lang="en-AU" sz="2200">
                <a:latin typeface="Arial"/>
                <a:cs typeface="Arial"/>
              </a:rPr>
              <a:t>or</a:t>
            </a:r>
            <a:r>
              <a:rPr lang="en-AU" sz="2200" spc="-25">
                <a:latin typeface="Arial"/>
                <a:cs typeface="Arial"/>
              </a:rPr>
              <a:t> </a:t>
            </a:r>
            <a:r>
              <a:rPr lang="en-AU" sz="2200" spc="-10">
                <a:latin typeface="Arial"/>
                <a:cs typeface="Arial"/>
              </a:rPr>
              <a:t>personal </a:t>
            </a:r>
            <a:r>
              <a:rPr lang="en-AU" sz="2200">
                <a:latin typeface="Arial"/>
                <a:cs typeface="Arial"/>
              </a:rPr>
              <a:t>in</a:t>
            </a:r>
            <a:r>
              <a:rPr lang="en-AU" sz="2200" spc="-10">
                <a:latin typeface="Arial"/>
                <a:cs typeface="Arial"/>
              </a:rPr>
              <a:t> nature?</a:t>
            </a:r>
            <a:endParaRPr lang="en-AU" sz="22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84</a:t>
            </a:fld>
            <a:endParaRPr spc="-25"/>
          </a:p>
        </p:txBody>
      </p:sp>
      <p:sp>
        <p:nvSpPr>
          <p:cNvPr id="3" name="object 3"/>
          <p:cNvSpPr txBox="1">
            <a:spLocks noGrp="1"/>
          </p:cNvSpPr>
          <p:nvPr>
            <p:ph type="title"/>
          </p:nvPr>
        </p:nvSpPr>
        <p:spPr>
          <a:xfrm>
            <a:off x="2362200" y="148844"/>
            <a:ext cx="75438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Resolving Conflict</a:t>
            </a:r>
            <a:endParaRPr sz="4400"/>
          </a:p>
        </p:txBody>
      </p:sp>
      <p:pic>
        <p:nvPicPr>
          <p:cNvPr id="8" name="object 5">
            <a:extLst>
              <a:ext uri="{FF2B5EF4-FFF2-40B4-BE49-F238E27FC236}">
                <a16:creationId xmlns:a16="http://schemas.microsoft.com/office/drawing/2014/main" id="{718915BE-8F6F-7BE1-F5A1-B002954C9F44}"/>
              </a:ext>
            </a:extLst>
          </p:cNvPr>
          <p:cNvPicPr/>
          <p:nvPr/>
        </p:nvPicPr>
        <p:blipFill>
          <a:blip r:embed="rId2" cstate="print"/>
          <a:stretch>
            <a:fillRect/>
          </a:stretch>
        </p:blipFill>
        <p:spPr>
          <a:xfrm>
            <a:off x="3923857" y="1841984"/>
            <a:ext cx="5844539" cy="4451182"/>
          </a:xfrm>
          <a:prstGeom prst="rect">
            <a:avLst/>
          </a:prstGeom>
        </p:spPr>
      </p:pic>
      <p:sp>
        <p:nvSpPr>
          <p:cNvPr id="9" name="TextBox 8">
            <a:extLst>
              <a:ext uri="{FF2B5EF4-FFF2-40B4-BE49-F238E27FC236}">
                <a16:creationId xmlns:a16="http://schemas.microsoft.com/office/drawing/2014/main" id="{6173EF9C-721A-42C4-732E-AA98EC1B8009}"/>
              </a:ext>
            </a:extLst>
          </p:cNvPr>
          <p:cNvSpPr txBox="1"/>
          <p:nvPr/>
        </p:nvSpPr>
        <p:spPr>
          <a:xfrm>
            <a:off x="268638" y="2761281"/>
            <a:ext cx="3660183"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AU" sz="2400" b="1">
                <a:latin typeface="Arial"/>
              </a:rPr>
              <a:t>Conflict handling model </a:t>
            </a:r>
            <a:r>
              <a:rPr lang="en-AU" sz="2400">
                <a:latin typeface="Arial"/>
              </a:rPr>
              <a:t>(Blake and Mouton):</a:t>
            </a:r>
            <a:r>
              <a:rPr lang="en-US" sz="2400">
                <a:latin typeface="Arial"/>
                <a:cs typeface="Arial"/>
              </a:rPr>
              <a:t>​</a:t>
            </a:r>
            <a:endParaRPr lang="en-US"/>
          </a:p>
        </p:txBody>
      </p:sp>
    </p:spTree>
    <p:extLst>
      <p:ext uri="{BB962C8B-B14F-4D97-AF65-F5344CB8AC3E}">
        <p14:creationId xmlns:p14="http://schemas.microsoft.com/office/powerpoint/2010/main" val="296422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randombar(horizontal)">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85</a:t>
            </a:fld>
            <a:endParaRPr spc="-25"/>
          </a:p>
        </p:txBody>
      </p:sp>
      <p:sp>
        <p:nvSpPr>
          <p:cNvPr id="3" name="object 3"/>
          <p:cNvSpPr txBox="1">
            <a:spLocks noGrp="1"/>
          </p:cNvSpPr>
          <p:nvPr>
            <p:ph type="title"/>
          </p:nvPr>
        </p:nvSpPr>
        <p:spPr>
          <a:xfrm>
            <a:off x="2362200" y="148844"/>
            <a:ext cx="75438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Resolving Conflict</a:t>
            </a:r>
            <a:endParaRPr sz="4400"/>
          </a:p>
        </p:txBody>
      </p:sp>
      <p:pic>
        <p:nvPicPr>
          <p:cNvPr id="6" name="object 5">
            <a:extLst>
              <a:ext uri="{FF2B5EF4-FFF2-40B4-BE49-F238E27FC236}">
                <a16:creationId xmlns:a16="http://schemas.microsoft.com/office/drawing/2014/main" id="{98EE94C6-F731-F8BB-AC6E-B089BA0893E9}"/>
              </a:ext>
            </a:extLst>
          </p:cNvPr>
          <p:cNvPicPr/>
          <p:nvPr/>
        </p:nvPicPr>
        <p:blipFill>
          <a:blip r:embed="rId2" cstate="print"/>
          <a:stretch>
            <a:fillRect/>
          </a:stretch>
        </p:blipFill>
        <p:spPr>
          <a:xfrm>
            <a:off x="6132365" y="1207522"/>
            <a:ext cx="5844539" cy="4451182"/>
          </a:xfrm>
          <a:prstGeom prst="rect">
            <a:avLst/>
          </a:prstGeom>
        </p:spPr>
      </p:pic>
      <p:sp>
        <p:nvSpPr>
          <p:cNvPr id="8" name="TextBox 7">
            <a:extLst>
              <a:ext uri="{FF2B5EF4-FFF2-40B4-BE49-F238E27FC236}">
                <a16:creationId xmlns:a16="http://schemas.microsoft.com/office/drawing/2014/main" id="{734C81C2-4E8B-B657-A62A-C0CFA8F7328B}"/>
              </a:ext>
            </a:extLst>
          </p:cNvPr>
          <p:cNvSpPr txBox="1"/>
          <p:nvPr/>
        </p:nvSpPr>
        <p:spPr>
          <a:xfrm>
            <a:off x="113654" y="833881"/>
            <a:ext cx="5980691"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812165" indent="-342900" algn="just" rtl="0">
              <a:buAutoNum type="arabicPeriod"/>
            </a:pPr>
            <a:r>
              <a:rPr lang="en-US" sz="2000">
                <a:latin typeface="Arial"/>
                <a:cs typeface="Arial"/>
              </a:rPr>
              <a:t>willingness of one party in a conflict to place the opponent’s interests above their own (smoothing) </a:t>
            </a:r>
          </a:p>
          <a:p>
            <a:pPr marL="926465" indent="-457200" algn="just">
              <a:buAutoNum type="arabicPeriod"/>
            </a:pPr>
            <a:endParaRPr lang="en-AU" sz="2000">
              <a:latin typeface="Arial"/>
              <a:cs typeface="Arial"/>
            </a:endParaRPr>
          </a:p>
          <a:p>
            <a:pPr marL="812165" indent="-342900" algn="just">
              <a:buAutoNum type="arabicPeriod"/>
            </a:pPr>
            <a:r>
              <a:rPr lang="en-US" sz="2000">
                <a:latin typeface="Arial"/>
                <a:cs typeface="Arial"/>
              </a:rPr>
              <a:t>desire to withdraw from, or suppress, a conflict (withdrawal)</a:t>
            </a:r>
            <a:endParaRPr lang="en-AU" sz="2000">
              <a:latin typeface="Arial"/>
              <a:cs typeface="Arial"/>
            </a:endParaRPr>
          </a:p>
          <a:p>
            <a:pPr marL="469265" algn="just"/>
            <a:endParaRPr lang="en-US" sz="2000">
              <a:latin typeface="Arial"/>
              <a:cs typeface="Arial"/>
            </a:endParaRPr>
          </a:p>
          <a:p>
            <a:pPr marL="469265" algn="just"/>
            <a:r>
              <a:rPr lang="en-AU" sz="2000">
                <a:latin typeface="Arial"/>
                <a:cs typeface="Arial"/>
              </a:rPr>
              <a:t>3. situation where the parties to a conflict each desire to satisfy fully the concerns of all parties (confrontation or problem-solving)</a:t>
            </a:r>
            <a:r>
              <a:rPr lang="en-US" sz="2000">
                <a:latin typeface="Arial"/>
                <a:cs typeface="Arial"/>
              </a:rPr>
              <a:t> </a:t>
            </a:r>
            <a:endParaRPr lang="en-US"/>
          </a:p>
          <a:p>
            <a:pPr marL="469265" algn="just"/>
            <a:endParaRPr lang="en-US" sz="2000">
              <a:latin typeface="Arial"/>
              <a:cs typeface="Arial"/>
            </a:endParaRPr>
          </a:p>
          <a:p>
            <a:pPr marL="469265" algn="just"/>
            <a:r>
              <a:rPr lang="en-US" sz="2000">
                <a:latin typeface="Arial"/>
                <a:cs typeface="Arial"/>
              </a:rPr>
              <a:t>4. </a:t>
            </a:r>
            <a:r>
              <a:rPr lang="en-AU" sz="2000">
                <a:latin typeface="Arial"/>
                <a:cs typeface="Arial"/>
              </a:rPr>
              <a:t>desire to satisfy one’s interests, regardless of the impact on the other parties to the conflict</a:t>
            </a:r>
            <a:r>
              <a:rPr lang="en-US" sz="2000">
                <a:latin typeface="Arial"/>
                <a:cs typeface="Arial"/>
              </a:rPr>
              <a:t> (forcing)</a:t>
            </a:r>
            <a:endParaRPr lang="en-US"/>
          </a:p>
          <a:p>
            <a:pPr marL="469265" algn="just"/>
            <a:endParaRPr lang="en-US" sz="2000">
              <a:latin typeface="Arial"/>
              <a:cs typeface="Arial"/>
            </a:endParaRPr>
          </a:p>
          <a:p>
            <a:pPr marL="469265" algn="just"/>
            <a:r>
              <a:rPr lang="en-US" sz="2000">
                <a:latin typeface="Arial"/>
                <a:cs typeface="Arial"/>
              </a:rPr>
              <a:t>5. situation in which each party to a conflict is willing to give up something of value </a:t>
            </a:r>
            <a:endParaRPr lang="en-US"/>
          </a:p>
          <a:p>
            <a:pPr marL="812165" indent="-342900" algn="just">
              <a:buAutoNum type="arabicPeriod"/>
            </a:pPr>
            <a:endParaRPr lang="en-US" sz="2000">
              <a:latin typeface="Arial"/>
              <a:cs typeface="Segoe UI"/>
            </a:endParaRPr>
          </a:p>
        </p:txBody>
      </p:sp>
    </p:spTree>
    <p:extLst>
      <p:ext uri="{BB962C8B-B14F-4D97-AF65-F5344CB8AC3E}">
        <p14:creationId xmlns:p14="http://schemas.microsoft.com/office/powerpoint/2010/main" val="2991597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86</a:t>
            </a:fld>
            <a:endParaRPr spc="-25"/>
          </a:p>
        </p:txBody>
      </p:sp>
      <p:sp>
        <p:nvSpPr>
          <p:cNvPr id="3" name="object 3"/>
          <p:cNvSpPr txBox="1">
            <a:spLocks noGrp="1"/>
          </p:cNvSpPr>
          <p:nvPr>
            <p:ph type="title"/>
          </p:nvPr>
        </p:nvSpPr>
        <p:spPr>
          <a:xfrm>
            <a:off x="2362200" y="148844"/>
            <a:ext cx="7543800" cy="689932"/>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Resolving Conflict</a:t>
            </a:r>
            <a:endParaRPr sz="4400"/>
          </a:p>
        </p:txBody>
      </p:sp>
      <p:sp>
        <p:nvSpPr>
          <p:cNvPr id="5" name="object 2">
            <a:extLst>
              <a:ext uri="{FF2B5EF4-FFF2-40B4-BE49-F238E27FC236}">
                <a16:creationId xmlns:a16="http://schemas.microsoft.com/office/drawing/2014/main" id="{4AC0CE2D-7630-B383-C8D2-2276758E2820}"/>
              </a:ext>
            </a:extLst>
          </p:cNvPr>
          <p:cNvSpPr txBox="1"/>
          <p:nvPr/>
        </p:nvSpPr>
        <p:spPr>
          <a:xfrm>
            <a:off x="308830" y="1119922"/>
            <a:ext cx="11570710" cy="4613442"/>
          </a:xfrm>
          <a:prstGeom prst="rect">
            <a:avLst/>
          </a:prstGeom>
        </p:spPr>
        <p:txBody>
          <a:bodyPr vert="horz" wrap="square" lIns="0" tIns="12065" rIns="0" bIns="0" rtlCol="0" anchor="t">
            <a:spAutoFit/>
          </a:bodyPr>
          <a:lstStyle/>
          <a:p>
            <a:pPr marL="12700">
              <a:spcBef>
                <a:spcPts val="2520"/>
              </a:spcBef>
            </a:pPr>
            <a:r>
              <a:rPr lang="en-AU" sz="2400" b="1">
                <a:latin typeface="Arial"/>
                <a:cs typeface="Arial"/>
              </a:rPr>
              <a:t>Conflict handling model </a:t>
            </a:r>
            <a:r>
              <a:rPr lang="en-AU" sz="2400">
                <a:latin typeface="Arial"/>
                <a:cs typeface="Arial"/>
              </a:rPr>
              <a:t>(Blake and Mouton):</a:t>
            </a:r>
            <a:endParaRPr lang="en-US"/>
          </a:p>
          <a:p>
            <a:pPr marL="926465" marR="5080" indent="-457200" algn="just">
              <a:lnSpc>
                <a:spcPct val="80000"/>
              </a:lnSpc>
              <a:spcBef>
                <a:spcPts val="2415"/>
              </a:spcBef>
              <a:buAutoNum type="arabicPeriod"/>
            </a:pPr>
            <a:r>
              <a:rPr lang="en-US" sz="2400" b="1">
                <a:latin typeface="Arial"/>
                <a:cs typeface="Arial"/>
              </a:rPr>
              <a:t>Accommodating </a:t>
            </a:r>
            <a:r>
              <a:rPr lang="en-US" sz="2400">
                <a:latin typeface="Arial"/>
                <a:cs typeface="Arial"/>
              </a:rPr>
              <a:t>(smoothing): the willingness of one party in a conflict to place the opponent’s interests above their own</a:t>
            </a:r>
            <a:endParaRPr lang="en-AU" sz="2400" b="1">
              <a:latin typeface="Arial"/>
              <a:cs typeface="Arial"/>
            </a:endParaRPr>
          </a:p>
          <a:p>
            <a:pPr marL="469900" algn="l">
              <a:lnSpc>
                <a:spcPts val="2735"/>
              </a:lnSpc>
              <a:spcBef>
                <a:spcPts val="2130"/>
              </a:spcBef>
              <a:buAutoNum type="arabicPeriod"/>
            </a:pPr>
            <a:r>
              <a:rPr lang="en-US" sz="2400" b="1">
                <a:latin typeface="Arial"/>
                <a:cs typeface="Arial"/>
              </a:rPr>
              <a:t>  Avoiding </a:t>
            </a:r>
            <a:r>
              <a:rPr lang="en-US" sz="2400">
                <a:latin typeface="Arial"/>
                <a:cs typeface="Arial"/>
              </a:rPr>
              <a:t>(withdrawal): the desire to withdraw from, or suppress, a conflict</a:t>
            </a:r>
          </a:p>
          <a:p>
            <a:pPr marL="812165" marR="152400" indent="-342900" algn="just">
              <a:lnSpc>
                <a:spcPts val="2110"/>
              </a:lnSpc>
              <a:spcBef>
                <a:spcPts val="2385"/>
              </a:spcBef>
              <a:buAutoNum type="arabicPeriod"/>
            </a:pPr>
            <a:r>
              <a:rPr lang="en-AU" sz="2400" b="1">
                <a:latin typeface="Arial"/>
                <a:cs typeface="Arial"/>
              </a:rPr>
              <a:t>Collaborating </a:t>
            </a:r>
            <a:r>
              <a:rPr lang="en-AU" sz="2400">
                <a:latin typeface="Arial"/>
                <a:cs typeface="Arial"/>
              </a:rPr>
              <a:t>(confrontation or problem-solving): a situation where the parties to a conflict each desire to satisfy fully the concerns of all parties</a:t>
            </a:r>
            <a:endParaRPr lang="en-US" sz="2400">
              <a:latin typeface="Arial"/>
              <a:cs typeface="Arial"/>
            </a:endParaRPr>
          </a:p>
          <a:p>
            <a:pPr marL="812165" marR="5080" indent="-342900" algn="just">
              <a:lnSpc>
                <a:spcPct val="80000"/>
              </a:lnSpc>
              <a:spcBef>
                <a:spcPts val="2415"/>
              </a:spcBef>
              <a:buAutoNum type="arabicPeriod"/>
            </a:pPr>
            <a:r>
              <a:rPr lang="en-AU" sz="2400" b="1">
                <a:latin typeface="Arial"/>
                <a:cs typeface="Arial"/>
              </a:rPr>
              <a:t>Competing </a:t>
            </a:r>
            <a:r>
              <a:rPr lang="en-AU" sz="2400">
                <a:latin typeface="Arial"/>
                <a:cs typeface="Arial"/>
              </a:rPr>
              <a:t>(forcing): a desire to satisfy one’s interests, regardless of the impact on the other parties to the conflict</a:t>
            </a:r>
            <a:endParaRPr lang="en-AU"/>
          </a:p>
          <a:p>
            <a:pPr marL="756285" marR="5080" indent="-287020">
              <a:lnSpc>
                <a:spcPct val="90100"/>
              </a:lnSpc>
              <a:spcBef>
                <a:spcPts val="2395"/>
              </a:spcBef>
              <a:buAutoNum type="arabicPeriod"/>
            </a:pPr>
            <a:r>
              <a:rPr lang="en-US" sz="2400" b="1">
                <a:latin typeface="Arial"/>
                <a:cs typeface="Arial"/>
              </a:rPr>
              <a:t>Compromising</a:t>
            </a:r>
            <a:r>
              <a:rPr lang="en-US" sz="2400">
                <a:latin typeface="Arial"/>
                <a:cs typeface="Arial"/>
              </a:rPr>
              <a:t>:</a:t>
            </a:r>
            <a:r>
              <a:rPr lang="en-US" sz="2400" spc="-70">
                <a:latin typeface="Arial"/>
                <a:cs typeface="Arial"/>
              </a:rPr>
              <a:t> </a:t>
            </a:r>
            <a:r>
              <a:rPr lang="en-US" sz="2400">
                <a:latin typeface="Arial"/>
                <a:cs typeface="Arial"/>
              </a:rPr>
              <a:t>a</a:t>
            </a:r>
            <a:r>
              <a:rPr lang="en-US" sz="2400" spc="-65">
                <a:latin typeface="Arial"/>
                <a:cs typeface="Arial"/>
              </a:rPr>
              <a:t> </a:t>
            </a:r>
            <a:r>
              <a:rPr lang="en-US" sz="2400">
                <a:latin typeface="Arial"/>
                <a:cs typeface="Arial"/>
              </a:rPr>
              <a:t>situation</a:t>
            </a:r>
            <a:r>
              <a:rPr lang="en-US" sz="2400" spc="-55">
                <a:latin typeface="Arial"/>
                <a:cs typeface="Arial"/>
              </a:rPr>
              <a:t> </a:t>
            </a:r>
            <a:r>
              <a:rPr lang="en-US" sz="2400">
                <a:latin typeface="Arial"/>
                <a:cs typeface="Arial"/>
              </a:rPr>
              <a:t>in</a:t>
            </a:r>
            <a:r>
              <a:rPr lang="en-US" sz="2400" spc="-50">
                <a:latin typeface="Arial"/>
                <a:cs typeface="Arial"/>
              </a:rPr>
              <a:t> </a:t>
            </a:r>
            <a:r>
              <a:rPr lang="en-US" sz="2400">
                <a:latin typeface="Arial"/>
                <a:cs typeface="Arial"/>
              </a:rPr>
              <a:t>which</a:t>
            </a:r>
            <a:r>
              <a:rPr lang="en-US" sz="2400" spc="-45">
                <a:latin typeface="Arial"/>
                <a:cs typeface="Arial"/>
              </a:rPr>
              <a:t> </a:t>
            </a:r>
            <a:r>
              <a:rPr lang="en-US" sz="2400">
                <a:latin typeface="Arial"/>
                <a:cs typeface="Arial"/>
              </a:rPr>
              <a:t>each</a:t>
            </a:r>
            <a:r>
              <a:rPr lang="en-US" sz="2400" spc="-50">
                <a:latin typeface="Arial"/>
                <a:cs typeface="Arial"/>
              </a:rPr>
              <a:t> </a:t>
            </a:r>
            <a:r>
              <a:rPr lang="en-US" sz="2400">
                <a:latin typeface="Arial"/>
                <a:cs typeface="Arial"/>
              </a:rPr>
              <a:t>party</a:t>
            </a:r>
            <a:r>
              <a:rPr lang="en-US" sz="2400" spc="-55">
                <a:latin typeface="Arial"/>
                <a:cs typeface="Arial"/>
              </a:rPr>
              <a:t> </a:t>
            </a:r>
            <a:r>
              <a:rPr lang="en-US" sz="2400" spc="-25">
                <a:latin typeface="Arial"/>
                <a:cs typeface="Arial"/>
              </a:rPr>
              <a:t>to </a:t>
            </a:r>
            <a:r>
              <a:rPr lang="en-US" sz="2400">
                <a:latin typeface="Arial"/>
                <a:cs typeface="Arial"/>
              </a:rPr>
              <a:t>a</a:t>
            </a:r>
            <a:r>
              <a:rPr lang="en-US" sz="2400" spc="-65">
                <a:latin typeface="Arial"/>
                <a:cs typeface="Arial"/>
              </a:rPr>
              <a:t> </a:t>
            </a:r>
            <a:r>
              <a:rPr lang="en-US" sz="2400">
                <a:latin typeface="Arial"/>
                <a:cs typeface="Arial"/>
              </a:rPr>
              <a:t>conflict</a:t>
            </a:r>
            <a:r>
              <a:rPr lang="en-US" sz="2400" spc="-55">
                <a:latin typeface="Arial"/>
                <a:cs typeface="Arial"/>
              </a:rPr>
              <a:t> </a:t>
            </a:r>
            <a:r>
              <a:rPr lang="en-US" sz="2400">
                <a:latin typeface="Arial"/>
                <a:cs typeface="Arial"/>
              </a:rPr>
              <a:t>is</a:t>
            </a:r>
            <a:r>
              <a:rPr lang="en-US" sz="2400" spc="-60">
                <a:latin typeface="Arial"/>
                <a:cs typeface="Arial"/>
              </a:rPr>
              <a:t> </a:t>
            </a:r>
            <a:r>
              <a:rPr lang="en-US" sz="2400">
                <a:latin typeface="Arial"/>
                <a:cs typeface="Arial"/>
              </a:rPr>
              <a:t>willing</a:t>
            </a:r>
            <a:r>
              <a:rPr lang="en-US" sz="2400" spc="-25">
                <a:latin typeface="Arial"/>
                <a:cs typeface="Arial"/>
              </a:rPr>
              <a:t> </a:t>
            </a:r>
            <a:r>
              <a:rPr lang="en-US" sz="2400">
                <a:latin typeface="Arial"/>
                <a:cs typeface="Arial"/>
              </a:rPr>
              <a:t>to</a:t>
            </a:r>
            <a:r>
              <a:rPr lang="en-US" sz="2400" spc="-70">
                <a:latin typeface="Arial"/>
                <a:cs typeface="Arial"/>
              </a:rPr>
              <a:t> </a:t>
            </a:r>
            <a:r>
              <a:rPr lang="en-US" sz="2400">
                <a:latin typeface="Arial"/>
                <a:cs typeface="Arial"/>
              </a:rPr>
              <a:t>give</a:t>
            </a:r>
            <a:r>
              <a:rPr lang="en-US" sz="2400" spc="-65">
                <a:latin typeface="Arial"/>
                <a:cs typeface="Arial"/>
              </a:rPr>
              <a:t> </a:t>
            </a:r>
            <a:r>
              <a:rPr lang="en-US" sz="2400">
                <a:latin typeface="Arial"/>
                <a:cs typeface="Arial"/>
              </a:rPr>
              <a:t>up</a:t>
            </a:r>
            <a:r>
              <a:rPr lang="en-US" sz="2400" spc="-70">
                <a:latin typeface="Arial"/>
                <a:cs typeface="Arial"/>
              </a:rPr>
              <a:t> </a:t>
            </a:r>
            <a:r>
              <a:rPr lang="en-US" sz="2400">
                <a:latin typeface="Arial"/>
                <a:cs typeface="Arial"/>
              </a:rPr>
              <a:t>something</a:t>
            </a:r>
            <a:r>
              <a:rPr lang="en-US" sz="2400" spc="-50">
                <a:latin typeface="Arial"/>
                <a:cs typeface="Arial"/>
              </a:rPr>
              <a:t> </a:t>
            </a:r>
            <a:r>
              <a:rPr lang="en-US" sz="2400" spc="-25">
                <a:latin typeface="Arial"/>
                <a:cs typeface="Arial"/>
              </a:rPr>
              <a:t>of</a:t>
            </a:r>
            <a:r>
              <a:rPr lang="en-US" sz="2400" spc="600">
                <a:latin typeface="Arial"/>
                <a:cs typeface="Arial"/>
              </a:rPr>
              <a:t> </a:t>
            </a:r>
            <a:r>
              <a:rPr lang="en-US" sz="2400" spc="-20">
                <a:latin typeface="Arial"/>
                <a:cs typeface="Arial"/>
              </a:rPr>
              <a:t>value</a:t>
            </a:r>
          </a:p>
        </p:txBody>
      </p:sp>
    </p:spTree>
    <p:extLst>
      <p:ext uri="{BB962C8B-B14F-4D97-AF65-F5344CB8AC3E}">
        <p14:creationId xmlns:p14="http://schemas.microsoft.com/office/powerpoint/2010/main" val="41947627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C46B7-6B58-AA35-8BAE-FCBA9BCC117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3F5F5F1-046E-3DCA-E452-FD4643FBBD5D}"/>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87</a:t>
            </a:fld>
            <a:endParaRPr spc="-25"/>
          </a:p>
        </p:txBody>
      </p:sp>
      <p:sp>
        <p:nvSpPr>
          <p:cNvPr id="3" name="object 3">
            <a:extLst>
              <a:ext uri="{FF2B5EF4-FFF2-40B4-BE49-F238E27FC236}">
                <a16:creationId xmlns:a16="http://schemas.microsoft.com/office/drawing/2014/main" id="{D050050B-6942-F5C0-2655-C721443DA9A5}"/>
              </a:ext>
            </a:extLst>
          </p:cNvPr>
          <p:cNvSpPr txBox="1">
            <a:spLocks noGrp="1"/>
          </p:cNvSpPr>
          <p:nvPr>
            <p:ph type="title"/>
          </p:nvPr>
        </p:nvSpPr>
        <p:spPr>
          <a:xfrm>
            <a:off x="469106" y="363157"/>
            <a:ext cx="10937080" cy="689932"/>
          </a:xfrm>
          <a:prstGeom prst="rect">
            <a:avLst/>
          </a:prstGeom>
        </p:spPr>
        <p:txBody>
          <a:bodyPr vert="horz" wrap="square" lIns="0" tIns="12700" rIns="0" bIns="0" rtlCol="0" anchor="t">
            <a:spAutoFit/>
          </a:bodyPr>
          <a:lstStyle/>
          <a:p>
            <a:pPr marL="12700" algn="l">
              <a:spcBef>
                <a:spcPts val="100"/>
              </a:spcBef>
            </a:pPr>
            <a:r>
              <a:rPr lang="en-AU" sz="4400" spc="70">
                <a:solidFill>
                  <a:srgbClr val="000000"/>
                </a:solidFill>
              </a:rPr>
              <a:t>Agile Development – Week 2 </a:t>
            </a:r>
            <a:endParaRPr lang="en-US" sz="4400"/>
          </a:p>
        </p:txBody>
      </p:sp>
      <p:sp>
        <p:nvSpPr>
          <p:cNvPr id="5" name="object 2">
            <a:extLst>
              <a:ext uri="{FF2B5EF4-FFF2-40B4-BE49-F238E27FC236}">
                <a16:creationId xmlns:a16="http://schemas.microsoft.com/office/drawing/2014/main" id="{04F1C408-1A75-295B-B32D-6A011D47DB3A}"/>
              </a:ext>
            </a:extLst>
          </p:cNvPr>
          <p:cNvSpPr txBox="1"/>
          <p:nvPr/>
        </p:nvSpPr>
        <p:spPr>
          <a:xfrm>
            <a:off x="305910" y="1973803"/>
            <a:ext cx="11599464" cy="3798989"/>
          </a:xfrm>
          <a:prstGeom prst="rect">
            <a:avLst/>
          </a:prstGeom>
        </p:spPr>
        <p:txBody>
          <a:bodyPr vert="horz" wrap="square" lIns="0" tIns="12065" rIns="0" bIns="0" rtlCol="0" anchor="t">
            <a:spAutoFit/>
          </a:bodyPr>
          <a:lstStyle/>
          <a:p>
            <a:pPr marL="812165" marR="5080" indent="-342900" algn="just">
              <a:lnSpc>
                <a:spcPct val="80000"/>
              </a:lnSpc>
              <a:spcBef>
                <a:spcPts val="2415"/>
              </a:spcBef>
              <a:buFont typeface="Arial"/>
              <a:buChar char="•"/>
            </a:pPr>
            <a:r>
              <a:rPr lang="en-AU" sz="2400">
                <a:latin typeface="Arial"/>
                <a:cs typeface="Arial"/>
              </a:rPr>
              <a:t>Public holiday – update on Ed (e.g., recording)</a:t>
            </a:r>
          </a:p>
          <a:p>
            <a:pPr marL="812165" marR="5080" indent="-342900" algn="just">
              <a:lnSpc>
                <a:spcPct val="80000"/>
              </a:lnSpc>
              <a:spcBef>
                <a:spcPts val="2415"/>
              </a:spcBef>
              <a:buFont typeface="Arial"/>
              <a:buChar char="•"/>
            </a:pPr>
            <a:r>
              <a:rPr lang="en-AU" sz="2400">
                <a:latin typeface="Arial"/>
                <a:cs typeface="Arial"/>
              </a:rPr>
              <a:t>Agile values and principles </a:t>
            </a:r>
            <a:endParaRPr lang="en-US" sz="2400"/>
          </a:p>
          <a:p>
            <a:pPr marL="812165" marR="152400" indent="-342900" algn="just">
              <a:lnSpc>
                <a:spcPts val="2110"/>
              </a:lnSpc>
              <a:spcBef>
                <a:spcPts val="2385"/>
              </a:spcBef>
              <a:buFont typeface="Arial"/>
              <a:buChar char="•"/>
            </a:pPr>
            <a:r>
              <a:rPr lang="en-AU" sz="2400">
                <a:latin typeface="Arial"/>
                <a:cs typeface="Arial"/>
              </a:rPr>
              <a:t>Scrum method; team structure, roles, interaction </a:t>
            </a:r>
            <a:endParaRPr lang="en-US" sz="2400"/>
          </a:p>
          <a:p>
            <a:pPr marL="812165" marR="152400" indent="-342900" algn="just">
              <a:lnSpc>
                <a:spcPts val="2110"/>
              </a:lnSpc>
              <a:spcBef>
                <a:spcPts val="2385"/>
              </a:spcBef>
              <a:buFont typeface="Arial"/>
              <a:buChar char="•"/>
            </a:pPr>
            <a:r>
              <a:rPr lang="en-AU" sz="2400">
                <a:latin typeface="Arial"/>
                <a:cs typeface="Arial"/>
              </a:rPr>
              <a:t>Scrum method; sprints, events and product backlog </a:t>
            </a:r>
          </a:p>
          <a:p>
            <a:pPr marL="812165" marR="152400" indent="-342900" algn="just">
              <a:lnSpc>
                <a:spcPts val="2110"/>
              </a:lnSpc>
              <a:spcBef>
                <a:spcPts val="2385"/>
              </a:spcBef>
              <a:buFont typeface="Arial"/>
              <a:buChar char="•"/>
            </a:pPr>
            <a:r>
              <a:rPr lang="en-AU" sz="2400">
                <a:latin typeface="Arial"/>
                <a:cs typeface="Arial"/>
              </a:rPr>
              <a:t>Scrum method; planning and estimation, monitoring progress </a:t>
            </a:r>
          </a:p>
          <a:p>
            <a:pPr marL="812165" marR="152400" indent="-342900" algn="just">
              <a:lnSpc>
                <a:spcPts val="2110"/>
              </a:lnSpc>
              <a:spcBef>
                <a:spcPts val="2385"/>
              </a:spcBef>
              <a:buFont typeface="Arial"/>
              <a:buChar char="•"/>
            </a:pPr>
            <a:r>
              <a:rPr lang="en-AU" sz="2400" b="1">
                <a:latin typeface="Arial"/>
                <a:cs typeface="Arial"/>
              </a:rPr>
              <a:t>Agile management with Jira – </a:t>
            </a:r>
          </a:p>
          <a:p>
            <a:pPr marL="469265" marR="152400" algn="just">
              <a:lnSpc>
                <a:spcPts val="2110"/>
              </a:lnSpc>
              <a:spcBef>
                <a:spcPts val="2385"/>
              </a:spcBef>
            </a:pPr>
            <a:r>
              <a:rPr lang="en-AU" sz="2400" b="1">
                <a:latin typeface="Arial"/>
                <a:cs typeface="Arial"/>
              </a:rPr>
              <a:t>    Atlassian Industry Lecture &amp; demons </a:t>
            </a:r>
            <a:endParaRPr lang="en-AU"/>
          </a:p>
        </p:txBody>
      </p:sp>
      <p:pic>
        <p:nvPicPr>
          <p:cNvPr id="2" name="Picture 1" descr="A blue text on a white background&#10;&#10;AI-generated content may be incorrect.">
            <a:extLst>
              <a:ext uri="{FF2B5EF4-FFF2-40B4-BE49-F238E27FC236}">
                <a16:creationId xmlns:a16="http://schemas.microsoft.com/office/drawing/2014/main" id="{9C7D1C35-9002-B4A4-A54D-6EEC8EB37FD7}"/>
              </a:ext>
            </a:extLst>
          </p:cNvPr>
          <p:cNvPicPr>
            <a:picLocks noChangeAspect="1"/>
          </p:cNvPicPr>
          <p:nvPr/>
        </p:nvPicPr>
        <p:blipFill>
          <a:blip r:embed="rId2"/>
          <a:stretch>
            <a:fillRect/>
          </a:stretch>
        </p:blipFill>
        <p:spPr>
          <a:xfrm>
            <a:off x="8743130" y="4991736"/>
            <a:ext cx="2838450" cy="771525"/>
          </a:xfrm>
          <a:prstGeom prst="rect">
            <a:avLst/>
          </a:prstGeom>
        </p:spPr>
      </p:pic>
    </p:spTree>
    <p:extLst>
      <p:ext uri="{BB962C8B-B14F-4D97-AF65-F5344CB8AC3E}">
        <p14:creationId xmlns:p14="http://schemas.microsoft.com/office/powerpoint/2010/main" val="83162672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88</a:t>
            </a:fld>
            <a:endParaRPr spc="-25"/>
          </a:p>
        </p:txBody>
      </p:sp>
      <p:sp>
        <p:nvSpPr>
          <p:cNvPr id="3" name="object 3"/>
          <p:cNvSpPr txBox="1">
            <a:spLocks noGrp="1"/>
          </p:cNvSpPr>
          <p:nvPr>
            <p:ph type="title"/>
          </p:nvPr>
        </p:nvSpPr>
        <p:spPr>
          <a:xfrm>
            <a:off x="240957" y="457763"/>
            <a:ext cx="3733801" cy="1367041"/>
          </a:xfrm>
          <a:prstGeom prst="rect">
            <a:avLst/>
          </a:prstGeom>
        </p:spPr>
        <p:txBody>
          <a:bodyPr vert="horz" wrap="square" lIns="0" tIns="12700" rIns="0" bIns="0" rtlCol="0">
            <a:spAutoFit/>
          </a:bodyPr>
          <a:lstStyle/>
          <a:p>
            <a:pPr marL="12700" algn="ctr">
              <a:lnSpc>
                <a:spcPct val="100000"/>
              </a:lnSpc>
              <a:spcBef>
                <a:spcPts val="100"/>
              </a:spcBef>
            </a:pPr>
            <a:r>
              <a:rPr lang="en-AU" sz="4400" spc="70">
                <a:solidFill>
                  <a:srgbClr val="000000"/>
                </a:solidFill>
              </a:rPr>
              <a:t>Resolving Conflict</a:t>
            </a:r>
            <a:endParaRPr sz="4400"/>
          </a:p>
        </p:txBody>
      </p:sp>
      <p:grpSp>
        <p:nvGrpSpPr>
          <p:cNvPr id="5" name="object 2">
            <a:extLst>
              <a:ext uri="{FF2B5EF4-FFF2-40B4-BE49-F238E27FC236}">
                <a16:creationId xmlns:a16="http://schemas.microsoft.com/office/drawing/2014/main" id="{EFFDDEA6-BC0E-1B01-EF5F-4D3B7F649B4A}"/>
              </a:ext>
            </a:extLst>
          </p:cNvPr>
          <p:cNvGrpSpPr/>
          <p:nvPr/>
        </p:nvGrpSpPr>
        <p:grpSpPr>
          <a:xfrm>
            <a:off x="0" y="5711952"/>
            <a:ext cx="12192000" cy="1146175"/>
            <a:chOff x="0" y="5711952"/>
            <a:chExt cx="12192000" cy="1146175"/>
          </a:xfrm>
        </p:grpSpPr>
        <p:pic>
          <p:nvPicPr>
            <p:cNvPr id="6" name="object 3">
              <a:extLst>
                <a:ext uri="{FF2B5EF4-FFF2-40B4-BE49-F238E27FC236}">
                  <a16:creationId xmlns:a16="http://schemas.microsoft.com/office/drawing/2014/main" id="{E8EC00D2-49AF-B5D8-E139-84E36727DBE4}"/>
                </a:ext>
              </a:extLst>
            </p:cNvPr>
            <p:cNvPicPr/>
            <p:nvPr/>
          </p:nvPicPr>
          <p:blipFill>
            <a:blip r:embed="rId2" cstate="print"/>
            <a:stretch>
              <a:fillRect/>
            </a:stretch>
          </p:blipFill>
          <p:spPr>
            <a:xfrm>
              <a:off x="8759952" y="5711952"/>
              <a:ext cx="363474" cy="454914"/>
            </a:xfrm>
            <a:prstGeom prst="rect">
              <a:avLst/>
            </a:prstGeom>
          </p:spPr>
        </p:pic>
        <p:pic>
          <p:nvPicPr>
            <p:cNvPr id="7" name="object 4">
              <a:extLst>
                <a:ext uri="{FF2B5EF4-FFF2-40B4-BE49-F238E27FC236}">
                  <a16:creationId xmlns:a16="http://schemas.microsoft.com/office/drawing/2014/main" id="{69FE3679-AEE2-8176-1684-7479C1F621B9}"/>
                </a:ext>
              </a:extLst>
            </p:cNvPr>
            <p:cNvPicPr/>
            <p:nvPr/>
          </p:nvPicPr>
          <p:blipFill>
            <a:blip r:embed="rId3" cstate="print"/>
            <a:stretch>
              <a:fillRect/>
            </a:stretch>
          </p:blipFill>
          <p:spPr>
            <a:xfrm>
              <a:off x="8851392" y="5711952"/>
              <a:ext cx="1165098" cy="454914"/>
            </a:xfrm>
            <a:prstGeom prst="rect">
              <a:avLst/>
            </a:prstGeom>
          </p:spPr>
        </p:pic>
        <p:pic>
          <p:nvPicPr>
            <p:cNvPr id="8" name="object 5">
              <a:extLst>
                <a:ext uri="{FF2B5EF4-FFF2-40B4-BE49-F238E27FC236}">
                  <a16:creationId xmlns:a16="http://schemas.microsoft.com/office/drawing/2014/main" id="{B0A724ED-316A-E97A-871D-C877465706B0}"/>
                </a:ext>
              </a:extLst>
            </p:cNvPr>
            <p:cNvPicPr/>
            <p:nvPr/>
          </p:nvPicPr>
          <p:blipFill>
            <a:blip r:embed="rId4" cstate="print"/>
            <a:stretch>
              <a:fillRect/>
            </a:stretch>
          </p:blipFill>
          <p:spPr>
            <a:xfrm>
              <a:off x="9744456" y="5711952"/>
              <a:ext cx="1030986" cy="454914"/>
            </a:xfrm>
            <a:prstGeom prst="rect">
              <a:avLst/>
            </a:prstGeom>
          </p:spPr>
        </p:pic>
      </p:grpSp>
      <p:sp>
        <p:nvSpPr>
          <p:cNvPr id="9" name="object 6">
            <a:extLst>
              <a:ext uri="{FF2B5EF4-FFF2-40B4-BE49-F238E27FC236}">
                <a16:creationId xmlns:a16="http://schemas.microsoft.com/office/drawing/2014/main" id="{B98AADEB-2D6A-9B9D-3977-E99C28C38F91}"/>
              </a:ext>
            </a:extLst>
          </p:cNvPr>
          <p:cNvSpPr txBox="1"/>
          <p:nvPr/>
        </p:nvSpPr>
        <p:spPr>
          <a:xfrm>
            <a:off x="8876792" y="5765698"/>
            <a:ext cx="1769110" cy="269240"/>
          </a:xfrm>
          <a:prstGeom prst="rect">
            <a:avLst/>
          </a:prstGeom>
        </p:spPr>
        <p:txBody>
          <a:bodyPr vert="horz" wrap="square" lIns="0" tIns="12065" rIns="0" bIns="0" rtlCol="0">
            <a:spAutoFit/>
          </a:bodyPr>
          <a:lstStyle/>
          <a:p>
            <a:pPr marL="12700">
              <a:lnSpc>
                <a:spcPct val="100000"/>
              </a:lnSpc>
              <a:spcBef>
                <a:spcPts val="95"/>
              </a:spcBef>
            </a:pPr>
            <a:r>
              <a:rPr sz="1600">
                <a:solidFill>
                  <a:srgbClr val="333333"/>
                </a:solidFill>
                <a:latin typeface="Verdana"/>
                <a:cs typeface="Verdana"/>
              </a:rPr>
              <a:t>(Condliffe,</a:t>
            </a:r>
            <a:r>
              <a:rPr sz="1600" spc="-80">
                <a:solidFill>
                  <a:srgbClr val="333333"/>
                </a:solidFill>
                <a:latin typeface="Verdana"/>
                <a:cs typeface="Verdana"/>
              </a:rPr>
              <a:t> </a:t>
            </a:r>
            <a:r>
              <a:rPr sz="1600" spc="-20">
                <a:solidFill>
                  <a:srgbClr val="333333"/>
                </a:solidFill>
                <a:latin typeface="Verdana"/>
                <a:cs typeface="Verdana"/>
              </a:rPr>
              <a:t>1991)</a:t>
            </a:r>
            <a:endParaRPr sz="1600">
              <a:latin typeface="Verdana"/>
              <a:cs typeface="Verdana"/>
            </a:endParaRPr>
          </a:p>
        </p:txBody>
      </p:sp>
      <p:sp>
        <p:nvSpPr>
          <p:cNvPr id="14" name="object 11">
            <a:extLst>
              <a:ext uri="{FF2B5EF4-FFF2-40B4-BE49-F238E27FC236}">
                <a16:creationId xmlns:a16="http://schemas.microsoft.com/office/drawing/2014/main" id="{04D7C1C2-50D2-A223-929F-74464D20BDCE}"/>
              </a:ext>
            </a:extLst>
          </p:cNvPr>
          <p:cNvSpPr txBox="1"/>
          <p:nvPr/>
        </p:nvSpPr>
        <p:spPr>
          <a:xfrm>
            <a:off x="10803635" y="6485981"/>
            <a:ext cx="262890" cy="204470"/>
          </a:xfrm>
          <a:prstGeom prst="rect">
            <a:avLst/>
          </a:prstGeom>
        </p:spPr>
        <p:txBody>
          <a:bodyPr vert="horz" wrap="square" lIns="0" tIns="1270" rIns="0" bIns="0" rtlCol="0">
            <a:spAutoFit/>
          </a:bodyPr>
          <a:lstStyle/>
          <a:p>
            <a:pPr marL="38100">
              <a:lnSpc>
                <a:spcPct val="100000"/>
              </a:lnSpc>
              <a:spcBef>
                <a:spcPts val="10"/>
              </a:spcBef>
            </a:pPr>
            <a:fld id="{81D60167-4931-47E6-BA6A-407CBD079E47}" type="slidenum">
              <a:rPr sz="1200" b="1" spc="-25" dirty="0">
                <a:latin typeface="Arial"/>
                <a:cs typeface="Arial"/>
              </a:rPr>
              <a:t>88</a:t>
            </a:fld>
            <a:endParaRPr sz="1200">
              <a:latin typeface="Arial"/>
              <a:cs typeface="Arial"/>
            </a:endParaRPr>
          </a:p>
        </p:txBody>
      </p:sp>
      <p:pic>
        <p:nvPicPr>
          <p:cNvPr id="15" name="object 8">
            <a:extLst>
              <a:ext uri="{FF2B5EF4-FFF2-40B4-BE49-F238E27FC236}">
                <a16:creationId xmlns:a16="http://schemas.microsoft.com/office/drawing/2014/main" id="{98D5AD40-8C0F-9A89-BA2C-6C9915C92B34}"/>
              </a:ext>
            </a:extLst>
          </p:cNvPr>
          <p:cNvPicPr/>
          <p:nvPr/>
        </p:nvPicPr>
        <p:blipFill>
          <a:blip r:embed="rId5" cstate="print"/>
          <a:stretch>
            <a:fillRect/>
          </a:stretch>
        </p:blipFill>
        <p:spPr>
          <a:xfrm>
            <a:off x="3560806" y="254793"/>
            <a:ext cx="7239987" cy="5511687"/>
          </a:xfrm>
          <a:prstGeom prst="rect">
            <a:avLst/>
          </a:prstGeom>
        </p:spPr>
      </p:pic>
    </p:spTree>
    <p:extLst>
      <p:ext uri="{BB962C8B-B14F-4D97-AF65-F5344CB8AC3E}">
        <p14:creationId xmlns:p14="http://schemas.microsoft.com/office/powerpoint/2010/main" val="103514424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01034" y="231643"/>
            <a:ext cx="4791710" cy="696595"/>
          </a:xfrm>
          <a:prstGeom prst="rect">
            <a:avLst/>
          </a:prstGeom>
        </p:spPr>
        <p:txBody>
          <a:bodyPr vert="horz" wrap="square" lIns="0" tIns="12700" rIns="0" bIns="0" rtlCol="0">
            <a:spAutoFit/>
          </a:bodyPr>
          <a:lstStyle/>
          <a:p>
            <a:pPr marL="12700">
              <a:lnSpc>
                <a:spcPct val="100000"/>
              </a:lnSpc>
              <a:spcBef>
                <a:spcPts val="100"/>
              </a:spcBef>
            </a:pPr>
            <a:r>
              <a:rPr sz="4400" b="1">
                <a:solidFill>
                  <a:srgbClr val="000000"/>
                </a:solidFill>
                <a:latin typeface="Arial"/>
                <a:cs typeface="Arial"/>
              </a:rPr>
              <a:t>Week</a:t>
            </a:r>
            <a:r>
              <a:rPr sz="4400" b="1" spc="-70">
                <a:solidFill>
                  <a:srgbClr val="000000"/>
                </a:solidFill>
                <a:latin typeface="Arial"/>
                <a:cs typeface="Arial"/>
              </a:rPr>
              <a:t> </a:t>
            </a:r>
            <a:r>
              <a:rPr sz="4400" b="1">
                <a:solidFill>
                  <a:srgbClr val="000000"/>
                </a:solidFill>
                <a:latin typeface="Arial"/>
                <a:cs typeface="Arial"/>
              </a:rPr>
              <a:t>1</a:t>
            </a:r>
            <a:r>
              <a:rPr sz="4400" b="1" spc="-65">
                <a:solidFill>
                  <a:srgbClr val="000000"/>
                </a:solidFill>
                <a:latin typeface="Arial"/>
                <a:cs typeface="Arial"/>
              </a:rPr>
              <a:t> </a:t>
            </a:r>
            <a:r>
              <a:rPr sz="4400" b="1">
                <a:solidFill>
                  <a:srgbClr val="000000"/>
                </a:solidFill>
                <a:latin typeface="Arial"/>
                <a:cs typeface="Arial"/>
              </a:rPr>
              <a:t>Lab</a:t>
            </a:r>
            <a:r>
              <a:rPr sz="4400" b="1" spc="-65">
                <a:solidFill>
                  <a:srgbClr val="000000"/>
                </a:solidFill>
                <a:latin typeface="Arial"/>
                <a:cs typeface="Arial"/>
              </a:rPr>
              <a:t> </a:t>
            </a:r>
            <a:r>
              <a:rPr sz="4400" b="1" spc="-40">
                <a:solidFill>
                  <a:srgbClr val="000000"/>
                </a:solidFill>
                <a:latin typeface="Arial"/>
                <a:cs typeface="Arial"/>
              </a:rPr>
              <a:t>Tasks</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89</a:t>
            </a:fld>
            <a:endParaRPr spc="-25"/>
          </a:p>
        </p:txBody>
      </p:sp>
      <p:sp>
        <p:nvSpPr>
          <p:cNvPr id="3" name="object 3"/>
          <p:cNvSpPr txBox="1"/>
          <p:nvPr/>
        </p:nvSpPr>
        <p:spPr>
          <a:xfrm>
            <a:off x="723210" y="917637"/>
            <a:ext cx="10757233" cy="4829527"/>
          </a:xfrm>
          <a:prstGeom prst="rect">
            <a:avLst/>
          </a:prstGeom>
        </p:spPr>
        <p:txBody>
          <a:bodyPr vert="horz" wrap="square" lIns="0" tIns="241300" rIns="0" bIns="0" rtlCol="0" anchor="t">
            <a:spAutoFit/>
          </a:bodyPr>
          <a:lstStyle/>
          <a:p>
            <a:pPr marL="355600" indent="-342900">
              <a:spcBef>
                <a:spcPts val="1900"/>
              </a:spcBef>
              <a:buChar char="•"/>
              <a:tabLst>
                <a:tab pos="355600" algn="l"/>
              </a:tabLst>
            </a:pPr>
            <a:r>
              <a:rPr lang="en-AU" sz="2600">
                <a:latin typeface="Arial"/>
                <a:cs typeface="Arial"/>
              </a:rPr>
              <a:t>Form </a:t>
            </a:r>
            <a:r>
              <a:rPr sz="2600">
                <a:latin typeface="Arial"/>
                <a:cs typeface="Arial"/>
              </a:rPr>
              <a:t>a</a:t>
            </a:r>
            <a:r>
              <a:rPr sz="2600" spc="-50">
                <a:latin typeface="Arial"/>
                <a:cs typeface="Arial"/>
              </a:rPr>
              <a:t> </a:t>
            </a:r>
            <a:r>
              <a:rPr sz="2600">
                <a:latin typeface="Arial"/>
                <a:cs typeface="Arial"/>
              </a:rPr>
              <a:t>team</a:t>
            </a:r>
            <a:r>
              <a:rPr sz="2600" spc="-60">
                <a:latin typeface="Arial"/>
                <a:cs typeface="Arial"/>
              </a:rPr>
              <a:t> </a:t>
            </a:r>
            <a:r>
              <a:rPr sz="2600">
                <a:latin typeface="Arial"/>
                <a:cs typeface="Arial"/>
              </a:rPr>
              <a:t>of</a:t>
            </a:r>
            <a:r>
              <a:rPr sz="2600" spc="-60">
                <a:latin typeface="Arial"/>
                <a:cs typeface="Arial"/>
              </a:rPr>
              <a:t> </a:t>
            </a:r>
            <a:r>
              <a:rPr lang="en-AU" sz="2600" b="1" spc="-15">
                <a:latin typeface="Arial"/>
                <a:cs typeface="Arial"/>
              </a:rPr>
              <a:t>6</a:t>
            </a:r>
            <a:r>
              <a:rPr sz="2600" b="1" spc="-60">
                <a:latin typeface="Arial"/>
                <a:cs typeface="Arial"/>
              </a:rPr>
              <a:t> </a:t>
            </a:r>
            <a:r>
              <a:rPr sz="2600" b="1">
                <a:latin typeface="Arial"/>
                <a:cs typeface="Arial"/>
              </a:rPr>
              <a:t>members</a:t>
            </a:r>
            <a:r>
              <a:rPr sz="2600" b="1" spc="-20">
                <a:latin typeface="Arial"/>
                <a:cs typeface="Arial"/>
              </a:rPr>
              <a:t> </a:t>
            </a:r>
            <a:r>
              <a:rPr sz="2600">
                <a:latin typeface="Arial"/>
                <a:cs typeface="Arial"/>
              </a:rPr>
              <a:t>within</a:t>
            </a:r>
            <a:r>
              <a:rPr sz="2600" spc="-55">
                <a:latin typeface="Arial"/>
                <a:cs typeface="Arial"/>
              </a:rPr>
              <a:t> </a:t>
            </a:r>
            <a:r>
              <a:rPr sz="2600">
                <a:latin typeface="Arial"/>
                <a:cs typeface="Arial"/>
              </a:rPr>
              <a:t>your</a:t>
            </a:r>
            <a:r>
              <a:rPr sz="2600" spc="-60">
                <a:latin typeface="Arial"/>
                <a:cs typeface="Arial"/>
              </a:rPr>
              <a:t> </a:t>
            </a:r>
            <a:r>
              <a:rPr sz="2600" spc="-25">
                <a:latin typeface="Arial"/>
                <a:cs typeface="Arial"/>
              </a:rPr>
              <a:t>lab</a:t>
            </a:r>
            <a:endParaRPr sz="2600">
              <a:latin typeface="Arial"/>
              <a:cs typeface="Arial"/>
            </a:endParaRPr>
          </a:p>
          <a:p>
            <a:pPr marL="355600" indent="-342900">
              <a:spcBef>
                <a:spcPts val="1805"/>
              </a:spcBef>
              <a:buChar char="•"/>
              <a:tabLst>
                <a:tab pos="355600" algn="l"/>
              </a:tabLst>
            </a:pPr>
            <a:r>
              <a:rPr sz="2600">
                <a:latin typeface="Arial"/>
                <a:cs typeface="Arial"/>
              </a:rPr>
              <a:t>Decide</a:t>
            </a:r>
            <a:r>
              <a:rPr sz="2600" spc="-45">
                <a:latin typeface="Arial"/>
                <a:cs typeface="Arial"/>
              </a:rPr>
              <a:t> </a:t>
            </a:r>
            <a:r>
              <a:rPr sz="2600">
                <a:latin typeface="Arial"/>
                <a:cs typeface="Arial"/>
              </a:rPr>
              <a:t>on</a:t>
            </a:r>
            <a:r>
              <a:rPr sz="2600" spc="-55">
                <a:latin typeface="Arial"/>
                <a:cs typeface="Arial"/>
              </a:rPr>
              <a:t> </a:t>
            </a:r>
            <a:r>
              <a:rPr sz="2600">
                <a:latin typeface="Arial"/>
                <a:cs typeface="Arial"/>
              </a:rPr>
              <a:t>who</a:t>
            </a:r>
            <a:r>
              <a:rPr sz="2600" spc="-55">
                <a:latin typeface="Arial"/>
                <a:cs typeface="Arial"/>
              </a:rPr>
              <a:t> </a:t>
            </a:r>
            <a:r>
              <a:rPr sz="2600">
                <a:latin typeface="Arial"/>
                <a:cs typeface="Arial"/>
              </a:rPr>
              <a:t>will</a:t>
            </a:r>
            <a:r>
              <a:rPr sz="2600" spc="-45">
                <a:latin typeface="Arial"/>
                <a:cs typeface="Arial"/>
              </a:rPr>
              <a:t> </a:t>
            </a:r>
            <a:r>
              <a:rPr sz="2600">
                <a:latin typeface="Arial"/>
                <a:cs typeface="Arial"/>
              </a:rPr>
              <a:t>be</a:t>
            </a:r>
            <a:r>
              <a:rPr sz="2600" spc="-55">
                <a:latin typeface="Arial"/>
                <a:cs typeface="Arial"/>
              </a:rPr>
              <a:t> </a:t>
            </a:r>
            <a:r>
              <a:rPr sz="2600">
                <a:latin typeface="Arial"/>
                <a:cs typeface="Arial"/>
              </a:rPr>
              <a:t>the</a:t>
            </a:r>
            <a:r>
              <a:rPr sz="2600" spc="-25">
                <a:latin typeface="Arial"/>
                <a:cs typeface="Arial"/>
              </a:rPr>
              <a:t> </a:t>
            </a:r>
            <a:r>
              <a:rPr sz="2600" b="1">
                <a:latin typeface="Arial"/>
                <a:cs typeface="Arial"/>
              </a:rPr>
              <a:t>Scrum</a:t>
            </a:r>
            <a:r>
              <a:rPr sz="2600" b="1" spc="-65">
                <a:latin typeface="Arial"/>
                <a:cs typeface="Arial"/>
              </a:rPr>
              <a:t> </a:t>
            </a:r>
            <a:r>
              <a:rPr sz="2600" b="1" spc="-10">
                <a:latin typeface="Arial"/>
                <a:cs typeface="Arial"/>
              </a:rPr>
              <a:t>Master</a:t>
            </a:r>
            <a:r>
              <a:rPr lang="en-US" sz="2600" b="1" spc="-10">
                <a:latin typeface="Arial"/>
                <a:cs typeface="Arial"/>
              </a:rPr>
              <a:t> and Product Owner </a:t>
            </a:r>
            <a:endParaRPr sz="2600">
              <a:latin typeface="Arial"/>
              <a:cs typeface="Arial"/>
            </a:endParaRPr>
          </a:p>
          <a:p>
            <a:pPr marL="355600" indent="-342900">
              <a:spcBef>
                <a:spcPts val="1800"/>
              </a:spcBef>
              <a:buChar char="•"/>
              <a:tabLst>
                <a:tab pos="355600" algn="l"/>
              </a:tabLst>
            </a:pPr>
            <a:r>
              <a:rPr sz="2600">
                <a:latin typeface="Arial"/>
                <a:cs typeface="Arial"/>
              </a:rPr>
              <a:t>Decide</a:t>
            </a:r>
            <a:r>
              <a:rPr sz="2600" spc="-40">
                <a:latin typeface="Arial"/>
                <a:cs typeface="Arial"/>
              </a:rPr>
              <a:t> </a:t>
            </a:r>
            <a:r>
              <a:rPr sz="2600">
                <a:latin typeface="Arial"/>
                <a:cs typeface="Arial"/>
              </a:rPr>
              <a:t>on</a:t>
            </a:r>
            <a:r>
              <a:rPr sz="2600" spc="-45">
                <a:latin typeface="Arial"/>
                <a:cs typeface="Arial"/>
              </a:rPr>
              <a:t> </a:t>
            </a:r>
            <a:r>
              <a:rPr sz="2600">
                <a:latin typeface="Arial"/>
                <a:cs typeface="Arial"/>
              </a:rPr>
              <a:t>a</a:t>
            </a:r>
            <a:r>
              <a:rPr sz="2600" spc="-30">
                <a:latin typeface="Arial"/>
                <a:cs typeface="Arial"/>
              </a:rPr>
              <a:t> </a:t>
            </a:r>
            <a:r>
              <a:rPr sz="2600" b="1">
                <a:latin typeface="Arial"/>
                <a:cs typeface="Arial"/>
              </a:rPr>
              <a:t>team</a:t>
            </a:r>
            <a:r>
              <a:rPr sz="2600" b="1" spc="-55">
                <a:latin typeface="Arial"/>
                <a:cs typeface="Arial"/>
              </a:rPr>
              <a:t> </a:t>
            </a:r>
            <a:r>
              <a:rPr lang="en-US" sz="2600" b="1" spc="-20">
                <a:latin typeface="Arial"/>
                <a:cs typeface="Arial"/>
              </a:rPr>
              <a:t>name  </a:t>
            </a:r>
            <a:endParaRPr lang="en-US" sz="2600">
              <a:latin typeface="Arial"/>
              <a:cs typeface="Arial"/>
            </a:endParaRPr>
          </a:p>
          <a:p>
            <a:pPr marL="355600" indent="-342900">
              <a:spcBef>
                <a:spcPts val="1800"/>
              </a:spcBef>
              <a:buChar char="•"/>
              <a:tabLst>
                <a:tab pos="355600" algn="l"/>
              </a:tabLst>
            </a:pPr>
            <a:endParaRPr lang="en-US" sz="2600" spc="-10">
              <a:solidFill>
                <a:srgbClr val="3970C0"/>
              </a:solidFill>
            </a:endParaRPr>
          </a:p>
          <a:p>
            <a:pPr marL="355600" indent="-342900">
              <a:spcBef>
                <a:spcPts val="1800"/>
              </a:spcBef>
              <a:buChar char="•"/>
              <a:tabLst>
                <a:tab pos="355600" algn="l"/>
              </a:tabLst>
            </a:pPr>
            <a:endParaRPr lang="en-US" sz="2600" spc="-10">
              <a:solidFill>
                <a:srgbClr val="3970C0"/>
              </a:solidFill>
            </a:endParaRPr>
          </a:p>
          <a:p>
            <a:pPr marL="355600" indent="-342900">
              <a:spcBef>
                <a:spcPts val="1800"/>
              </a:spcBef>
              <a:buFontTx/>
              <a:buChar char="•"/>
              <a:tabLst>
                <a:tab pos="355600" algn="l"/>
              </a:tabLst>
            </a:pPr>
            <a:endParaRPr lang="en-US" sz="2600" spc="-10">
              <a:solidFill>
                <a:srgbClr val="3970C0"/>
              </a:solidFill>
            </a:endParaRPr>
          </a:p>
          <a:p>
            <a:pPr marL="355600" indent="-342900" algn="l">
              <a:spcBef>
                <a:spcPts val="1805"/>
              </a:spcBef>
              <a:buChar char="•"/>
              <a:tabLst>
                <a:tab pos="355600" algn="l"/>
              </a:tabLst>
            </a:pPr>
            <a:r>
              <a:rPr lang="en-AU" sz="2600">
                <a:latin typeface="Arial"/>
                <a:cs typeface="Arial"/>
              </a:rPr>
              <a:t>Register</a:t>
            </a:r>
            <a:r>
              <a:rPr lang="en-AU" sz="2600" spc="-70">
                <a:latin typeface="Arial"/>
                <a:cs typeface="Arial"/>
              </a:rPr>
              <a:t> </a:t>
            </a:r>
            <a:r>
              <a:rPr lang="en-AU" sz="2600">
                <a:latin typeface="Arial"/>
                <a:cs typeface="Arial"/>
              </a:rPr>
              <a:t>your</a:t>
            </a:r>
            <a:r>
              <a:rPr lang="en-AU" sz="2600" spc="-70">
                <a:latin typeface="Arial"/>
                <a:cs typeface="Arial"/>
              </a:rPr>
              <a:t> </a:t>
            </a:r>
            <a:r>
              <a:rPr lang="en-AU" sz="2600">
                <a:latin typeface="Arial"/>
                <a:cs typeface="Arial"/>
              </a:rPr>
              <a:t>team</a:t>
            </a:r>
            <a:r>
              <a:rPr lang="en-AU" sz="2600" spc="-65">
                <a:latin typeface="Arial"/>
                <a:cs typeface="Arial"/>
              </a:rPr>
              <a:t> </a:t>
            </a:r>
            <a:r>
              <a:rPr lang="en-AU" sz="2600">
                <a:latin typeface="Arial"/>
                <a:cs typeface="Arial"/>
              </a:rPr>
              <a:t>in</a:t>
            </a:r>
            <a:r>
              <a:rPr lang="en-AU" sz="2600" spc="-50">
                <a:latin typeface="Arial"/>
                <a:cs typeface="Arial"/>
              </a:rPr>
              <a:t> </a:t>
            </a:r>
            <a:r>
              <a:rPr lang="en-AU" sz="2600" b="1">
                <a:latin typeface="Arial"/>
                <a:cs typeface="Arial"/>
              </a:rPr>
              <a:t>Moodle</a:t>
            </a:r>
            <a:r>
              <a:rPr lang="en-AU" sz="2600" b="1" spc="-35">
                <a:latin typeface="Arial"/>
                <a:cs typeface="Arial"/>
              </a:rPr>
              <a:t> </a:t>
            </a:r>
            <a:r>
              <a:rPr lang="en-AU" sz="2600">
                <a:latin typeface="Arial"/>
                <a:cs typeface="Arial"/>
              </a:rPr>
              <a:t>using</a:t>
            </a:r>
            <a:r>
              <a:rPr lang="en-AU" sz="2600" spc="-60">
                <a:latin typeface="Arial"/>
                <a:cs typeface="Arial"/>
              </a:rPr>
              <a:t> </a:t>
            </a:r>
            <a:r>
              <a:rPr lang="en-AU" sz="2600" b="1">
                <a:latin typeface="Arial"/>
                <a:cs typeface="Arial"/>
              </a:rPr>
              <a:t>Group Selection </a:t>
            </a:r>
            <a:r>
              <a:rPr sz="2600">
                <a:latin typeface="Arial"/>
                <a:cs typeface="Arial"/>
              </a:rPr>
              <a:t>activity</a:t>
            </a:r>
            <a:r>
              <a:rPr sz="2600" spc="-135">
                <a:latin typeface="Arial"/>
                <a:cs typeface="Arial"/>
              </a:rPr>
              <a:t> </a:t>
            </a:r>
            <a:r>
              <a:rPr sz="2600">
                <a:latin typeface="Arial"/>
                <a:cs typeface="Arial"/>
              </a:rPr>
              <a:t>under</a:t>
            </a:r>
            <a:r>
              <a:rPr sz="2600" spc="-105">
                <a:latin typeface="Arial"/>
                <a:cs typeface="Arial"/>
              </a:rPr>
              <a:t> </a:t>
            </a:r>
            <a:r>
              <a:rPr sz="2600" spc="-25">
                <a:latin typeface="Arial"/>
                <a:cs typeface="Arial"/>
              </a:rPr>
              <a:t>"</a:t>
            </a:r>
            <a:r>
              <a:rPr lang="en-AU" sz="2600" b="1" spc="-25">
                <a:latin typeface="Arial"/>
                <a:cs typeface="Arial"/>
              </a:rPr>
              <a:t>Setting Up</a:t>
            </a:r>
            <a:r>
              <a:rPr sz="2600">
                <a:latin typeface="Arial"/>
                <a:cs typeface="Arial"/>
              </a:rPr>
              <a:t>"</a:t>
            </a:r>
            <a:r>
              <a:rPr sz="2600" spc="-95">
                <a:latin typeface="Arial"/>
                <a:cs typeface="Arial"/>
              </a:rPr>
              <a:t> </a:t>
            </a:r>
            <a:r>
              <a:rPr sz="2600" spc="-10">
                <a:latin typeface="Arial"/>
                <a:cs typeface="Arial"/>
              </a:rPr>
              <a:t>section</a:t>
            </a:r>
            <a:endParaRPr sz="2600"/>
          </a:p>
        </p:txBody>
      </p:sp>
      <p:pic>
        <p:nvPicPr>
          <p:cNvPr id="6" name="Picture 5" descr="A white background with black text&#10;&#10;AI-generated content may be incorrect.">
            <a:extLst>
              <a:ext uri="{FF2B5EF4-FFF2-40B4-BE49-F238E27FC236}">
                <a16:creationId xmlns:a16="http://schemas.microsoft.com/office/drawing/2014/main" id="{9F219492-E207-EACD-40C0-03D742BDE3B5}"/>
              </a:ext>
            </a:extLst>
          </p:cNvPr>
          <p:cNvPicPr>
            <a:picLocks noChangeAspect="1"/>
          </p:cNvPicPr>
          <p:nvPr/>
        </p:nvPicPr>
        <p:blipFill>
          <a:blip r:embed="rId2"/>
          <a:stretch>
            <a:fillRect/>
          </a:stretch>
        </p:blipFill>
        <p:spPr>
          <a:xfrm>
            <a:off x="730190" y="3040632"/>
            <a:ext cx="11220450" cy="146685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4F194-19BC-0E98-1028-CC6BAAC21D4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43D74D9-85F8-C7F7-11C3-E75A40D6E76D}"/>
              </a:ext>
            </a:extLst>
          </p:cNvPr>
          <p:cNvSpPr txBox="1">
            <a:spLocks noGrp="1"/>
          </p:cNvSpPr>
          <p:nvPr>
            <p:ph type="title"/>
          </p:nvPr>
        </p:nvSpPr>
        <p:spPr>
          <a:xfrm>
            <a:off x="2474563" y="462366"/>
            <a:ext cx="6433566" cy="689932"/>
          </a:xfrm>
          <a:prstGeom prst="rect">
            <a:avLst/>
          </a:prstGeom>
        </p:spPr>
        <p:txBody>
          <a:bodyPr vert="horz" wrap="square" lIns="0" tIns="12700" rIns="0" bIns="0" rtlCol="0" anchor="t">
            <a:spAutoFit/>
          </a:bodyPr>
          <a:lstStyle/>
          <a:p>
            <a:pPr marL="12700">
              <a:lnSpc>
                <a:spcPct val="100000"/>
              </a:lnSpc>
              <a:spcBef>
                <a:spcPts val="100"/>
              </a:spcBef>
            </a:pPr>
            <a:r>
              <a:rPr lang="en-AU" sz="4400" b="1">
                <a:solidFill>
                  <a:srgbClr val="000000"/>
                </a:solidFill>
                <a:latin typeface="Arial"/>
                <a:cs typeface="Arial"/>
              </a:rPr>
              <a:t>Team Formation </a:t>
            </a:r>
            <a:endParaRPr sz="4400">
              <a:latin typeface="Arial"/>
              <a:cs typeface="Arial"/>
            </a:endParaRPr>
          </a:p>
        </p:txBody>
      </p:sp>
      <p:sp>
        <p:nvSpPr>
          <p:cNvPr id="4" name="object 4">
            <a:extLst>
              <a:ext uri="{FF2B5EF4-FFF2-40B4-BE49-F238E27FC236}">
                <a16:creationId xmlns:a16="http://schemas.microsoft.com/office/drawing/2014/main" id="{4386A200-0BC4-359C-8D20-57DE592FC556}"/>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90</a:t>
            </a:fld>
            <a:endParaRPr spc="-25"/>
          </a:p>
        </p:txBody>
      </p:sp>
      <p:sp>
        <p:nvSpPr>
          <p:cNvPr id="3" name="object 3">
            <a:extLst>
              <a:ext uri="{FF2B5EF4-FFF2-40B4-BE49-F238E27FC236}">
                <a16:creationId xmlns:a16="http://schemas.microsoft.com/office/drawing/2014/main" id="{2CF37C14-5AB9-6064-3E43-271F22863F6E}"/>
              </a:ext>
            </a:extLst>
          </p:cNvPr>
          <p:cNvSpPr txBox="1"/>
          <p:nvPr/>
        </p:nvSpPr>
        <p:spPr>
          <a:xfrm>
            <a:off x="865278" y="1144183"/>
            <a:ext cx="10873470" cy="3990836"/>
          </a:xfrm>
          <a:prstGeom prst="rect">
            <a:avLst/>
          </a:prstGeom>
        </p:spPr>
        <p:txBody>
          <a:bodyPr vert="horz" wrap="square" lIns="0" tIns="241300" rIns="0" bIns="0" rtlCol="0" anchor="t">
            <a:spAutoFit/>
          </a:bodyPr>
          <a:lstStyle/>
          <a:p>
            <a:pPr marL="355600" indent="-342900">
              <a:spcBef>
                <a:spcPts val="1900"/>
              </a:spcBef>
              <a:buChar char="•"/>
              <a:tabLst>
                <a:tab pos="355600" algn="l"/>
              </a:tabLst>
            </a:pPr>
            <a:r>
              <a:rPr lang="en-AU" sz="2800"/>
              <a:t>Consider the Team Formation guidelines </a:t>
            </a:r>
          </a:p>
          <a:p>
            <a:pPr marL="355600" indent="-342900">
              <a:lnSpc>
                <a:spcPct val="100000"/>
              </a:lnSpc>
              <a:spcBef>
                <a:spcPts val="1900"/>
              </a:spcBef>
              <a:buChar char="•"/>
              <a:tabLst>
                <a:tab pos="355600" algn="l"/>
              </a:tabLst>
            </a:pPr>
            <a:r>
              <a:rPr lang="en-AU" sz="2800"/>
              <a:t>Try to diverse the skillset for well-rounded background.</a:t>
            </a:r>
          </a:p>
          <a:p>
            <a:pPr marL="355600" indent="-342900">
              <a:lnSpc>
                <a:spcPct val="100000"/>
              </a:lnSpc>
              <a:spcBef>
                <a:spcPts val="1900"/>
              </a:spcBef>
              <a:buChar char="•"/>
              <a:tabLst>
                <a:tab pos="355600" algn="l"/>
              </a:tabLst>
            </a:pPr>
            <a:r>
              <a:rPr lang="en-AU" sz="2800"/>
              <a:t>If you want to swap lab to join a group, you need to email course admin first to put you on waiting list. However, the transfer is not guaranteed.</a:t>
            </a:r>
          </a:p>
          <a:p>
            <a:pPr marL="355600" indent="-342900">
              <a:lnSpc>
                <a:spcPct val="100000"/>
              </a:lnSpc>
              <a:spcBef>
                <a:spcPts val="1900"/>
              </a:spcBef>
              <a:buChar char="•"/>
              <a:tabLst>
                <a:tab pos="355600" algn="l"/>
              </a:tabLst>
            </a:pPr>
            <a:r>
              <a:rPr lang="en-AU" sz="2800"/>
              <a:t>If you cannot form a group by end of week 1, we will help you by assign you to a group randomly.</a:t>
            </a:r>
            <a:endParaRPr lang="en-AU" sz="2800">
              <a:latin typeface="Arial"/>
              <a:cs typeface="Arial"/>
            </a:endParaRPr>
          </a:p>
        </p:txBody>
      </p:sp>
    </p:spTree>
    <p:extLst>
      <p:ext uri="{BB962C8B-B14F-4D97-AF65-F5344CB8AC3E}">
        <p14:creationId xmlns:p14="http://schemas.microsoft.com/office/powerpoint/2010/main" val="13493280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42574" y="409343"/>
            <a:ext cx="6997700" cy="697230"/>
          </a:xfrm>
          <a:prstGeom prst="rect">
            <a:avLst/>
          </a:prstGeom>
        </p:spPr>
        <p:txBody>
          <a:bodyPr vert="horz" wrap="square" lIns="0" tIns="13335" rIns="0" bIns="0" rtlCol="0">
            <a:spAutoFit/>
          </a:bodyPr>
          <a:lstStyle/>
          <a:p>
            <a:pPr marL="12700">
              <a:lnSpc>
                <a:spcPct val="100000"/>
              </a:lnSpc>
              <a:spcBef>
                <a:spcPts val="105"/>
              </a:spcBef>
            </a:pPr>
            <a:r>
              <a:rPr sz="4400" b="1">
                <a:solidFill>
                  <a:srgbClr val="000000"/>
                </a:solidFill>
                <a:latin typeface="Arial"/>
                <a:cs typeface="Arial"/>
              </a:rPr>
              <a:t>Week</a:t>
            </a:r>
            <a:r>
              <a:rPr sz="4400" b="1" spc="-90">
                <a:solidFill>
                  <a:srgbClr val="000000"/>
                </a:solidFill>
                <a:latin typeface="Arial"/>
                <a:cs typeface="Arial"/>
              </a:rPr>
              <a:t> </a:t>
            </a:r>
            <a:r>
              <a:rPr sz="4400" b="1">
                <a:solidFill>
                  <a:srgbClr val="000000"/>
                </a:solidFill>
                <a:latin typeface="Arial"/>
                <a:cs typeface="Arial"/>
              </a:rPr>
              <a:t>1</a:t>
            </a:r>
            <a:r>
              <a:rPr sz="4400" b="1" spc="-90">
                <a:solidFill>
                  <a:srgbClr val="000000"/>
                </a:solidFill>
                <a:latin typeface="Arial"/>
                <a:cs typeface="Arial"/>
              </a:rPr>
              <a:t> </a:t>
            </a:r>
            <a:r>
              <a:rPr sz="4400" b="1">
                <a:solidFill>
                  <a:srgbClr val="000000"/>
                </a:solidFill>
                <a:latin typeface="Arial"/>
                <a:cs typeface="Arial"/>
              </a:rPr>
              <a:t>Lab</a:t>
            </a:r>
            <a:r>
              <a:rPr sz="4400" b="1" spc="-90">
                <a:solidFill>
                  <a:srgbClr val="000000"/>
                </a:solidFill>
                <a:latin typeface="Arial"/>
                <a:cs typeface="Arial"/>
              </a:rPr>
              <a:t> </a:t>
            </a:r>
            <a:r>
              <a:rPr sz="4400" b="1" spc="-20">
                <a:solidFill>
                  <a:srgbClr val="000000"/>
                </a:solidFill>
                <a:latin typeface="Arial"/>
                <a:cs typeface="Arial"/>
              </a:rPr>
              <a:t>Tasks</a:t>
            </a:r>
            <a:r>
              <a:rPr sz="4400" b="1" spc="-85">
                <a:solidFill>
                  <a:srgbClr val="000000"/>
                </a:solidFill>
                <a:latin typeface="Arial"/>
                <a:cs typeface="Arial"/>
              </a:rPr>
              <a:t> </a:t>
            </a:r>
            <a:r>
              <a:rPr sz="4400" b="1" spc="-10">
                <a:solidFill>
                  <a:srgbClr val="000000"/>
                </a:solidFill>
                <a:latin typeface="Arial"/>
                <a:cs typeface="Arial"/>
              </a:rPr>
              <a:t>(cont’d)</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91</a:t>
            </a:fld>
            <a:endParaRPr spc="-25"/>
          </a:p>
        </p:txBody>
      </p:sp>
      <p:sp>
        <p:nvSpPr>
          <p:cNvPr id="3" name="object 3"/>
          <p:cNvSpPr txBox="1">
            <a:spLocks noGrp="1"/>
          </p:cNvSpPr>
          <p:nvPr>
            <p:ph type="body" idx="1"/>
          </p:nvPr>
        </p:nvSpPr>
        <p:spPr>
          <a:xfrm>
            <a:off x="455991" y="1396249"/>
            <a:ext cx="10668828" cy="3638817"/>
          </a:xfrm>
          <a:prstGeom prst="rect">
            <a:avLst/>
          </a:prstGeom>
        </p:spPr>
        <p:txBody>
          <a:bodyPr vert="horz" wrap="square" lIns="0" tIns="12065" rIns="0" bIns="0" rtlCol="0" anchor="t">
            <a:spAutoFit/>
          </a:bodyPr>
          <a:lstStyle/>
          <a:p>
            <a:pPr marL="469265" marR="5080" indent="-457200">
              <a:lnSpc>
                <a:spcPct val="100000"/>
              </a:lnSpc>
              <a:spcBef>
                <a:spcPts val="95"/>
              </a:spcBef>
              <a:buFont typeface="Arial" panose="020B0604020202020204" pitchFamily="34" charset="0"/>
              <a:buChar char="•"/>
              <a:tabLst>
                <a:tab pos="355600" algn="l"/>
              </a:tabLst>
            </a:pPr>
            <a:r>
              <a:rPr sz="2400"/>
              <a:t>Register</a:t>
            </a:r>
            <a:r>
              <a:rPr sz="2400" spc="-60"/>
              <a:t> </a:t>
            </a:r>
            <a:r>
              <a:rPr sz="2400"/>
              <a:t>for</a:t>
            </a:r>
            <a:r>
              <a:rPr sz="2400" spc="-45"/>
              <a:t> </a:t>
            </a:r>
            <a:r>
              <a:rPr sz="2400" b="1">
                <a:latin typeface="Arial"/>
                <a:cs typeface="Arial"/>
              </a:rPr>
              <a:t>Jira</a:t>
            </a:r>
            <a:r>
              <a:rPr sz="2400"/>
              <a:t>.</a:t>
            </a:r>
            <a:r>
              <a:rPr sz="2400" spc="-65"/>
              <a:t> </a:t>
            </a:r>
            <a:r>
              <a:rPr sz="2400"/>
              <a:t>Use</a:t>
            </a:r>
            <a:r>
              <a:rPr sz="2400" spc="-60"/>
              <a:t> </a:t>
            </a:r>
            <a:r>
              <a:rPr sz="2400"/>
              <a:t>the</a:t>
            </a:r>
            <a:r>
              <a:rPr sz="2400" spc="-65"/>
              <a:t> </a:t>
            </a:r>
            <a:r>
              <a:rPr sz="2400"/>
              <a:t>exact</a:t>
            </a:r>
            <a:r>
              <a:rPr sz="2400" spc="-90"/>
              <a:t> </a:t>
            </a:r>
            <a:r>
              <a:rPr sz="2400"/>
              <a:t>team’s</a:t>
            </a:r>
            <a:r>
              <a:rPr sz="2400" spc="-60"/>
              <a:t> </a:t>
            </a:r>
            <a:r>
              <a:rPr sz="2400"/>
              <a:t>name</a:t>
            </a:r>
            <a:r>
              <a:rPr sz="2400" spc="-50"/>
              <a:t> </a:t>
            </a:r>
            <a:r>
              <a:rPr sz="2400"/>
              <a:t>for</a:t>
            </a:r>
            <a:r>
              <a:rPr sz="2400" spc="-55"/>
              <a:t> </a:t>
            </a:r>
            <a:r>
              <a:rPr sz="2400"/>
              <a:t>the</a:t>
            </a:r>
            <a:r>
              <a:rPr sz="2400" spc="-35"/>
              <a:t> </a:t>
            </a:r>
            <a:r>
              <a:rPr sz="2400" b="1" spc="-20">
                <a:latin typeface="Arial"/>
                <a:cs typeface="Arial"/>
              </a:rPr>
              <a:t>Jira</a:t>
            </a:r>
            <a:r>
              <a:rPr sz="2400" b="1" spc="700">
                <a:latin typeface="Arial"/>
                <a:cs typeface="Arial"/>
              </a:rPr>
              <a:t> </a:t>
            </a:r>
            <a:r>
              <a:rPr sz="2400" b="1">
                <a:latin typeface="Arial"/>
                <a:cs typeface="Arial"/>
              </a:rPr>
              <a:t>site</a:t>
            </a:r>
            <a:r>
              <a:rPr sz="2400" b="1" spc="-75">
                <a:latin typeface="Arial"/>
                <a:cs typeface="Arial"/>
              </a:rPr>
              <a:t> </a:t>
            </a:r>
            <a:r>
              <a:rPr sz="2400" spc="-20"/>
              <a:t>name.</a:t>
            </a:r>
            <a:r>
              <a:rPr sz="2400" spc="-170"/>
              <a:t> </a:t>
            </a:r>
            <a:r>
              <a:rPr sz="2400"/>
              <a:t>Add</a:t>
            </a:r>
            <a:r>
              <a:rPr sz="2400" spc="-45"/>
              <a:t> </a:t>
            </a:r>
            <a:r>
              <a:rPr sz="2400"/>
              <a:t>all</a:t>
            </a:r>
            <a:r>
              <a:rPr sz="2400" spc="-50"/>
              <a:t> </a:t>
            </a:r>
            <a:r>
              <a:rPr sz="2400"/>
              <a:t>team</a:t>
            </a:r>
            <a:r>
              <a:rPr sz="2400" spc="-50"/>
              <a:t> </a:t>
            </a:r>
            <a:r>
              <a:rPr sz="2400"/>
              <a:t>members</a:t>
            </a:r>
            <a:r>
              <a:rPr sz="2400" spc="-30"/>
              <a:t> </a:t>
            </a:r>
            <a:r>
              <a:rPr sz="2400"/>
              <a:t>and</a:t>
            </a:r>
            <a:r>
              <a:rPr sz="2400" spc="-45"/>
              <a:t> </a:t>
            </a:r>
            <a:r>
              <a:rPr sz="2400"/>
              <a:t>mentor</a:t>
            </a:r>
            <a:r>
              <a:rPr sz="2400" spc="-50"/>
              <a:t> </a:t>
            </a:r>
            <a:r>
              <a:rPr sz="2400"/>
              <a:t>as</a:t>
            </a:r>
            <a:r>
              <a:rPr sz="2400" spc="-15"/>
              <a:t> </a:t>
            </a:r>
            <a:r>
              <a:rPr sz="2400" b="1" spc="-10">
                <a:latin typeface="Arial"/>
                <a:cs typeface="Arial"/>
              </a:rPr>
              <a:t>site-admin </a:t>
            </a:r>
            <a:r>
              <a:rPr sz="2400"/>
              <a:t>(see</a:t>
            </a:r>
            <a:r>
              <a:rPr sz="2400" spc="-55"/>
              <a:t> </a:t>
            </a:r>
            <a:r>
              <a:rPr sz="2400" b="1">
                <a:latin typeface="Arial"/>
                <a:cs typeface="Arial"/>
              </a:rPr>
              <a:t>Jira</a:t>
            </a:r>
            <a:r>
              <a:rPr sz="2400" b="1" spc="-70">
                <a:latin typeface="Arial"/>
                <a:cs typeface="Arial"/>
              </a:rPr>
              <a:t> </a:t>
            </a:r>
            <a:r>
              <a:rPr sz="2400" b="1">
                <a:latin typeface="Arial"/>
                <a:cs typeface="Arial"/>
              </a:rPr>
              <a:t>guide</a:t>
            </a:r>
            <a:r>
              <a:rPr sz="2400" b="1" spc="-30">
                <a:latin typeface="Arial"/>
                <a:cs typeface="Arial"/>
              </a:rPr>
              <a:t> </a:t>
            </a:r>
            <a:r>
              <a:rPr sz="2400"/>
              <a:t>in</a:t>
            </a:r>
            <a:r>
              <a:rPr sz="2400" spc="-70"/>
              <a:t> </a:t>
            </a:r>
            <a:r>
              <a:rPr sz="2400" b="1">
                <a:latin typeface="Arial"/>
                <a:cs typeface="Arial"/>
              </a:rPr>
              <a:t>Moodle</a:t>
            </a:r>
            <a:r>
              <a:rPr sz="2400" b="1" spc="-30">
                <a:latin typeface="Arial"/>
                <a:cs typeface="Arial"/>
              </a:rPr>
              <a:t> </a:t>
            </a:r>
            <a:r>
              <a:rPr sz="2400"/>
              <a:t>under</a:t>
            </a:r>
            <a:r>
              <a:rPr sz="2400" spc="-60"/>
              <a:t> </a:t>
            </a:r>
            <a:r>
              <a:rPr sz="2400" b="1">
                <a:latin typeface="Arial"/>
                <a:cs typeface="Arial"/>
              </a:rPr>
              <a:t>Jira</a:t>
            </a:r>
            <a:r>
              <a:rPr sz="2400" b="1" spc="-65">
                <a:latin typeface="Arial"/>
                <a:cs typeface="Arial"/>
              </a:rPr>
              <a:t> </a:t>
            </a:r>
            <a:r>
              <a:rPr sz="2400" spc="-10"/>
              <a:t>section)</a:t>
            </a:r>
          </a:p>
          <a:p>
            <a:pPr marL="926465" marR="5080" lvl="1" indent="-457200">
              <a:spcBef>
                <a:spcPts val="95"/>
              </a:spcBef>
              <a:buFont typeface="Courier New" panose="020B0604020202020204" pitchFamily="34" charset="0"/>
              <a:buChar char="o"/>
              <a:tabLst>
                <a:tab pos="355600" algn="l"/>
              </a:tabLst>
            </a:pPr>
            <a:endParaRPr lang="en-US" sz="600" spc="-10">
              <a:latin typeface="Arial"/>
              <a:cs typeface="Arial"/>
            </a:endParaRPr>
          </a:p>
          <a:p>
            <a:pPr marL="926465" marR="5080" lvl="1" indent="-457200">
              <a:spcBef>
                <a:spcPts val="95"/>
              </a:spcBef>
              <a:buFont typeface="Courier New" panose="020B0604020202020204" pitchFamily="34" charset="0"/>
              <a:buChar char="o"/>
              <a:tabLst>
                <a:tab pos="355600" algn="l"/>
              </a:tabLst>
            </a:pPr>
            <a:endParaRPr lang="en-US" sz="600" spc="-10"/>
          </a:p>
          <a:p>
            <a:pPr marL="469265" marR="255270" indent="-457200">
              <a:buFont typeface="Arial" panose="020B0604020202020204" pitchFamily="34" charset="0"/>
              <a:buChar char="•"/>
              <a:tabLst>
                <a:tab pos="355600" algn="l"/>
              </a:tabLst>
            </a:pPr>
            <a:r>
              <a:rPr sz="2400"/>
              <a:t>Decide</a:t>
            </a:r>
            <a:r>
              <a:rPr sz="2400" spc="-45"/>
              <a:t> </a:t>
            </a:r>
            <a:r>
              <a:rPr sz="2400"/>
              <a:t>on</a:t>
            </a:r>
            <a:r>
              <a:rPr sz="2400" spc="-50"/>
              <a:t> </a:t>
            </a:r>
            <a:r>
              <a:rPr sz="2400"/>
              <a:t>the</a:t>
            </a:r>
            <a:r>
              <a:rPr sz="2400" spc="-45"/>
              <a:t> </a:t>
            </a:r>
            <a:r>
              <a:rPr sz="2400" b="1">
                <a:latin typeface="Arial"/>
                <a:cs typeface="Arial"/>
              </a:rPr>
              <a:t>project</a:t>
            </a:r>
            <a:r>
              <a:rPr sz="2400" b="1" spc="-35">
                <a:latin typeface="Arial"/>
                <a:cs typeface="Arial"/>
              </a:rPr>
              <a:t> </a:t>
            </a:r>
            <a:r>
              <a:rPr sz="2400"/>
              <a:t>you</a:t>
            </a:r>
            <a:r>
              <a:rPr sz="2400" spc="-60"/>
              <a:t> </a:t>
            </a:r>
            <a:r>
              <a:rPr sz="2400"/>
              <a:t>will</a:t>
            </a:r>
            <a:r>
              <a:rPr sz="2400" spc="-45"/>
              <a:t> </a:t>
            </a:r>
            <a:r>
              <a:rPr sz="2400"/>
              <a:t>work</a:t>
            </a:r>
            <a:r>
              <a:rPr sz="2400" spc="-40"/>
              <a:t> </a:t>
            </a:r>
            <a:r>
              <a:rPr sz="2400"/>
              <a:t>on</a:t>
            </a:r>
            <a:r>
              <a:rPr sz="2400" spc="-50"/>
              <a:t> </a:t>
            </a:r>
            <a:r>
              <a:rPr lang="en-AU" sz="2400" spc="-25"/>
              <a:t>and submit the project selection questionnaire </a:t>
            </a:r>
            <a:r>
              <a:rPr lang="en-US" sz="2400" spc="-25"/>
              <a:t>by end of Week 1 </a:t>
            </a:r>
            <a:r>
              <a:rPr lang="en-AU" sz="2400" spc="-25"/>
              <a:t>(keep an eye for new projects)</a:t>
            </a:r>
            <a:endParaRPr sz="2400" spc="-10"/>
          </a:p>
          <a:p>
            <a:pPr marL="926465" marR="255270" lvl="1" indent="-457200">
              <a:buFont typeface="Courier New" panose="020B0604020202020204" pitchFamily="34" charset="0"/>
              <a:buChar char="o"/>
              <a:tabLst>
                <a:tab pos="355600" algn="l"/>
              </a:tabLst>
            </a:pPr>
            <a:endParaRPr lang="en-AU" sz="600" spc="-25"/>
          </a:p>
          <a:p>
            <a:pPr marL="927100" lvl="1" indent="-457200">
              <a:buFont typeface="Courier New" panose="020B0604020202020204" pitchFamily="34" charset="0"/>
              <a:buChar char="o"/>
              <a:tabLst>
                <a:tab pos="355600" algn="l"/>
              </a:tabLst>
            </a:pPr>
            <a:endParaRPr lang="en-AU" sz="2400" spc="-10">
              <a:solidFill>
                <a:srgbClr val="FF0000"/>
              </a:solidFill>
              <a:latin typeface="Arial"/>
              <a:cs typeface="Arial"/>
            </a:endParaRPr>
          </a:p>
          <a:p>
            <a:pPr marL="469900" indent="-457200">
              <a:buFont typeface="Arial" panose="020B0604020202020204" pitchFamily="34" charset="0"/>
              <a:buChar char="•"/>
              <a:tabLst>
                <a:tab pos="355600" algn="l"/>
              </a:tabLst>
            </a:pPr>
            <a:r>
              <a:rPr lang="en-AU" sz="2400" spc="-10"/>
              <a:t>Start completing</a:t>
            </a:r>
            <a:r>
              <a:rPr lang="en-AU" sz="2400" spc="-10">
                <a:latin typeface="Arial"/>
                <a:cs typeface="Arial"/>
              </a:rPr>
              <a:t> course </a:t>
            </a:r>
            <a:r>
              <a:rPr lang="en-AU" sz="2400" b="1" spc="-10">
                <a:latin typeface="Arial"/>
                <a:cs typeface="Arial"/>
              </a:rPr>
              <a:t>Primers</a:t>
            </a:r>
            <a:r>
              <a:rPr lang="en-AU" sz="2400" spc="-10">
                <a:latin typeface="Arial"/>
                <a:cs typeface="Arial"/>
              </a:rPr>
              <a:t> in Python, GitHub, and Docker by the week 3 lab. </a:t>
            </a:r>
            <a:endParaRPr lang="en-AU" sz="2400"/>
          </a:p>
          <a:p>
            <a:pPr marL="355600">
              <a:lnSpc>
                <a:spcPct val="100000"/>
              </a:lnSpc>
            </a:pPr>
            <a:endParaRPr lang="th-TH" sz="2400" b="1" spc="-1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FE79D-0E81-408C-7031-C5B734AEFE5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FC4BC6-6782-8F66-B217-7555423C5D08}"/>
              </a:ext>
            </a:extLst>
          </p:cNvPr>
          <p:cNvSpPr txBox="1">
            <a:spLocks noGrp="1"/>
          </p:cNvSpPr>
          <p:nvPr>
            <p:ph type="title"/>
          </p:nvPr>
        </p:nvSpPr>
        <p:spPr>
          <a:xfrm>
            <a:off x="537443" y="198441"/>
            <a:ext cx="11108309" cy="566181"/>
          </a:xfrm>
          <a:prstGeom prst="rect">
            <a:avLst/>
          </a:prstGeom>
        </p:spPr>
        <p:txBody>
          <a:bodyPr vert="horz" wrap="square" lIns="0" tIns="12065" rIns="0" bIns="0" rtlCol="0" anchor="t">
            <a:spAutoFit/>
          </a:bodyPr>
          <a:lstStyle/>
          <a:p>
            <a:pPr marL="12700">
              <a:spcBef>
                <a:spcPts val="95"/>
              </a:spcBef>
            </a:pPr>
            <a:r>
              <a:rPr lang="en-US" sz="3600" b="1">
                <a:solidFill>
                  <a:srgbClr val="000000"/>
                </a:solidFill>
              </a:rPr>
              <a:t>Important Highlights &amp; Actions – Ed / Moodle</a:t>
            </a:r>
          </a:p>
        </p:txBody>
      </p:sp>
      <p:sp>
        <p:nvSpPr>
          <p:cNvPr id="4" name="object 4">
            <a:extLst>
              <a:ext uri="{FF2B5EF4-FFF2-40B4-BE49-F238E27FC236}">
                <a16:creationId xmlns:a16="http://schemas.microsoft.com/office/drawing/2014/main" id="{72E1EAC9-93CC-6093-A430-A8B9CB805B97}"/>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92</a:t>
            </a:fld>
            <a:endParaRPr spc="-25"/>
          </a:p>
        </p:txBody>
      </p:sp>
      <p:sp>
        <p:nvSpPr>
          <p:cNvPr id="3" name="object 3">
            <a:extLst>
              <a:ext uri="{FF2B5EF4-FFF2-40B4-BE49-F238E27FC236}">
                <a16:creationId xmlns:a16="http://schemas.microsoft.com/office/drawing/2014/main" id="{37137CC1-7BFD-F513-87DB-36F54BDD95A1}"/>
              </a:ext>
            </a:extLst>
          </p:cNvPr>
          <p:cNvSpPr txBox="1"/>
          <p:nvPr/>
        </p:nvSpPr>
        <p:spPr>
          <a:xfrm>
            <a:off x="540570" y="1077087"/>
            <a:ext cx="11324005" cy="3708708"/>
          </a:xfrm>
          <a:prstGeom prst="rect">
            <a:avLst/>
          </a:prstGeom>
        </p:spPr>
        <p:txBody>
          <a:bodyPr vert="horz" wrap="square" lIns="0" tIns="12700" rIns="0" bIns="0" rtlCol="0" anchor="t">
            <a:spAutoFit/>
          </a:bodyPr>
          <a:lstStyle/>
          <a:p>
            <a:pPr marL="469265" marR="255270" indent="-457200">
              <a:spcBef>
                <a:spcPts val="100"/>
              </a:spcBef>
              <a:buFont typeface="Arial" panose="020B0604020202020204" pitchFamily="34" charset="0"/>
              <a:buChar char="•"/>
              <a:tabLst>
                <a:tab pos="355600" algn="l"/>
              </a:tabLst>
            </a:pPr>
            <a:r>
              <a:rPr lang="en-US" sz="2400">
                <a:solidFill>
                  <a:schemeClr val="tx1"/>
                </a:solidFill>
                <a:latin typeface="Arial"/>
                <a:ea typeface="+mn-ea"/>
                <a:cs typeface="Arial"/>
              </a:rPr>
              <a:t>Make yourself familiar with COMP[39]9900 Moodle site </a:t>
            </a:r>
          </a:p>
          <a:p>
            <a:pPr marL="469265" marR="255270" indent="-457200">
              <a:spcBef>
                <a:spcPts val="100"/>
              </a:spcBef>
              <a:buFont typeface="Arial" panose="020B0604020202020204" pitchFamily="34" charset="0"/>
              <a:buChar char="•"/>
              <a:tabLst>
                <a:tab pos="355600" algn="l"/>
              </a:tabLst>
            </a:pPr>
            <a:r>
              <a:rPr lang="en-US" sz="2400">
                <a:solidFill>
                  <a:schemeClr val="tx1"/>
                </a:solidFill>
                <a:latin typeface="Arial"/>
                <a:ea typeface="+mn-ea"/>
                <a:cs typeface="Arial"/>
              </a:rPr>
              <a:t>Read course outlines (COMP 3900 Course Outline and 9900 Course Outline)</a:t>
            </a:r>
            <a:endParaRPr sz="2400">
              <a:solidFill>
                <a:schemeClr val="tx1"/>
              </a:solidFill>
              <a:latin typeface="Arial"/>
              <a:ea typeface="+mn-ea"/>
              <a:cs typeface="Arial"/>
            </a:endParaRPr>
          </a:p>
          <a:p>
            <a:pPr marL="469265" marR="255270" lvl="1" indent="-457200">
              <a:spcBef>
                <a:spcPts val="100"/>
              </a:spcBef>
              <a:buFont typeface="Arial" panose="020B0604020202020204" pitchFamily="34" charset="0"/>
              <a:buChar char="•"/>
              <a:tabLst>
                <a:tab pos="355600" algn="l"/>
              </a:tabLst>
            </a:pPr>
            <a:r>
              <a:rPr lang="en-US" sz="2400">
                <a:solidFill>
                  <a:schemeClr val="tx1"/>
                </a:solidFill>
                <a:latin typeface="Arial"/>
                <a:ea typeface="+mn-ea"/>
                <a:cs typeface="Arial"/>
              </a:rPr>
              <a:t>Read Team Formation and Project Preferences Selection guidelines</a:t>
            </a:r>
          </a:p>
          <a:p>
            <a:pPr marL="469265" marR="255270" indent="-457200">
              <a:spcBef>
                <a:spcPts val="1200"/>
              </a:spcBef>
              <a:buFont typeface="Arial" panose="020B0604020202020204" pitchFamily="34" charset="0"/>
              <a:buChar char="•"/>
              <a:tabLst>
                <a:tab pos="355600" algn="l"/>
              </a:tabLst>
            </a:pPr>
            <a:r>
              <a:rPr lang="en-US" sz="2400">
                <a:solidFill>
                  <a:schemeClr val="tx1"/>
                </a:solidFill>
                <a:latin typeface="Arial"/>
                <a:ea typeface="+mn-ea"/>
                <a:cs typeface="Arial"/>
              </a:rPr>
              <a:t>Check Projects List  </a:t>
            </a:r>
          </a:p>
          <a:p>
            <a:pPr marL="469265" marR="255270" indent="-457200">
              <a:spcBef>
                <a:spcPts val="1500"/>
              </a:spcBef>
              <a:buFont typeface="Arial" panose="020B0604020202020204" pitchFamily="34" charset="0"/>
              <a:buChar char="•"/>
              <a:tabLst>
                <a:tab pos="355600" algn="l"/>
              </a:tabLst>
            </a:pPr>
            <a:r>
              <a:rPr lang="en-US" sz="2400">
                <a:solidFill>
                  <a:schemeClr val="tx1"/>
                </a:solidFill>
                <a:latin typeface="Arial"/>
                <a:ea typeface="+mn-ea"/>
                <a:cs typeface="Arial"/>
              </a:rPr>
              <a:t>Check the 3 Primers on Coding Primer, Docker Primer, and Git Primer</a:t>
            </a:r>
          </a:p>
          <a:p>
            <a:pPr marL="469265" marR="255270" lvl="1" indent="-457200" algn="l">
              <a:buFont typeface="Arial" panose="020B0604020202020204" pitchFamily="34" charset="0"/>
              <a:buChar char="•"/>
              <a:tabLst>
                <a:tab pos="355600" algn="l"/>
              </a:tabLst>
            </a:pPr>
            <a:r>
              <a:rPr lang="en-US" sz="2400">
                <a:solidFill>
                  <a:schemeClr val="tx1"/>
                </a:solidFill>
                <a:latin typeface="Arial"/>
                <a:ea typeface="+mn-ea"/>
                <a:cs typeface="Arial"/>
              </a:rPr>
              <a:t>Check group self-selection activity under Teams Formation</a:t>
            </a:r>
          </a:p>
          <a:p>
            <a:pPr marL="469265" marR="255270" lvl="1" indent="-457200" algn="l">
              <a:buFont typeface="Arial" panose="020B0604020202020204" pitchFamily="34" charset="0"/>
              <a:buChar char="•"/>
              <a:tabLst>
                <a:tab pos="355600" algn="l"/>
              </a:tabLst>
            </a:pPr>
            <a:r>
              <a:rPr lang="en-US" sz="2400">
                <a:solidFill>
                  <a:schemeClr val="tx1"/>
                </a:solidFill>
                <a:latin typeface="Arial"/>
                <a:ea typeface="+mn-ea"/>
                <a:cs typeface="Arial"/>
              </a:rPr>
              <a:t>Join your Lab Schedule </a:t>
            </a:r>
          </a:p>
          <a:p>
            <a:pPr marL="469265" marR="255270" lvl="1" indent="-457200" algn="l">
              <a:buFont typeface="Arial" panose="020B0604020202020204" pitchFamily="34" charset="0"/>
              <a:buChar char="•"/>
              <a:tabLst>
                <a:tab pos="355600" algn="l"/>
              </a:tabLst>
            </a:pPr>
            <a:r>
              <a:rPr lang="en-US" sz="2400">
                <a:solidFill>
                  <a:schemeClr val="tx1"/>
                </a:solidFill>
                <a:latin typeface="Arial"/>
                <a:ea typeface="+mn-ea"/>
                <a:cs typeface="Arial"/>
              </a:rPr>
              <a:t>Check lab resources </a:t>
            </a:r>
          </a:p>
          <a:p>
            <a:pPr marL="469265" marR="255270" lvl="1" indent="-457200" algn="l">
              <a:buFont typeface="Arial" panose="020B0604020202020204" pitchFamily="34" charset="0"/>
              <a:buChar char="•"/>
              <a:tabLst>
                <a:tab pos="355600" algn="l"/>
              </a:tabLst>
            </a:pPr>
            <a:r>
              <a:rPr lang="en-US" sz="2400">
                <a:solidFill>
                  <a:schemeClr val="tx1"/>
                </a:solidFill>
                <a:latin typeface="Arial"/>
                <a:ea typeface="+mn-ea"/>
                <a:cs typeface="Arial"/>
              </a:rPr>
              <a:t>Keep an eye on the Workshops schedule </a:t>
            </a:r>
          </a:p>
        </p:txBody>
      </p:sp>
      <p:sp>
        <p:nvSpPr>
          <p:cNvPr id="5" name="TextBox 4">
            <a:extLst>
              <a:ext uri="{FF2B5EF4-FFF2-40B4-BE49-F238E27FC236}">
                <a16:creationId xmlns:a16="http://schemas.microsoft.com/office/drawing/2014/main" id="{906AD610-D9B7-DAFB-6760-F55C3F303E88}"/>
              </a:ext>
            </a:extLst>
          </p:cNvPr>
          <p:cNvSpPr txBox="1"/>
          <p:nvPr/>
        </p:nvSpPr>
        <p:spPr>
          <a:xfrm>
            <a:off x="253042" y="5098212"/>
            <a:ext cx="906923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Check Ed and Moodle for more details:</a:t>
            </a:r>
            <a:endParaRPr lang="en-US">
              <a:solidFill>
                <a:srgbClr val="000000"/>
              </a:solidFill>
            </a:endParaRPr>
          </a:p>
          <a:p>
            <a:r>
              <a:rPr lang="en-US">
                <a:hlinkClick r:id="rId2"/>
              </a:rPr>
              <a:t>https://edstem.org/au/courses/24654/discussion/2724829</a:t>
            </a:r>
            <a:r>
              <a:rPr lang="en-US"/>
              <a:t> </a:t>
            </a:r>
          </a:p>
          <a:p>
            <a:r>
              <a:rPr lang="en-US">
                <a:hlinkClick r:id="rId3"/>
              </a:rPr>
              <a:t>https://moodle.telt.unsw.edu.au/course/view.php?id=91927</a:t>
            </a:r>
            <a:r>
              <a:rPr lang="en-US"/>
              <a:t> </a:t>
            </a:r>
          </a:p>
        </p:txBody>
      </p:sp>
    </p:spTree>
    <p:extLst>
      <p:ext uri="{BB962C8B-B14F-4D97-AF65-F5344CB8AC3E}">
        <p14:creationId xmlns:p14="http://schemas.microsoft.com/office/powerpoint/2010/main" val="228480733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A54531-0521-7806-5DB2-10D766AE59A9}"/>
              </a:ext>
            </a:extLst>
          </p:cNvPr>
          <p:cNvSpPr>
            <a:spLocks noGrp="1"/>
          </p:cNvSpPr>
          <p:nvPr>
            <p:ph idx="1"/>
          </p:nvPr>
        </p:nvSpPr>
        <p:spPr>
          <a:xfrm>
            <a:off x="1949787" y="4498737"/>
            <a:ext cx="4249452" cy="731411"/>
          </a:xfrm>
        </p:spPr>
        <p:txBody>
          <a:bodyPr vert="horz" wrap="square" lIns="91440" tIns="45720" rIns="91440" bIns="45720" rtlCol="0" anchor="t">
            <a:normAutofit/>
          </a:bodyPr>
          <a:lstStyle/>
          <a:p>
            <a:pPr algn="ctr"/>
            <a:endParaRPr lang="en-AU" sz="1800">
              <a:latin typeface="Calibri "/>
            </a:endParaRPr>
          </a:p>
        </p:txBody>
      </p:sp>
      <p:sp>
        <p:nvSpPr>
          <p:cNvPr id="3" name="Title 2">
            <a:extLst>
              <a:ext uri="{FF2B5EF4-FFF2-40B4-BE49-F238E27FC236}">
                <a16:creationId xmlns:a16="http://schemas.microsoft.com/office/drawing/2014/main" id="{231BCF6B-4CEC-0244-A946-150DD266348E}"/>
              </a:ext>
            </a:extLst>
          </p:cNvPr>
          <p:cNvSpPr>
            <a:spLocks noGrp="1"/>
          </p:cNvSpPr>
          <p:nvPr>
            <p:ph type="title"/>
          </p:nvPr>
        </p:nvSpPr>
        <p:spPr>
          <a:xfrm>
            <a:off x="1832104" y="2624399"/>
            <a:ext cx="4609584" cy="1222772"/>
          </a:xfrm>
        </p:spPr>
        <p:txBody>
          <a:bodyPr wrap="square" anchor="t">
            <a:normAutofit/>
          </a:bodyPr>
          <a:lstStyle/>
          <a:p>
            <a:r>
              <a:rPr lang="en-US">
                <a:solidFill>
                  <a:srgbClr val="000000"/>
                </a:solidFill>
              </a:rPr>
              <a:t>Thank you!</a:t>
            </a:r>
          </a:p>
        </p:txBody>
      </p:sp>
    </p:spTree>
    <p:extLst>
      <p:ext uri="{BB962C8B-B14F-4D97-AF65-F5344CB8AC3E}">
        <p14:creationId xmlns:p14="http://schemas.microsoft.com/office/powerpoint/2010/main" val="390265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nodePh="1">
                                  <p:stCondLst>
                                    <p:cond delay="0"/>
                                  </p:stCondLst>
                                  <p:endCondLst>
                                    <p:cond evt="begin" delay="0">
                                      <p:tn val="11"/>
                                    </p:cond>
                                  </p:endCondLst>
                                  <p:childTnLst>
                                    <p:set>
                                      <p:cBhvr>
                                        <p:cTn id="12" dur="1" fill="hold">
                                          <p:stCondLst>
                                            <p:cond delay="0"/>
                                          </p:stCondLst>
                                        </p:cTn>
                                        <p:tgtEl>
                                          <p:spTgt spid="2">
                                            <p:txEl>
                                              <p:pRg st="0" end="0"/>
                                            </p:txEl>
                                          </p:spTgt>
                                        </p:tgtEl>
                                        <p:attrNameLst>
                                          <p:attrName>style.visibility</p:attrName>
                                        </p:attrNameLst>
                                      </p:cBhvr>
                                      <p:to>
                                        <p:strVal val="visible"/>
                                      </p:to>
                                    </p:set>
                                    <p:animEffect transition="in" filter="dissolve">
                                      <p:cBhvr>
                                        <p:cTn id="13"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152400"/>
            <a:ext cx="6433566" cy="689932"/>
          </a:xfrm>
          <a:prstGeom prst="rect">
            <a:avLst/>
          </a:prstGeom>
        </p:spPr>
        <p:txBody>
          <a:bodyPr vert="horz" wrap="square" lIns="0" tIns="12700" rIns="0" bIns="0" rtlCol="0">
            <a:spAutoFit/>
          </a:bodyPr>
          <a:lstStyle/>
          <a:p>
            <a:pPr marL="12700" algn="ctr">
              <a:lnSpc>
                <a:spcPct val="100000"/>
              </a:lnSpc>
              <a:spcBef>
                <a:spcPts val="100"/>
              </a:spcBef>
            </a:pPr>
            <a:r>
              <a:rPr lang="en-AU" sz="4400" b="1">
                <a:solidFill>
                  <a:srgbClr val="000000"/>
                </a:solidFill>
                <a:latin typeface="Arial"/>
                <a:cs typeface="Arial"/>
              </a:rPr>
              <a:t>References</a:t>
            </a:r>
            <a:endParaRPr sz="4400">
              <a:latin typeface="Arial"/>
              <a:cs typeface="Arial"/>
            </a:endParaRP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94</a:t>
            </a:fld>
            <a:endParaRPr spc="-25"/>
          </a:p>
        </p:txBody>
      </p:sp>
      <p:sp>
        <p:nvSpPr>
          <p:cNvPr id="5" name="object 2">
            <a:extLst>
              <a:ext uri="{FF2B5EF4-FFF2-40B4-BE49-F238E27FC236}">
                <a16:creationId xmlns:a16="http://schemas.microsoft.com/office/drawing/2014/main" id="{188F8929-A58E-1698-843E-D49FFC771EF4}"/>
              </a:ext>
            </a:extLst>
          </p:cNvPr>
          <p:cNvSpPr txBox="1"/>
          <p:nvPr/>
        </p:nvSpPr>
        <p:spPr>
          <a:xfrm>
            <a:off x="1025753" y="751713"/>
            <a:ext cx="10133965" cy="5224145"/>
          </a:xfrm>
          <a:prstGeom prst="rect">
            <a:avLst/>
          </a:prstGeom>
        </p:spPr>
        <p:txBody>
          <a:bodyPr vert="horz" wrap="square" lIns="0" tIns="13335" rIns="0" bIns="0" rtlCol="0">
            <a:spAutoFit/>
          </a:bodyPr>
          <a:lstStyle/>
          <a:p>
            <a:pPr marL="12700">
              <a:lnSpc>
                <a:spcPct val="100000"/>
              </a:lnSpc>
              <a:spcBef>
                <a:spcPts val="105"/>
              </a:spcBef>
            </a:pPr>
            <a:r>
              <a:rPr sz="2000" spc="-60">
                <a:latin typeface="Arial"/>
                <a:cs typeface="Arial"/>
              </a:rPr>
              <a:t>Blake, </a:t>
            </a:r>
            <a:r>
              <a:rPr sz="2000" spc="-145">
                <a:latin typeface="Arial"/>
                <a:cs typeface="Arial"/>
              </a:rPr>
              <a:t>R.,</a:t>
            </a:r>
            <a:r>
              <a:rPr sz="2000" spc="-35">
                <a:latin typeface="Arial"/>
                <a:cs typeface="Arial"/>
              </a:rPr>
              <a:t> </a:t>
            </a:r>
            <a:r>
              <a:rPr sz="2000" spc="-100">
                <a:latin typeface="Arial"/>
                <a:cs typeface="Arial"/>
              </a:rPr>
              <a:t>&amp;</a:t>
            </a:r>
            <a:r>
              <a:rPr sz="2000" spc="-35">
                <a:latin typeface="Arial"/>
                <a:cs typeface="Arial"/>
              </a:rPr>
              <a:t> </a:t>
            </a:r>
            <a:r>
              <a:rPr sz="2000">
                <a:latin typeface="Arial"/>
                <a:cs typeface="Arial"/>
              </a:rPr>
              <a:t>Mouton,</a:t>
            </a:r>
            <a:r>
              <a:rPr sz="2000" spc="-70">
                <a:latin typeface="Arial"/>
                <a:cs typeface="Arial"/>
              </a:rPr>
              <a:t> </a:t>
            </a:r>
            <a:r>
              <a:rPr sz="2000">
                <a:latin typeface="Arial"/>
                <a:cs typeface="Arial"/>
              </a:rPr>
              <a:t>J.</a:t>
            </a:r>
            <a:r>
              <a:rPr sz="2000" spc="-45">
                <a:latin typeface="Arial"/>
                <a:cs typeface="Arial"/>
              </a:rPr>
              <a:t> </a:t>
            </a:r>
            <a:r>
              <a:rPr sz="2000">
                <a:latin typeface="Arial"/>
                <a:cs typeface="Arial"/>
              </a:rPr>
              <a:t>(1964).</a:t>
            </a:r>
            <a:r>
              <a:rPr sz="2000" spc="-35">
                <a:latin typeface="Arial"/>
                <a:cs typeface="Arial"/>
              </a:rPr>
              <a:t> </a:t>
            </a:r>
            <a:r>
              <a:rPr sz="2000" spc="-20">
                <a:latin typeface="Arial"/>
                <a:cs typeface="Arial"/>
              </a:rPr>
              <a:t>The</a:t>
            </a:r>
            <a:r>
              <a:rPr sz="2000" spc="-45">
                <a:latin typeface="Arial"/>
                <a:cs typeface="Arial"/>
              </a:rPr>
              <a:t> </a:t>
            </a:r>
            <a:r>
              <a:rPr sz="2000">
                <a:latin typeface="Arial"/>
                <a:cs typeface="Arial"/>
              </a:rPr>
              <a:t>managerial</a:t>
            </a:r>
            <a:r>
              <a:rPr sz="2000" spc="-65">
                <a:latin typeface="Arial"/>
                <a:cs typeface="Arial"/>
              </a:rPr>
              <a:t> </a:t>
            </a:r>
            <a:r>
              <a:rPr sz="2000">
                <a:latin typeface="Arial"/>
                <a:cs typeface="Arial"/>
              </a:rPr>
              <a:t>grid.</a:t>
            </a:r>
            <a:r>
              <a:rPr sz="2000" spc="-65">
                <a:latin typeface="Arial"/>
                <a:cs typeface="Arial"/>
              </a:rPr>
              <a:t> </a:t>
            </a:r>
            <a:r>
              <a:rPr sz="2000" spc="-10">
                <a:latin typeface="Arial"/>
                <a:cs typeface="Arial"/>
              </a:rPr>
              <a:t>Gulf.</a:t>
            </a:r>
            <a:endParaRPr sz="2000">
              <a:latin typeface="Arial"/>
              <a:cs typeface="Arial"/>
            </a:endParaRPr>
          </a:p>
          <a:p>
            <a:pPr marL="12700">
              <a:lnSpc>
                <a:spcPct val="100000"/>
              </a:lnSpc>
              <a:spcBef>
                <a:spcPts val="1555"/>
              </a:spcBef>
            </a:pPr>
            <a:r>
              <a:rPr sz="2000">
                <a:latin typeface="Arial"/>
                <a:cs typeface="Arial"/>
              </a:rPr>
              <a:t>Condliffe,</a:t>
            </a:r>
            <a:r>
              <a:rPr sz="2000" spc="-45">
                <a:latin typeface="Arial"/>
                <a:cs typeface="Arial"/>
              </a:rPr>
              <a:t> </a:t>
            </a:r>
            <a:r>
              <a:rPr sz="2000" spc="-30">
                <a:latin typeface="Arial"/>
                <a:cs typeface="Arial"/>
              </a:rPr>
              <a:t>P.</a:t>
            </a:r>
            <a:r>
              <a:rPr sz="2000" spc="-20">
                <a:latin typeface="Arial"/>
                <a:cs typeface="Arial"/>
              </a:rPr>
              <a:t> </a:t>
            </a:r>
            <a:r>
              <a:rPr sz="2000">
                <a:latin typeface="Arial"/>
                <a:cs typeface="Arial"/>
              </a:rPr>
              <a:t>(1991).</a:t>
            </a:r>
            <a:r>
              <a:rPr sz="2000" spc="-40">
                <a:latin typeface="Arial"/>
                <a:cs typeface="Arial"/>
              </a:rPr>
              <a:t> </a:t>
            </a:r>
            <a:r>
              <a:rPr sz="2000">
                <a:latin typeface="Arial"/>
                <a:cs typeface="Arial"/>
              </a:rPr>
              <a:t>Conflict</a:t>
            </a:r>
            <a:r>
              <a:rPr sz="2000" spc="-60">
                <a:latin typeface="Arial"/>
                <a:cs typeface="Arial"/>
              </a:rPr>
              <a:t> </a:t>
            </a:r>
            <a:r>
              <a:rPr sz="2000">
                <a:latin typeface="Arial"/>
                <a:cs typeface="Arial"/>
              </a:rPr>
              <a:t>management:</a:t>
            </a:r>
            <a:r>
              <a:rPr sz="2000" spc="-35">
                <a:latin typeface="Arial"/>
                <a:cs typeface="Arial"/>
              </a:rPr>
              <a:t> </a:t>
            </a:r>
            <a:r>
              <a:rPr sz="2000">
                <a:latin typeface="Arial"/>
                <a:cs typeface="Arial"/>
              </a:rPr>
              <a:t>A</a:t>
            </a:r>
            <a:r>
              <a:rPr sz="2000" spc="-25">
                <a:latin typeface="Arial"/>
                <a:cs typeface="Arial"/>
              </a:rPr>
              <a:t> </a:t>
            </a:r>
            <a:r>
              <a:rPr sz="2000">
                <a:latin typeface="Arial"/>
                <a:cs typeface="Arial"/>
              </a:rPr>
              <a:t>practical</a:t>
            </a:r>
            <a:r>
              <a:rPr sz="2000" spc="-55">
                <a:latin typeface="Arial"/>
                <a:cs typeface="Arial"/>
              </a:rPr>
              <a:t> </a:t>
            </a:r>
            <a:r>
              <a:rPr sz="2000" spc="-10">
                <a:latin typeface="Arial"/>
                <a:cs typeface="Arial"/>
              </a:rPr>
              <a:t>guide.</a:t>
            </a:r>
            <a:r>
              <a:rPr sz="2000" spc="-40">
                <a:latin typeface="Arial"/>
                <a:cs typeface="Arial"/>
              </a:rPr>
              <a:t> </a:t>
            </a:r>
            <a:r>
              <a:rPr sz="2000" spc="-50">
                <a:latin typeface="Arial"/>
                <a:cs typeface="Arial"/>
              </a:rPr>
              <a:t>RMIT</a:t>
            </a:r>
            <a:r>
              <a:rPr sz="2000" spc="-35">
                <a:latin typeface="Arial"/>
                <a:cs typeface="Arial"/>
              </a:rPr>
              <a:t> </a:t>
            </a:r>
            <a:r>
              <a:rPr sz="2000" spc="-10">
                <a:latin typeface="Arial"/>
                <a:cs typeface="Arial"/>
              </a:rPr>
              <a:t>TAFE.</a:t>
            </a:r>
            <a:endParaRPr sz="2000">
              <a:latin typeface="Arial"/>
              <a:cs typeface="Arial"/>
            </a:endParaRPr>
          </a:p>
          <a:p>
            <a:pPr marL="12700">
              <a:lnSpc>
                <a:spcPts val="2280"/>
              </a:lnSpc>
              <a:spcBef>
                <a:spcPts val="1565"/>
              </a:spcBef>
            </a:pPr>
            <a:r>
              <a:rPr sz="2000" spc="-35">
                <a:latin typeface="Arial"/>
                <a:cs typeface="Arial"/>
              </a:rPr>
              <a:t>Davidson,</a:t>
            </a:r>
            <a:r>
              <a:rPr sz="2000" spc="-85">
                <a:latin typeface="Arial"/>
                <a:cs typeface="Arial"/>
              </a:rPr>
              <a:t> </a:t>
            </a:r>
            <a:r>
              <a:rPr sz="2000" spc="-95">
                <a:latin typeface="Arial"/>
                <a:cs typeface="Arial"/>
              </a:rPr>
              <a:t>P.,</a:t>
            </a:r>
            <a:r>
              <a:rPr sz="2000" spc="-50">
                <a:latin typeface="Arial"/>
                <a:cs typeface="Arial"/>
              </a:rPr>
              <a:t> </a:t>
            </a:r>
            <a:r>
              <a:rPr sz="2000" spc="-30">
                <a:latin typeface="Arial"/>
                <a:cs typeface="Arial"/>
              </a:rPr>
              <a:t>Simon,</a:t>
            </a:r>
            <a:r>
              <a:rPr sz="2000" spc="-75">
                <a:latin typeface="Arial"/>
                <a:cs typeface="Arial"/>
              </a:rPr>
              <a:t> </a:t>
            </a:r>
            <a:r>
              <a:rPr sz="2000" spc="-80">
                <a:latin typeface="Arial"/>
                <a:cs typeface="Arial"/>
              </a:rPr>
              <a:t>A.,</a:t>
            </a:r>
            <a:r>
              <a:rPr sz="2000" spc="-65">
                <a:latin typeface="Arial"/>
                <a:cs typeface="Arial"/>
              </a:rPr>
              <a:t> </a:t>
            </a:r>
            <a:r>
              <a:rPr sz="2000" spc="-10">
                <a:latin typeface="Arial"/>
                <a:cs typeface="Arial"/>
              </a:rPr>
              <a:t>Gottschalk,</a:t>
            </a:r>
            <a:r>
              <a:rPr sz="2000" spc="-85">
                <a:latin typeface="Arial"/>
                <a:cs typeface="Arial"/>
              </a:rPr>
              <a:t> </a:t>
            </a:r>
            <a:r>
              <a:rPr sz="2000" spc="-80">
                <a:latin typeface="Arial"/>
                <a:cs typeface="Arial"/>
              </a:rPr>
              <a:t>L.,</a:t>
            </a:r>
            <a:r>
              <a:rPr sz="2000" spc="-65">
                <a:latin typeface="Arial"/>
                <a:cs typeface="Arial"/>
              </a:rPr>
              <a:t> </a:t>
            </a:r>
            <a:r>
              <a:rPr sz="2000" spc="-20">
                <a:latin typeface="Arial"/>
                <a:cs typeface="Arial"/>
              </a:rPr>
              <a:t>Hunt,</a:t>
            </a:r>
            <a:r>
              <a:rPr sz="2000" spc="-65">
                <a:latin typeface="Arial"/>
                <a:cs typeface="Arial"/>
              </a:rPr>
              <a:t> </a:t>
            </a:r>
            <a:r>
              <a:rPr sz="2000" spc="-20">
                <a:latin typeface="Arial"/>
                <a:cs typeface="Arial"/>
              </a:rPr>
              <a:t>J.,</a:t>
            </a:r>
            <a:r>
              <a:rPr sz="2000" spc="-75">
                <a:latin typeface="Arial"/>
                <a:cs typeface="Arial"/>
              </a:rPr>
              <a:t> </a:t>
            </a:r>
            <a:r>
              <a:rPr sz="2000" spc="-55">
                <a:latin typeface="Arial"/>
                <a:cs typeface="Arial"/>
              </a:rPr>
              <a:t>Wood,</a:t>
            </a:r>
            <a:r>
              <a:rPr sz="2000" spc="-70">
                <a:latin typeface="Arial"/>
                <a:cs typeface="Arial"/>
              </a:rPr>
              <a:t> </a:t>
            </a:r>
            <a:r>
              <a:rPr sz="2000" spc="-135">
                <a:latin typeface="Arial"/>
                <a:cs typeface="Arial"/>
              </a:rPr>
              <a:t>G.,</a:t>
            </a:r>
            <a:r>
              <a:rPr sz="2000" spc="-45">
                <a:latin typeface="Arial"/>
                <a:cs typeface="Arial"/>
              </a:rPr>
              <a:t> </a:t>
            </a:r>
            <a:r>
              <a:rPr sz="2000" spc="-100">
                <a:latin typeface="Arial"/>
                <a:cs typeface="Arial"/>
              </a:rPr>
              <a:t>&amp;</a:t>
            </a:r>
            <a:r>
              <a:rPr sz="2000" spc="-75">
                <a:latin typeface="Arial"/>
                <a:cs typeface="Arial"/>
              </a:rPr>
              <a:t> </a:t>
            </a:r>
            <a:r>
              <a:rPr sz="2000">
                <a:latin typeface="Arial"/>
                <a:cs typeface="Arial"/>
              </a:rPr>
              <a:t>Griffin,</a:t>
            </a:r>
            <a:r>
              <a:rPr sz="2000" spc="-65">
                <a:latin typeface="Arial"/>
                <a:cs typeface="Arial"/>
              </a:rPr>
              <a:t> </a:t>
            </a:r>
            <a:r>
              <a:rPr sz="2000" spc="-130">
                <a:latin typeface="Arial"/>
                <a:cs typeface="Arial"/>
              </a:rPr>
              <a:t>R.</a:t>
            </a:r>
            <a:r>
              <a:rPr sz="2000" spc="-50">
                <a:latin typeface="Arial"/>
                <a:cs typeface="Arial"/>
              </a:rPr>
              <a:t> </a:t>
            </a:r>
            <a:r>
              <a:rPr sz="2000">
                <a:latin typeface="Arial"/>
                <a:cs typeface="Arial"/>
              </a:rPr>
              <a:t>(2006).</a:t>
            </a:r>
            <a:r>
              <a:rPr sz="2000" spc="-55">
                <a:latin typeface="Arial"/>
                <a:cs typeface="Arial"/>
              </a:rPr>
              <a:t> </a:t>
            </a:r>
            <a:r>
              <a:rPr sz="2000" spc="-10">
                <a:latin typeface="Arial"/>
                <a:cs typeface="Arial"/>
              </a:rPr>
              <a:t>Management</a:t>
            </a:r>
            <a:endParaRPr sz="2000">
              <a:latin typeface="Arial"/>
              <a:cs typeface="Arial"/>
            </a:endParaRPr>
          </a:p>
          <a:p>
            <a:pPr marL="12700">
              <a:lnSpc>
                <a:spcPts val="2280"/>
              </a:lnSpc>
            </a:pPr>
            <a:r>
              <a:rPr sz="2000" spc="-120">
                <a:latin typeface="Arial"/>
                <a:cs typeface="Arial"/>
              </a:rPr>
              <a:t>-</a:t>
            </a:r>
            <a:r>
              <a:rPr sz="2000" spc="-10">
                <a:latin typeface="Arial"/>
                <a:cs typeface="Arial"/>
              </a:rPr>
              <a:t> </a:t>
            </a:r>
            <a:r>
              <a:rPr sz="2000" spc="-45">
                <a:latin typeface="Arial"/>
                <a:cs typeface="Arial"/>
              </a:rPr>
              <a:t>Core</a:t>
            </a:r>
            <a:r>
              <a:rPr sz="2000" spc="-5">
                <a:latin typeface="Arial"/>
                <a:cs typeface="Arial"/>
              </a:rPr>
              <a:t> </a:t>
            </a:r>
            <a:r>
              <a:rPr sz="2000">
                <a:latin typeface="Arial"/>
                <a:cs typeface="Arial"/>
              </a:rPr>
              <a:t>concepts and</a:t>
            </a:r>
            <a:r>
              <a:rPr sz="2000" spc="-10">
                <a:latin typeface="Arial"/>
                <a:cs typeface="Arial"/>
              </a:rPr>
              <a:t> </a:t>
            </a:r>
            <a:r>
              <a:rPr sz="2000">
                <a:latin typeface="Arial"/>
                <a:cs typeface="Arial"/>
              </a:rPr>
              <a:t>skills.</a:t>
            </a:r>
            <a:r>
              <a:rPr sz="2000" spc="-25">
                <a:latin typeface="Arial"/>
                <a:cs typeface="Arial"/>
              </a:rPr>
              <a:t> </a:t>
            </a:r>
            <a:r>
              <a:rPr sz="2000">
                <a:latin typeface="Arial"/>
                <a:cs typeface="Arial"/>
              </a:rPr>
              <a:t>John</a:t>
            </a:r>
            <a:r>
              <a:rPr sz="2000" spc="-5">
                <a:latin typeface="Arial"/>
                <a:cs typeface="Arial"/>
              </a:rPr>
              <a:t> </a:t>
            </a:r>
            <a:r>
              <a:rPr sz="2000" spc="-10">
                <a:latin typeface="Arial"/>
                <a:cs typeface="Arial"/>
              </a:rPr>
              <a:t>Wiley.</a:t>
            </a:r>
            <a:endParaRPr sz="2000">
              <a:latin typeface="Arial"/>
              <a:cs typeface="Arial"/>
            </a:endParaRPr>
          </a:p>
          <a:p>
            <a:pPr marL="12700">
              <a:lnSpc>
                <a:spcPct val="100000"/>
              </a:lnSpc>
              <a:spcBef>
                <a:spcPts val="1560"/>
              </a:spcBef>
            </a:pPr>
            <a:r>
              <a:rPr sz="2000" spc="-20">
                <a:latin typeface="Arial"/>
                <a:cs typeface="Arial"/>
              </a:rPr>
              <a:t>Pinto,</a:t>
            </a:r>
            <a:r>
              <a:rPr sz="2000" spc="-25">
                <a:latin typeface="Arial"/>
                <a:cs typeface="Arial"/>
              </a:rPr>
              <a:t> </a:t>
            </a:r>
            <a:r>
              <a:rPr sz="2000">
                <a:latin typeface="Arial"/>
                <a:cs typeface="Arial"/>
              </a:rPr>
              <a:t>J.</a:t>
            </a:r>
            <a:r>
              <a:rPr sz="2000" spc="-10">
                <a:latin typeface="Arial"/>
                <a:cs typeface="Arial"/>
              </a:rPr>
              <a:t> </a:t>
            </a:r>
            <a:r>
              <a:rPr sz="2000">
                <a:latin typeface="Arial"/>
                <a:cs typeface="Arial"/>
              </a:rPr>
              <a:t>(2010).</a:t>
            </a:r>
            <a:r>
              <a:rPr sz="2000" spc="5">
                <a:latin typeface="Arial"/>
                <a:cs typeface="Arial"/>
              </a:rPr>
              <a:t> </a:t>
            </a:r>
            <a:r>
              <a:rPr sz="2000">
                <a:latin typeface="Arial"/>
                <a:cs typeface="Arial"/>
              </a:rPr>
              <a:t>Project</a:t>
            </a:r>
            <a:r>
              <a:rPr sz="2000" spc="-20">
                <a:latin typeface="Arial"/>
                <a:cs typeface="Arial"/>
              </a:rPr>
              <a:t> </a:t>
            </a:r>
            <a:r>
              <a:rPr sz="2000">
                <a:latin typeface="Arial"/>
                <a:cs typeface="Arial"/>
              </a:rPr>
              <a:t>management </a:t>
            </a:r>
            <a:r>
              <a:rPr sz="2000" spc="-120">
                <a:latin typeface="Arial"/>
                <a:cs typeface="Arial"/>
              </a:rPr>
              <a:t>-</a:t>
            </a:r>
            <a:r>
              <a:rPr sz="2000" spc="5">
                <a:latin typeface="Arial"/>
                <a:cs typeface="Arial"/>
              </a:rPr>
              <a:t> </a:t>
            </a:r>
            <a:r>
              <a:rPr sz="2000">
                <a:latin typeface="Arial"/>
                <a:cs typeface="Arial"/>
              </a:rPr>
              <a:t>Achieving</a:t>
            </a:r>
            <a:r>
              <a:rPr sz="2000" spc="-10">
                <a:latin typeface="Arial"/>
                <a:cs typeface="Arial"/>
              </a:rPr>
              <a:t> </a:t>
            </a:r>
            <a:r>
              <a:rPr sz="2000">
                <a:latin typeface="Arial"/>
                <a:cs typeface="Arial"/>
              </a:rPr>
              <a:t>competitive</a:t>
            </a:r>
            <a:r>
              <a:rPr sz="2000" spc="-5">
                <a:latin typeface="Arial"/>
                <a:cs typeface="Arial"/>
              </a:rPr>
              <a:t> </a:t>
            </a:r>
            <a:r>
              <a:rPr sz="2000" spc="-20">
                <a:latin typeface="Arial"/>
                <a:cs typeface="Arial"/>
              </a:rPr>
              <a:t>advantage.</a:t>
            </a:r>
            <a:r>
              <a:rPr sz="2000" spc="-35">
                <a:latin typeface="Arial"/>
                <a:cs typeface="Arial"/>
              </a:rPr>
              <a:t> </a:t>
            </a:r>
            <a:r>
              <a:rPr sz="2000" spc="-10">
                <a:latin typeface="Arial"/>
                <a:cs typeface="Arial"/>
              </a:rPr>
              <a:t>Pearson.</a:t>
            </a:r>
            <a:endParaRPr sz="2000">
              <a:latin typeface="Arial"/>
              <a:cs typeface="Arial"/>
            </a:endParaRPr>
          </a:p>
          <a:p>
            <a:pPr marL="12700" marR="396875">
              <a:lnSpc>
                <a:spcPts val="2160"/>
              </a:lnSpc>
              <a:spcBef>
                <a:spcPts val="1835"/>
              </a:spcBef>
            </a:pPr>
            <a:r>
              <a:rPr sz="2000" spc="-35">
                <a:latin typeface="Arial"/>
                <a:cs typeface="Arial"/>
              </a:rPr>
              <a:t>Posner,</a:t>
            </a:r>
            <a:r>
              <a:rPr sz="2000">
                <a:latin typeface="Arial"/>
                <a:cs typeface="Arial"/>
              </a:rPr>
              <a:t> </a:t>
            </a:r>
            <a:r>
              <a:rPr sz="2000" spc="-55">
                <a:latin typeface="Arial"/>
                <a:cs typeface="Arial"/>
              </a:rPr>
              <a:t>B.</a:t>
            </a:r>
            <a:r>
              <a:rPr sz="2000" spc="-15">
                <a:latin typeface="Arial"/>
                <a:cs typeface="Arial"/>
              </a:rPr>
              <a:t> </a:t>
            </a:r>
            <a:r>
              <a:rPr sz="2000">
                <a:latin typeface="Arial"/>
                <a:cs typeface="Arial"/>
              </a:rPr>
              <a:t>(1986).</a:t>
            </a:r>
            <a:r>
              <a:rPr sz="2000" spc="15">
                <a:latin typeface="Arial"/>
                <a:cs typeface="Arial"/>
              </a:rPr>
              <a:t> </a:t>
            </a:r>
            <a:r>
              <a:rPr sz="2000">
                <a:latin typeface="Arial"/>
                <a:cs typeface="Arial"/>
              </a:rPr>
              <a:t>What's</a:t>
            </a:r>
            <a:r>
              <a:rPr sz="2000" spc="-20">
                <a:latin typeface="Arial"/>
                <a:cs typeface="Arial"/>
              </a:rPr>
              <a:t> </a:t>
            </a:r>
            <a:r>
              <a:rPr sz="2000">
                <a:latin typeface="Arial"/>
                <a:cs typeface="Arial"/>
              </a:rPr>
              <a:t>all the</a:t>
            </a:r>
            <a:r>
              <a:rPr sz="2000" spc="-5">
                <a:latin typeface="Arial"/>
                <a:cs typeface="Arial"/>
              </a:rPr>
              <a:t> </a:t>
            </a:r>
            <a:r>
              <a:rPr sz="2000">
                <a:latin typeface="Arial"/>
                <a:cs typeface="Arial"/>
              </a:rPr>
              <a:t>fighting</a:t>
            </a:r>
            <a:r>
              <a:rPr sz="2000" spc="-30">
                <a:latin typeface="Arial"/>
                <a:cs typeface="Arial"/>
              </a:rPr>
              <a:t> </a:t>
            </a:r>
            <a:r>
              <a:rPr sz="2000">
                <a:latin typeface="Arial"/>
                <a:cs typeface="Arial"/>
              </a:rPr>
              <a:t>about?</a:t>
            </a:r>
            <a:r>
              <a:rPr sz="2000" spc="-20">
                <a:latin typeface="Arial"/>
                <a:cs typeface="Arial"/>
              </a:rPr>
              <a:t> </a:t>
            </a:r>
            <a:r>
              <a:rPr sz="2000">
                <a:latin typeface="Arial"/>
                <a:cs typeface="Arial"/>
              </a:rPr>
              <a:t>Conflicts</a:t>
            </a:r>
            <a:r>
              <a:rPr sz="2000" spc="-20">
                <a:latin typeface="Arial"/>
                <a:cs typeface="Arial"/>
              </a:rPr>
              <a:t> </a:t>
            </a:r>
            <a:r>
              <a:rPr sz="2000">
                <a:latin typeface="Arial"/>
                <a:cs typeface="Arial"/>
              </a:rPr>
              <a:t>in project</a:t>
            </a:r>
            <a:r>
              <a:rPr sz="2000" spc="-20">
                <a:latin typeface="Arial"/>
                <a:cs typeface="Arial"/>
              </a:rPr>
              <a:t> </a:t>
            </a:r>
            <a:r>
              <a:rPr sz="2000">
                <a:latin typeface="Arial"/>
                <a:cs typeface="Arial"/>
              </a:rPr>
              <a:t>management.</a:t>
            </a:r>
            <a:r>
              <a:rPr sz="2000" spc="-15">
                <a:latin typeface="Arial"/>
                <a:cs typeface="Arial"/>
              </a:rPr>
              <a:t> </a:t>
            </a:r>
            <a:r>
              <a:rPr sz="2000" spc="-50">
                <a:latin typeface="Arial"/>
                <a:cs typeface="Arial"/>
              </a:rPr>
              <a:t>IEEE </a:t>
            </a:r>
            <a:r>
              <a:rPr sz="2000">
                <a:latin typeface="Arial"/>
                <a:cs typeface="Arial"/>
              </a:rPr>
              <a:t>Transactions</a:t>
            </a:r>
            <a:r>
              <a:rPr sz="2000" spc="-60">
                <a:latin typeface="Arial"/>
                <a:cs typeface="Arial"/>
              </a:rPr>
              <a:t> </a:t>
            </a:r>
            <a:r>
              <a:rPr sz="2000">
                <a:latin typeface="Arial"/>
                <a:cs typeface="Arial"/>
              </a:rPr>
              <a:t>on</a:t>
            </a:r>
            <a:r>
              <a:rPr sz="2000" spc="-30">
                <a:latin typeface="Arial"/>
                <a:cs typeface="Arial"/>
              </a:rPr>
              <a:t> </a:t>
            </a:r>
            <a:r>
              <a:rPr sz="2000" spc="-25">
                <a:latin typeface="Arial"/>
                <a:cs typeface="Arial"/>
              </a:rPr>
              <a:t>Engineering</a:t>
            </a:r>
            <a:r>
              <a:rPr sz="2000" spc="-50">
                <a:latin typeface="Arial"/>
                <a:cs typeface="Arial"/>
              </a:rPr>
              <a:t> </a:t>
            </a:r>
            <a:r>
              <a:rPr sz="2000" spc="-10">
                <a:latin typeface="Arial"/>
                <a:cs typeface="Arial"/>
              </a:rPr>
              <a:t>Management,</a:t>
            </a:r>
            <a:r>
              <a:rPr sz="2000" spc="-55">
                <a:latin typeface="Arial"/>
                <a:cs typeface="Arial"/>
              </a:rPr>
              <a:t> </a:t>
            </a:r>
            <a:r>
              <a:rPr sz="2000" spc="-40">
                <a:latin typeface="Arial"/>
                <a:cs typeface="Arial"/>
              </a:rPr>
              <a:t>33,</a:t>
            </a:r>
            <a:r>
              <a:rPr sz="2000" spc="-30">
                <a:latin typeface="Arial"/>
                <a:cs typeface="Arial"/>
              </a:rPr>
              <a:t> </a:t>
            </a:r>
            <a:r>
              <a:rPr sz="2000" spc="-20">
                <a:latin typeface="Arial"/>
                <a:cs typeface="Arial"/>
              </a:rPr>
              <a:t>207-211.</a:t>
            </a:r>
            <a:endParaRPr sz="2000">
              <a:latin typeface="Arial"/>
              <a:cs typeface="Arial"/>
            </a:endParaRPr>
          </a:p>
          <a:p>
            <a:pPr marL="12700">
              <a:lnSpc>
                <a:spcPts val="2280"/>
              </a:lnSpc>
              <a:spcBef>
                <a:spcPts val="1525"/>
              </a:spcBef>
            </a:pPr>
            <a:r>
              <a:rPr sz="2000" spc="-45">
                <a:latin typeface="Arial"/>
                <a:cs typeface="Arial"/>
              </a:rPr>
              <a:t>Robbins,</a:t>
            </a:r>
            <a:r>
              <a:rPr sz="2000" spc="-55">
                <a:latin typeface="Arial"/>
                <a:cs typeface="Arial"/>
              </a:rPr>
              <a:t> </a:t>
            </a:r>
            <a:r>
              <a:rPr sz="2000" spc="-95">
                <a:latin typeface="Arial"/>
                <a:cs typeface="Arial"/>
              </a:rPr>
              <a:t>S.</a:t>
            </a:r>
            <a:r>
              <a:rPr sz="2000" spc="-50">
                <a:latin typeface="Arial"/>
                <a:cs typeface="Arial"/>
              </a:rPr>
              <a:t> </a:t>
            </a:r>
            <a:r>
              <a:rPr sz="2000" spc="-95">
                <a:latin typeface="Arial"/>
                <a:cs typeface="Arial"/>
              </a:rPr>
              <a:t>P.,</a:t>
            </a:r>
            <a:r>
              <a:rPr sz="2000" spc="-35">
                <a:latin typeface="Arial"/>
                <a:cs typeface="Arial"/>
              </a:rPr>
              <a:t> </a:t>
            </a:r>
            <a:r>
              <a:rPr sz="2000">
                <a:latin typeface="Arial"/>
                <a:cs typeface="Arial"/>
              </a:rPr>
              <a:t>Millett,</a:t>
            </a:r>
            <a:r>
              <a:rPr sz="2000" spc="-65">
                <a:latin typeface="Arial"/>
                <a:cs typeface="Arial"/>
              </a:rPr>
              <a:t> </a:t>
            </a:r>
            <a:r>
              <a:rPr sz="2000" spc="-100">
                <a:latin typeface="Arial"/>
                <a:cs typeface="Arial"/>
              </a:rPr>
              <a:t>B.,</a:t>
            </a:r>
            <a:r>
              <a:rPr sz="2000" spc="-20">
                <a:latin typeface="Arial"/>
                <a:cs typeface="Arial"/>
              </a:rPr>
              <a:t> </a:t>
            </a:r>
            <a:r>
              <a:rPr sz="2000" spc="-30">
                <a:latin typeface="Arial"/>
                <a:cs typeface="Arial"/>
              </a:rPr>
              <a:t>Cacioppe,</a:t>
            </a:r>
            <a:r>
              <a:rPr sz="2000" spc="-50">
                <a:latin typeface="Arial"/>
                <a:cs typeface="Arial"/>
              </a:rPr>
              <a:t> </a:t>
            </a:r>
            <a:r>
              <a:rPr sz="2000" spc="-145">
                <a:latin typeface="Arial"/>
                <a:cs typeface="Arial"/>
              </a:rPr>
              <a:t>R.,</a:t>
            </a:r>
            <a:r>
              <a:rPr sz="2000" spc="-40">
                <a:latin typeface="Arial"/>
                <a:cs typeface="Arial"/>
              </a:rPr>
              <a:t> </a:t>
            </a:r>
            <a:r>
              <a:rPr sz="2000" spc="-100">
                <a:latin typeface="Arial"/>
                <a:cs typeface="Arial"/>
              </a:rPr>
              <a:t>&amp;</a:t>
            </a:r>
            <a:r>
              <a:rPr sz="2000" spc="-55">
                <a:latin typeface="Arial"/>
                <a:cs typeface="Arial"/>
              </a:rPr>
              <a:t> </a:t>
            </a:r>
            <a:r>
              <a:rPr sz="2000" spc="-30">
                <a:latin typeface="Arial"/>
                <a:cs typeface="Arial"/>
              </a:rPr>
              <a:t>Waters-</a:t>
            </a:r>
            <a:r>
              <a:rPr sz="2000" spc="-10">
                <a:latin typeface="Arial"/>
                <a:cs typeface="Arial"/>
              </a:rPr>
              <a:t>Marsh,</a:t>
            </a:r>
            <a:r>
              <a:rPr sz="2000" spc="-75">
                <a:latin typeface="Arial"/>
                <a:cs typeface="Arial"/>
              </a:rPr>
              <a:t> </a:t>
            </a:r>
            <a:r>
              <a:rPr sz="2000">
                <a:latin typeface="Arial"/>
                <a:cs typeface="Arial"/>
              </a:rPr>
              <a:t>T.</a:t>
            </a:r>
            <a:r>
              <a:rPr sz="2000" spc="-50">
                <a:latin typeface="Arial"/>
                <a:cs typeface="Arial"/>
              </a:rPr>
              <a:t> </a:t>
            </a:r>
            <a:r>
              <a:rPr sz="2000">
                <a:latin typeface="Arial"/>
                <a:cs typeface="Arial"/>
              </a:rPr>
              <a:t>(1998).</a:t>
            </a:r>
            <a:r>
              <a:rPr sz="2000" spc="-30">
                <a:latin typeface="Arial"/>
                <a:cs typeface="Arial"/>
              </a:rPr>
              <a:t> </a:t>
            </a:r>
            <a:r>
              <a:rPr sz="2000" spc="-10">
                <a:latin typeface="Arial"/>
                <a:cs typeface="Arial"/>
              </a:rPr>
              <a:t>Organisational</a:t>
            </a:r>
            <a:endParaRPr sz="2000">
              <a:latin typeface="Arial"/>
              <a:cs typeface="Arial"/>
            </a:endParaRPr>
          </a:p>
          <a:p>
            <a:pPr marL="12700">
              <a:lnSpc>
                <a:spcPts val="2280"/>
              </a:lnSpc>
            </a:pPr>
            <a:r>
              <a:rPr sz="2000" spc="-10">
                <a:latin typeface="Arial"/>
                <a:cs typeface="Arial"/>
              </a:rPr>
              <a:t>behaviour</a:t>
            </a:r>
            <a:r>
              <a:rPr sz="2000" spc="-90">
                <a:latin typeface="Arial"/>
                <a:cs typeface="Arial"/>
              </a:rPr>
              <a:t> </a:t>
            </a:r>
            <a:r>
              <a:rPr sz="2000" spc="-120">
                <a:latin typeface="Arial"/>
                <a:cs typeface="Arial"/>
              </a:rPr>
              <a:t>-</a:t>
            </a:r>
            <a:r>
              <a:rPr sz="2000" spc="-65">
                <a:latin typeface="Arial"/>
                <a:cs typeface="Arial"/>
              </a:rPr>
              <a:t> </a:t>
            </a:r>
            <a:r>
              <a:rPr sz="2000" spc="-10">
                <a:latin typeface="Arial"/>
                <a:cs typeface="Arial"/>
              </a:rPr>
              <a:t>Leading</a:t>
            </a:r>
            <a:r>
              <a:rPr sz="2000" spc="-65">
                <a:latin typeface="Arial"/>
                <a:cs typeface="Arial"/>
              </a:rPr>
              <a:t> </a:t>
            </a:r>
            <a:r>
              <a:rPr sz="2000">
                <a:latin typeface="Arial"/>
                <a:cs typeface="Arial"/>
              </a:rPr>
              <a:t>and</a:t>
            </a:r>
            <a:r>
              <a:rPr sz="2000" spc="-85">
                <a:latin typeface="Arial"/>
                <a:cs typeface="Arial"/>
              </a:rPr>
              <a:t> </a:t>
            </a:r>
            <a:r>
              <a:rPr sz="2000">
                <a:latin typeface="Arial"/>
                <a:cs typeface="Arial"/>
              </a:rPr>
              <a:t>managing</a:t>
            </a:r>
            <a:r>
              <a:rPr sz="2000" spc="-85">
                <a:latin typeface="Arial"/>
                <a:cs typeface="Arial"/>
              </a:rPr>
              <a:t> </a:t>
            </a:r>
            <a:r>
              <a:rPr sz="2000">
                <a:latin typeface="Arial"/>
                <a:cs typeface="Arial"/>
              </a:rPr>
              <a:t>in</a:t>
            </a:r>
            <a:r>
              <a:rPr sz="2000" spc="-70">
                <a:latin typeface="Arial"/>
                <a:cs typeface="Arial"/>
              </a:rPr>
              <a:t> </a:t>
            </a:r>
            <a:r>
              <a:rPr sz="2000">
                <a:latin typeface="Arial"/>
                <a:cs typeface="Arial"/>
              </a:rPr>
              <a:t>Australia</a:t>
            </a:r>
            <a:r>
              <a:rPr sz="2000" spc="-100">
                <a:latin typeface="Arial"/>
                <a:cs typeface="Arial"/>
              </a:rPr>
              <a:t> </a:t>
            </a:r>
            <a:r>
              <a:rPr sz="2000">
                <a:latin typeface="Arial"/>
                <a:cs typeface="Arial"/>
              </a:rPr>
              <a:t>and</a:t>
            </a:r>
            <a:r>
              <a:rPr sz="2000" spc="-65">
                <a:latin typeface="Arial"/>
                <a:cs typeface="Arial"/>
              </a:rPr>
              <a:t> </a:t>
            </a:r>
            <a:r>
              <a:rPr sz="2000">
                <a:latin typeface="Arial"/>
                <a:cs typeface="Arial"/>
              </a:rPr>
              <a:t>New</a:t>
            </a:r>
            <a:r>
              <a:rPr sz="2000" spc="-70">
                <a:latin typeface="Arial"/>
                <a:cs typeface="Arial"/>
              </a:rPr>
              <a:t> </a:t>
            </a:r>
            <a:r>
              <a:rPr sz="2000" spc="-10">
                <a:latin typeface="Arial"/>
                <a:cs typeface="Arial"/>
              </a:rPr>
              <a:t>Zealand</a:t>
            </a:r>
            <a:r>
              <a:rPr sz="2000" spc="-65">
                <a:latin typeface="Arial"/>
                <a:cs typeface="Arial"/>
              </a:rPr>
              <a:t> </a:t>
            </a:r>
            <a:r>
              <a:rPr sz="2000">
                <a:latin typeface="Arial"/>
                <a:cs typeface="Arial"/>
              </a:rPr>
              <a:t>(2nd</a:t>
            </a:r>
            <a:r>
              <a:rPr sz="2000" spc="-65">
                <a:latin typeface="Arial"/>
                <a:cs typeface="Arial"/>
              </a:rPr>
              <a:t> </a:t>
            </a:r>
            <a:r>
              <a:rPr sz="2000" spc="-10">
                <a:latin typeface="Arial"/>
                <a:cs typeface="Arial"/>
              </a:rPr>
              <a:t>ed.).</a:t>
            </a:r>
            <a:r>
              <a:rPr sz="2000" spc="-65">
                <a:latin typeface="Arial"/>
                <a:cs typeface="Arial"/>
              </a:rPr>
              <a:t> </a:t>
            </a:r>
            <a:r>
              <a:rPr sz="2000">
                <a:latin typeface="Arial"/>
                <a:cs typeface="Arial"/>
              </a:rPr>
              <a:t>Prentice</a:t>
            </a:r>
            <a:r>
              <a:rPr sz="2000" spc="-75">
                <a:latin typeface="Arial"/>
                <a:cs typeface="Arial"/>
              </a:rPr>
              <a:t> </a:t>
            </a:r>
            <a:r>
              <a:rPr sz="2000" spc="-10">
                <a:latin typeface="Arial"/>
                <a:cs typeface="Arial"/>
              </a:rPr>
              <a:t>Hall.</a:t>
            </a:r>
            <a:endParaRPr sz="2000">
              <a:latin typeface="Arial"/>
              <a:cs typeface="Arial"/>
            </a:endParaRPr>
          </a:p>
          <a:p>
            <a:pPr marL="12700" marR="407034">
              <a:lnSpc>
                <a:spcPts val="2160"/>
              </a:lnSpc>
              <a:spcBef>
                <a:spcPts val="1835"/>
              </a:spcBef>
            </a:pPr>
            <a:r>
              <a:rPr sz="2000" spc="-80">
                <a:latin typeface="Arial"/>
                <a:cs typeface="Arial"/>
              </a:rPr>
              <a:t>Saeed,</a:t>
            </a:r>
            <a:r>
              <a:rPr sz="2000" spc="-55">
                <a:latin typeface="Arial"/>
                <a:cs typeface="Arial"/>
              </a:rPr>
              <a:t> </a:t>
            </a:r>
            <a:r>
              <a:rPr sz="2000" spc="-75">
                <a:latin typeface="Arial"/>
                <a:cs typeface="Arial"/>
              </a:rPr>
              <a:t>T.,</a:t>
            </a:r>
            <a:r>
              <a:rPr sz="2000" spc="-70">
                <a:latin typeface="Arial"/>
                <a:cs typeface="Arial"/>
              </a:rPr>
              <a:t> </a:t>
            </a:r>
            <a:r>
              <a:rPr sz="2000" spc="-10">
                <a:latin typeface="Arial"/>
                <a:cs typeface="Arial"/>
              </a:rPr>
              <a:t>Almas,</a:t>
            </a:r>
            <a:r>
              <a:rPr sz="2000" spc="-70">
                <a:latin typeface="Arial"/>
                <a:cs typeface="Arial"/>
              </a:rPr>
              <a:t> </a:t>
            </a:r>
            <a:r>
              <a:rPr sz="2000" spc="-125">
                <a:latin typeface="Arial"/>
                <a:cs typeface="Arial"/>
              </a:rPr>
              <a:t>S.,</a:t>
            </a:r>
            <a:r>
              <a:rPr sz="2000" spc="-50">
                <a:latin typeface="Arial"/>
                <a:cs typeface="Arial"/>
              </a:rPr>
              <a:t> </a:t>
            </a:r>
            <a:r>
              <a:rPr sz="2000" spc="-30">
                <a:latin typeface="Arial"/>
                <a:cs typeface="Arial"/>
              </a:rPr>
              <a:t>Anis-</a:t>
            </a:r>
            <a:r>
              <a:rPr sz="2000" spc="-40">
                <a:latin typeface="Arial"/>
                <a:cs typeface="Arial"/>
              </a:rPr>
              <a:t>ul-</a:t>
            </a:r>
            <a:r>
              <a:rPr sz="2000" spc="-50">
                <a:latin typeface="Arial"/>
                <a:cs typeface="Arial"/>
              </a:rPr>
              <a:t>Haq,</a:t>
            </a:r>
            <a:r>
              <a:rPr sz="2000" spc="-60">
                <a:latin typeface="Arial"/>
                <a:cs typeface="Arial"/>
              </a:rPr>
              <a:t> </a:t>
            </a:r>
            <a:r>
              <a:rPr sz="2000" spc="-45">
                <a:latin typeface="Arial"/>
                <a:cs typeface="Arial"/>
              </a:rPr>
              <a:t>M.,</a:t>
            </a:r>
            <a:r>
              <a:rPr sz="2000" spc="-95">
                <a:latin typeface="Arial"/>
                <a:cs typeface="Arial"/>
              </a:rPr>
              <a:t> </a:t>
            </a:r>
            <a:r>
              <a:rPr sz="2000" spc="-100">
                <a:latin typeface="Arial"/>
                <a:cs typeface="Arial"/>
              </a:rPr>
              <a:t>&amp;</a:t>
            </a:r>
            <a:r>
              <a:rPr sz="2000" spc="-55">
                <a:latin typeface="Arial"/>
                <a:cs typeface="Arial"/>
              </a:rPr>
              <a:t> </a:t>
            </a:r>
            <a:r>
              <a:rPr sz="2000" spc="-25">
                <a:latin typeface="Arial"/>
                <a:cs typeface="Arial"/>
              </a:rPr>
              <a:t>Niazi,</a:t>
            </a:r>
            <a:r>
              <a:rPr sz="2000" spc="-85">
                <a:latin typeface="Arial"/>
                <a:cs typeface="Arial"/>
              </a:rPr>
              <a:t> </a:t>
            </a:r>
            <a:r>
              <a:rPr sz="2000" spc="-110">
                <a:latin typeface="Arial"/>
                <a:cs typeface="Arial"/>
              </a:rPr>
              <a:t>G.</a:t>
            </a:r>
            <a:r>
              <a:rPr sz="2000" spc="-50">
                <a:latin typeface="Arial"/>
                <a:cs typeface="Arial"/>
              </a:rPr>
              <a:t> </a:t>
            </a:r>
            <a:r>
              <a:rPr sz="2000">
                <a:latin typeface="Arial"/>
                <a:cs typeface="Arial"/>
              </a:rPr>
              <a:t>(2014).</a:t>
            </a:r>
            <a:r>
              <a:rPr sz="2000" spc="-55">
                <a:latin typeface="Arial"/>
                <a:cs typeface="Arial"/>
              </a:rPr>
              <a:t> </a:t>
            </a:r>
            <a:r>
              <a:rPr sz="2000" spc="-10">
                <a:latin typeface="Arial"/>
                <a:cs typeface="Arial"/>
              </a:rPr>
              <a:t>Leadership</a:t>
            </a:r>
            <a:r>
              <a:rPr sz="2000" spc="-65">
                <a:latin typeface="Arial"/>
                <a:cs typeface="Arial"/>
              </a:rPr>
              <a:t> </a:t>
            </a:r>
            <a:r>
              <a:rPr sz="2000">
                <a:latin typeface="Arial"/>
                <a:cs typeface="Arial"/>
              </a:rPr>
              <a:t>styles:</a:t>
            </a:r>
            <a:r>
              <a:rPr sz="2000" spc="-50">
                <a:latin typeface="Arial"/>
                <a:cs typeface="Arial"/>
              </a:rPr>
              <a:t> </a:t>
            </a:r>
            <a:r>
              <a:rPr sz="2000" spc="-10">
                <a:latin typeface="Arial"/>
                <a:cs typeface="Arial"/>
              </a:rPr>
              <a:t>Relationship </a:t>
            </a:r>
            <a:r>
              <a:rPr sz="2000">
                <a:latin typeface="Arial"/>
                <a:cs typeface="Arial"/>
              </a:rPr>
              <a:t>with</a:t>
            </a:r>
            <a:r>
              <a:rPr sz="2000" spc="5">
                <a:latin typeface="Arial"/>
                <a:cs typeface="Arial"/>
              </a:rPr>
              <a:t> </a:t>
            </a:r>
            <a:r>
              <a:rPr sz="2000">
                <a:latin typeface="Arial"/>
                <a:cs typeface="Arial"/>
              </a:rPr>
              <a:t>conflict.</a:t>
            </a:r>
            <a:r>
              <a:rPr sz="2000" spc="45">
                <a:latin typeface="Arial"/>
                <a:cs typeface="Arial"/>
              </a:rPr>
              <a:t> </a:t>
            </a:r>
            <a:r>
              <a:rPr sz="2000">
                <a:latin typeface="Arial"/>
                <a:cs typeface="Arial"/>
              </a:rPr>
              <a:t>International</a:t>
            </a:r>
            <a:r>
              <a:rPr sz="2000" spc="15">
                <a:latin typeface="Arial"/>
                <a:cs typeface="Arial"/>
              </a:rPr>
              <a:t> </a:t>
            </a:r>
            <a:r>
              <a:rPr sz="2000">
                <a:latin typeface="Arial"/>
                <a:cs typeface="Arial"/>
              </a:rPr>
              <a:t>Journal</a:t>
            </a:r>
            <a:r>
              <a:rPr sz="2000" spc="15">
                <a:latin typeface="Arial"/>
                <a:cs typeface="Arial"/>
              </a:rPr>
              <a:t> </a:t>
            </a:r>
            <a:r>
              <a:rPr sz="2000" spc="80">
                <a:latin typeface="Arial"/>
                <a:cs typeface="Arial"/>
              </a:rPr>
              <a:t>of</a:t>
            </a:r>
            <a:r>
              <a:rPr sz="2000" spc="35">
                <a:latin typeface="Arial"/>
                <a:cs typeface="Arial"/>
              </a:rPr>
              <a:t> </a:t>
            </a:r>
            <a:r>
              <a:rPr sz="2000">
                <a:latin typeface="Arial"/>
                <a:cs typeface="Arial"/>
              </a:rPr>
              <a:t>Conflict</a:t>
            </a:r>
            <a:r>
              <a:rPr sz="2000" spc="25">
                <a:latin typeface="Arial"/>
                <a:cs typeface="Arial"/>
              </a:rPr>
              <a:t> </a:t>
            </a:r>
            <a:r>
              <a:rPr sz="2000" spc="-10">
                <a:latin typeface="Arial"/>
                <a:cs typeface="Arial"/>
              </a:rPr>
              <a:t>Management,</a:t>
            </a:r>
            <a:r>
              <a:rPr sz="2000" spc="15">
                <a:latin typeface="Arial"/>
                <a:cs typeface="Arial"/>
              </a:rPr>
              <a:t> </a:t>
            </a:r>
            <a:r>
              <a:rPr sz="2000" spc="-20">
                <a:latin typeface="Arial"/>
                <a:cs typeface="Arial"/>
              </a:rPr>
              <a:t>25(3),</a:t>
            </a:r>
            <a:r>
              <a:rPr sz="2000" spc="45">
                <a:latin typeface="Arial"/>
                <a:cs typeface="Arial"/>
              </a:rPr>
              <a:t> </a:t>
            </a:r>
            <a:r>
              <a:rPr sz="2000">
                <a:latin typeface="Arial"/>
                <a:cs typeface="Arial"/>
              </a:rPr>
              <a:t>214</a:t>
            </a:r>
            <a:r>
              <a:rPr sz="2000" spc="70">
                <a:latin typeface="Arial"/>
                <a:cs typeface="Arial"/>
              </a:rPr>
              <a:t> </a:t>
            </a:r>
            <a:r>
              <a:rPr sz="2000" spc="-120">
                <a:latin typeface="Arial"/>
                <a:cs typeface="Arial"/>
              </a:rPr>
              <a:t>-</a:t>
            </a:r>
            <a:r>
              <a:rPr sz="2000" spc="50">
                <a:latin typeface="Arial"/>
                <a:cs typeface="Arial"/>
              </a:rPr>
              <a:t> </a:t>
            </a:r>
            <a:r>
              <a:rPr sz="2000" spc="-20">
                <a:latin typeface="Arial"/>
                <a:cs typeface="Arial"/>
              </a:rPr>
              <a:t>225.</a:t>
            </a:r>
            <a:endParaRPr sz="2000">
              <a:latin typeface="Arial"/>
              <a:cs typeface="Arial"/>
            </a:endParaRPr>
          </a:p>
          <a:p>
            <a:pPr marL="12700">
              <a:lnSpc>
                <a:spcPts val="2280"/>
              </a:lnSpc>
              <a:spcBef>
                <a:spcPts val="1530"/>
              </a:spcBef>
            </a:pPr>
            <a:r>
              <a:rPr sz="2000" spc="-20">
                <a:latin typeface="Arial"/>
                <a:cs typeface="Arial"/>
              </a:rPr>
              <a:t>Thamhain, </a:t>
            </a:r>
            <a:r>
              <a:rPr sz="2000" spc="-80">
                <a:latin typeface="Arial"/>
                <a:cs typeface="Arial"/>
              </a:rPr>
              <a:t>H.,</a:t>
            </a:r>
            <a:r>
              <a:rPr sz="2000" spc="-20">
                <a:latin typeface="Arial"/>
                <a:cs typeface="Arial"/>
              </a:rPr>
              <a:t> </a:t>
            </a:r>
            <a:r>
              <a:rPr sz="2000" spc="-100">
                <a:latin typeface="Arial"/>
                <a:cs typeface="Arial"/>
              </a:rPr>
              <a:t>&amp;</a:t>
            </a:r>
            <a:r>
              <a:rPr sz="2000" spc="-50">
                <a:latin typeface="Arial"/>
                <a:cs typeface="Arial"/>
              </a:rPr>
              <a:t> </a:t>
            </a:r>
            <a:r>
              <a:rPr sz="2000" spc="-20">
                <a:latin typeface="Arial"/>
                <a:cs typeface="Arial"/>
              </a:rPr>
              <a:t>Wilemon,</a:t>
            </a:r>
            <a:r>
              <a:rPr sz="2000" spc="-25">
                <a:latin typeface="Arial"/>
                <a:cs typeface="Arial"/>
              </a:rPr>
              <a:t> </a:t>
            </a:r>
            <a:r>
              <a:rPr sz="2000" spc="-90">
                <a:latin typeface="Arial"/>
                <a:cs typeface="Arial"/>
              </a:rPr>
              <a:t>D.</a:t>
            </a:r>
            <a:r>
              <a:rPr sz="2000" spc="-10">
                <a:latin typeface="Arial"/>
                <a:cs typeface="Arial"/>
              </a:rPr>
              <a:t> </a:t>
            </a:r>
            <a:r>
              <a:rPr sz="2000">
                <a:latin typeface="Arial"/>
                <a:cs typeface="Arial"/>
              </a:rPr>
              <a:t>(1975).</a:t>
            </a:r>
            <a:r>
              <a:rPr sz="2000" spc="-20">
                <a:latin typeface="Arial"/>
                <a:cs typeface="Arial"/>
              </a:rPr>
              <a:t> </a:t>
            </a:r>
            <a:r>
              <a:rPr sz="2000">
                <a:latin typeface="Arial"/>
                <a:cs typeface="Arial"/>
              </a:rPr>
              <a:t>Conflict</a:t>
            </a:r>
            <a:r>
              <a:rPr sz="2000" spc="-40">
                <a:latin typeface="Arial"/>
                <a:cs typeface="Arial"/>
              </a:rPr>
              <a:t> </a:t>
            </a:r>
            <a:r>
              <a:rPr sz="2000">
                <a:latin typeface="Arial"/>
                <a:cs typeface="Arial"/>
              </a:rPr>
              <a:t>management</a:t>
            </a:r>
            <a:r>
              <a:rPr sz="2000" spc="-35">
                <a:latin typeface="Arial"/>
                <a:cs typeface="Arial"/>
              </a:rPr>
              <a:t> </a:t>
            </a:r>
            <a:r>
              <a:rPr sz="2000">
                <a:latin typeface="Arial"/>
                <a:cs typeface="Arial"/>
              </a:rPr>
              <a:t>in</a:t>
            </a:r>
            <a:r>
              <a:rPr sz="2000" spc="-5">
                <a:latin typeface="Arial"/>
                <a:cs typeface="Arial"/>
              </a:rPr>
              <a:t> </a:t>
            </a:r>
            <a:r>
              <a:rPr sz="2000">
                <a:latin typeface="Arial"/>
                <a:cs typeface="Arial"/>
              </a:rPr>
              <a:t>project</a:t>
            </a:r>
            <a:r>
              <a:rPr sz="2000" spc="-20">
                <a:latin typeface="Arial"/>
                <a:cs typeface="Arial"/>
              </a:rPr>
              <a:t> </a:t>
            </a:r>
            <a:r>
              <a:rPr sz="2000">
                <a:latin typeface="Arial"/>
                <a:cs typeface="Arial"/>
              </a:rPr>
              <a:t>life</a:t>
            </a:r>
            <a:r>
              <a:rPr sz="2000" spc="-20">
                <a:latin typeface="Arial"/>
                <a:cs typeface="Arial"/>
              </a:rPr>
              <a:t> </a:t>
            </a:r>
            <a:r>
              <a:rPr sz="2000">
                <a:latin typeface="Arial"/>
                <a:cs typeface="Arial"/>
              </a:rPr>
              <a:t>cycles.</a:t>
            </a:r>
            <a:r>
              <a:rPr sz="2000" spc="15">
                <a:latin typeface="Arial"/>
                <a:cs typeface="Arial"/>
              </a:rPr>
              <a:t> </a:t>
            </a:r>
            <a:r>
              <a:rPr sz="2000" spc="-10">
                <a:latin typeface="Arial"/>
                <a:cs typeface="Arial"/>
              </a:rPr>
              <a:t>Sloan</a:t>
            </a:r>
            <a:endParaRPr sz="2000">
              <a:latin typeface="Arial"/>
              <a:cs typeface="Arial"/>
            </a:endParaRPr>
          </a:p>
          <a:p>
            <a:pPr marL="12700">
              <a:lnSpc>
                <a:spcPts val="2280"/>
              </a:lnSpc>
            </a:pPr>
            <a:r>
              <a:rPr sz="2000">
                <a:latin typeface="Arial"/>
                <a:cs typeface="Arial"/>
              </a:rPr>
              <a:t>Management</a:t>
            </a:r>
            <a:r>
              <a:rPr sz="2000" spc="-55">
                <a:latin typeface="Arial"/>
                <a:cs typeface="Arial"/>
              </a:rPr>
              <a:t> </a:t>
            </a:r>
            <a:r>
              <a:rPr sz="2000" spc="-70">
                <a:latin typeface="Arial"/>
                <a:cs typeface="Arial"/>
              </a:rPr>
              <a:t>Review,</a:t>
            </a:r>
            <a:r>
              <a:rPr sz="2000" spc="-35">
                <a:latin typeface="Arial"/>
                <a:cs typeface="Arial"/>
              </a:rPr>
              <a:t> </a:t>
            </a:r>
            <a:r>
              <a:rPr sz="2000" spc="-20">
                <a:latin typeface="Arial"/>
                <a:cs typeface="Arial"/>
              </a:rPr>
              <a:t>16(3),</a:t>
            </a:r>
            <a:r>
              <a:rPr sz="2000" spc="-40">
                <a:latin typeface="Arial"/>
                <a:cs typeface="Arial"/>
              </a:rPr>
              <a:t> </a:t>
            </a:r>
            <a:r>
              <a:rPr sz="2000" spc="-35">
                <a:latin typeface="Arial"/>
                <a:cs typeface="Arial"/>
              </a:rPr>
              <a:t>31-</a:t>
            </a:r>
            <a:r>
              <a:rPr sz="2000" spc="-25">
                <a:latin typeface="Arial"/>
                <a:cs typeface="Arial"/>
              </a:rPr>
              <a:t>50.</a:t>
            </a:r>
            <a:endParaRPr sz="2000">
              <a:latin typeface="Arial"/>
              <a:cs typeface="Arial"/>
            </a:endParaRPr>
          </a:p>
        </p:txBody>
      </p:sp>
    </p:spTree>
    <p:extLst>
      <p:ext uri="{BB962C8B-B14F-4D97-AF65-F5344CB8AC3E}">
        <p14:creationId xmlns:p14="http://schemas.microsoft.com/office/powerpoint/2010/main" val="35997396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94</Slides>
  <Notes>13</Notes>
  <HiddenSlides>3</HiddenSlides>
  <ScaleCrop>false</ScaleCrop>
  <HeadingPairs>
    <vt:vector size="4" baseType="variant">
      <vt:variant>
        <vt:lpstr>Theme</vt:lpstr>
      </vt:variant>
      <vt:variant>
        <vt:i4>1</vt:i4>
      </vt:variant>
      <vt:variant>
        <vt:lpstr>Slide Titles</vt:lpstr>
      </vt:variant>
      <vt:variant>
        <vt:i4>94</vt:i4>
      </vt:variant>
    </vt:vector>
  </HeadingPairs>
  <TitlesOfParts>
    <vt:vector size="95" baseType="lpstr">
      <vt:lpstr>Office Theme</vt:lpstr>
      <vt:lpstr>School of Computer Science and Engineering (CSE)</vt:lpstr>
      <vt:lpstr>Outline</vt:lpstr>
      <vt:lpstr>Course Introduction</vt:lpstr>
      <vt:lpstr>Course Introduction</vt:lpstr>
      <vt:lpstr>PowerPoint Presentation</vt:lpstr>
      <vt:lpstr>PowerPoint Presentation</vt:lpstr>
      <vt:lpstr>COMP[39]900 Course Contact </vt:lpstr>
      <vt:lpstr>PowerPoint Presentation</vt:lpstr>
      <vt:lpstr>PowerPoint Presentation</vt:lpstr>
      <vt:lpstr>PowerPoint Presentation</vt:lpstr>
      <vt:lpstr>Course Summary</vt:lpstr>
      <vt:lpstr>Course Summary (cont’d)</vt:lpstr>
      <vt:lpstr>Labs (or Mentoring Sessions)</vt:lpstr>
      <vt:lpstr>Readings / Resources</vt:lpstr>
      <vt:lpstr>Assumed Knowledge</vt:lpstr>
      <vt:lpstr>Assumed Knowledge (cont’d)</vt:lpstr>
      <vt:lpstr>Assumed Knowledge (cont’d)</vt:lpstr>
      <vt:lpstr>Learning Outcomes</vt:lpstr>
      <vt:lpstr>COMP[39]900  – Projects</vt:lpstr>
      <vt:lpstr>Course Improvements - MyExperience</vt:lpstr>
      <vt:lpstr>Course Improvements - Primers</vt:lpstr>
      <vt:lpstr>Course Improvements - Lab Resources</vt:lpstr>
      <vt:lpstr>Assessment Tasks Overview</vt:lpstr>
      <vt:lpstr>Assessment Overview</vt:lpstr>
      <vt:lpstr>Assessment Overview (cont’d)</vt:lpstr>
      <vt:lpstr>Assessment – Individual Contributions and Peer Assessment </vt:lpstr>
      <vt:lpstr>Assessment – Final Peer Assessment </vt:lpstr>
      <vt:lpstr>Assessment – Project Proposal</vt:lpstr>
      <vt:lpstr>Assessment – Progressive Check points </vt:lpstr>
      <vt:lpstr>Assessment – Progressive Check points </vt:lpstr>
      <vt:lpstr>Assessment – Final Assessments </vt:lpstr>
      <vt:lpstr>Assessment – Final Assessments </vt:lpstr>
      <vt:lpstr>Complaints / Grievance Process</vt:lpstr>
      <vt:lpstr>Assessment – GenAI Level</vt:lpstr>
      <vt:lpstr>Project Clients Coordination</vt:lpstr>
      <vt:lpstr>How to select a project</vt:lpstr>
      <vt:lpstr>Project Clients Coordination</vt:lpstr>
      <vt:lpstr>Project Clients Coordination</vt:lpstr>
      <vt:lpstr>PowerPoint Presentation</vt:lpstr>
      <vt:lpstr>PowerPoint Presentation</vt:lpstr>
      <vt:lpstr>Projects Summary </vt:lpstr>
      <vt:lpstr>Projects Summary </vt:lpstr>
      <vt:lpstr>Projects Summary </vt:lpstr>
      <vt:lpstr>Projects Summary </vt:lpstr>
      <vt:lpstr>Projects Summary </vt:lpstr>
      <vt:lpstr>Projects Summary </vt:lpstr>
      <vt:lpstr>Projects Summary </vt:lpstr>
      <vt:lpstr>Projects Summary </vt:lpstr>
      <vt:lpstr>Industry Projects – Success Stories </vt:lpstr>
      <vt:lpstr>Industry Projects – Success Stories </vt:lpstr>
      <vt:lpstr>Industry Projects – Success Stories </vt:lpstr>
      <vt:lpstr>Project Timeline and Milestones</vt:lpstr>
      <vt:lpstr>User Stories and Acceptance Criteria</vt:lpstr>
      <vt:lpstr>User Stories</vt:lpstr>
      <vt:lpstr>User Stories (cont’d)</vt:lpstr>
      <vt:lpstr>User Stories (cont’d)</vt:lpstr>
      <vt:lpstr>Acceptance Criteria</vt:lpstr>
      <vt:lpstr>Acceptance Criteria (cont’d)</vt:lpstr>
      <vt:lpstr>Acceptance Criteria (cont’d)</vt:lpstr>
      <vt:lpstr>Jira Software</vt:lpstr>
      <vt:lpstr>Jira Software</vt:lpstr>
      <vt:lpstr>Jira Software (cont’d)</vt:lpstr>
      <vt:lpstr>Jira Software (cont’d)</vt:lpstr>
      <vt:lpstr>Jira Software (cont’d)</vt:lpstr>
      <vt:lpstr>Working in Groups</vt:lpstr>
      <vt:lpstr>Group-based Projects</vt:lpstr>
      <vt:lpstr>Team Cohesiveness</vt:lpstr>
      <vt:lpstr>Team Effectiveness</vt:lpstr>
      <vt:lpstr>Selecting Team Members</vt:lpstr>
      <vt:lpstr>Forming a Team</vt:lpstr>
      <vt:lpstr>Team Composition</vt:lpstr>
      <vt:lpstr>Team Composition Scenario</vt:lpstr>
      <vt:lpstr>Team Organization</vt:lpstr>
      <vt:lpstr>Team Organization</vt:lpstr>
      <vt:lpstr>Agile Teams</vt:lpstr>
      <vt:lpstr>Team Communications</vt:lpstr>
      <vt:lpstr>Team Communications</vt:lpstr>
      <vt:lpstr>Team Conflicts</vt:lpstr>
      <vt:lpstr>Conflict Intensity</vt:lpstr>
      <vt:lpstr>Process of Conflict</vt:lpstr>
      <vt:lpstr>Types of Conflict</vt:lpstr>
      <vt:lpstr>Sources of Conflict</vt:lpstr>
      <vt:lpstr>Sources of Conflict</vt:lpstr>
      <vt:lpstr>Resolving Conflict</vt:lpstr>
      <vt:lpstr>Resolving Conflict</vt:lpstr>
      <vt:lpstr>Resolving Conflict</vt:lpstr>
      <vt:lpstr>Agile Development – Week 2 </vt:lpstr>
      <vt:lpstr>Resolving Conflict</vt:lpstr>
      <vt:lpstr>Week 1 Lab Tasks</vt:lpstr>
      <vt:lpstr>Team Formation </vt:lpstr>
      <vt:lpstr>Week 1 Lab Tasks (cont’d)</vt:lpstr>
      <vt:lpstr>Important Highlights &amp; Actions – Ed / Moodle</vt:lpstr>
      <vt:lpstr>Thank you!</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COMP[39]900</dc:title>
  <dc:creator>P5</dc:creator>
  <cp:revision>1</cp:revision>
  <dcterms:created xsi:type="dcterms:W3CDTF">2024-05-23T03:37:10Z</dcterms:created>
  <dcterms:modified xsi:type="dcterms:W3CDTF">2025-06-02T07:47:34Z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2024-02-13T00:00:00Z</vt:filetime>
  </property>
  <property fmtid="{D5CDD505-2E9C-101B-9397-08002B2CF9AE}" pid="3" name="Creator">
    <vt:lpwstr>Microsoft® PowerPoint® for Microsoft 365</vt:lpwstr>
  </property>
  <property fmtid="{D5CDD505-2E9C-101B-9397-08002B2CF9AE}" pid="4" name="LastSaved">
    <vt:filetime>2024-05-23T00:00:00Z</vt:filetime>
  </property>
  <property fmtid="{D5CDD505-2E9C-101B-9397-08002B2CF9AE}" pid="5" name="Producer">
    <vt:lpwstr>Microsoft® PowerPoint® for Microsoft 365</vt:lpwstr>
  </property>
</Properties>
</file>